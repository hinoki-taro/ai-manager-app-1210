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12.jpg" ContentType="image/jpg"/>
  <Override PartName="/ppt/media/image38.jpg" ContentType="image/jpg"/>
  <Override PartName="/ppt/media/image39.jpg" ContentType="image/jpg"/>
  <Override PartName="/ppt/media/image40.jpg" ContentType="image/jpg"/>
  <Override PartName="/ppt/media/image41.jpg" ContentType="image/jpg"/>
  <Override PartName="/ppt/media/image45.jpg" ContentType="image/jpg"/>
  <Override PartName="/ppt/media/image46.jpg" ContentType="image/jpg"/>
  <Override PartName="/ppt/media/image47.jpg" ContentType="image/jpg"/>
  <Override PartName="/ppt/media/image56.jpg" ContentType="image/jp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0" r:id="rId1"/>
    <p:sldMasterId id="2147483886" r:id="rId2"/>
    <p:sldMasterId id="2147483872" r:id="rId3"/>
  </p:sldMasterIdLst>
  <p:notesMasterIdLst>
    <p:notesMasterId r:id="rId36"/>
  </p:notesMasterIdLst>
  <p:handoutMasterIdLst>
    <p:handoutMasterId r:id="rId37"/>
  </p:handoutMasterIdLst>
  <p:sldIdLst>
    <p:sldId id="428" r:id="rId4"/>
    <p:sldId id="898" r:id="rId5"/>
    <p:sldId id="782" r:id="rId6"/>
    <p:sldId id="816" r:id="rId7"/>
    <p:sldId id="797" r:id="rId8"/>
    <p:sldId id="799" r:id="rId9"/>
    <p:sldId id="798" r:id="rId10"/>
    <p:sldId id="800" r:id="rId11"/>
    <p:sldId id="256" r:id="rId12"/>
    <p:sldId id="257" r:id="rId13"/>
    <p:sldId id="258" r:id="rId14"/>
    <p:sldId id="259" r:id="rId15"/>
    <p:sldId id="260" r:id="rId16"/>
    <p:sldId id="261" r:id="rId17"/>
    <p:sldId id="262" r:id="rId18"/>
    <p:sldId id="263" r:id="rId19"/>
    <p:sldId id="264" r:id="rId20"/>
    <p:sldId id="265" r:id="rId21"/>
    <p:sldId id="266" r:id="rId22"/>
    <p:sldId id="801" r:id="rId23"/>
    <p:sldId id="802" r:id="rId24"/>
    <p:sldId id="803" r:id="rId25"/>
    <p:sldId id="804" r:id="rId26"/>
    <p:sldId id="805" r:id="rId27"/>
    <p:sldId id="806" r:id="rId28"/>
    <p:sldId id="807" r:id="rId29"/>
    <p:sldId id="808" r:id="rId30"/>
    <p:sldId id="809" r:id="rId31"/>
    <p:sldId id="810" r:id="rId32"/>
    <p:sldId id="811" r:id="rId33"/>
    <p:sldId id="812" r:id="rId34"/>
    <p:sldId id="813" r:id="rId35"/>
  </p:sldIdLst>
  <p:sldSz cx="9144000" cy="6858000" type="screen4x3"/>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08" userDrawn="1">
          <p15:clr>
            <a:srgbClr val="A4A3A4"/>
          </p15:clr>
        </p15:guide>
        <p15:guide id="2" pos="212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ukari Iijima" initials="YI" lastIdx="1" clrIdx="0"/>
  <p:cmAuthor id="2" name="mtokyo013" initials="m" lastIdx="2" clrIdx="1">
    <p:extLst>
      <p:ext uri="{19B8F6BF-5375-455C-9EA6-DF929625EA0E}">
        <p15:presenceInfo xmlns:p15="http://schemas.microsoft.com/office/powerpoint/2012/main" userId="mtokyo01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CF7977"/>
    <a:srgbClr val="D78F8D"/>
    <a:srgbClr val="66FF99"/>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92317" autoAdjust="0"/>
  </p:normalViewPr>
  <p:slideViewPr>
    <p:cSldViewPr>
      <p:cViewPr varScale="1">
        <p:scale>
          <a:sx n="102" d="100"/>
          <a:sy n="102" d="100"/>
        </p:scale>
        <p:origin x="1878" y="8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2" d="100"/>
          <a:sy n="52" d="100"/>
        </p:scale>
        <p:origin x="-2892" y="-102"/>
      </p:cViewPr>
      <p:guideLst>
        <p:guide orient="horz" pos="3108"/>
        <p:guide pos="21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2918831" cy="493316"/>
          </a:xfrm>
          <a:prstGeom prst="rect">
            <a:avLst/>
          </a:prstGeom>
        </p:spPr>
        <p:txBody>
          <a:bodyPr vert="horz" lIns="90620" tIns="45310" rIns="90620" bIns="4531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4" y="1"/>
            <a:ext cx="2918831" cy="493316"/>
          </a:xfrm>
          <a:prstGeom prst="rect">
            <a:avLst/>
          </a:prstGeom>
        </p:spPr>
        <p:txBody>
          <a:bodyPr vert="horz" lIns="90620" tIns="45310" rIns="90620" bIns="45310" rtlCol="0"/>
          <a:lstStyle>
            <a:lvl1pPr algn="r">
              <a:defRPr sz="1200"/>
            </a:lvl1pPr>
          </a:lstStyle>
          <a:p>
            <a:fld id="{DFBD5DC3-5787-4F32-9DCB-57337AF42B0D}" type="datetimeFigureOut">
              <a:rPr kumimoji="1" lang="ja-JP" altLang="en-US" smtClean="0"/>
              <a:t>2025/4/8</a:t>
            </a:fld>
            <a:endParaRPr kumimoji="1" lang="ja-JP" altLang="en-US"/>
          </a:p>
        </p:txBody>
      </p:sp>
      <p:sp>
        <p:nvSpPr>
          <p:cNvPr id="4" name="フッター プレースホルダー 3"/>
          <p:cNvSpPr>
            <a:spLocks noGrp="1"/>
          </p:cNvSpPr>
          <p:nvPr>
            <p:ph type="ftr" sz="quarter" idx="2"/>
          </p:nvPr>
        </p:nvSpPr>
        <p:spPr>
          <a:xfrm>
            <a:off x="0" y="9371286"/>
            <a:ext cx="2918831" cy="493316"/>
          </a:xfrm>
          <a:prstGeom prst="rect">
            <a:avLst/>
          </a:prstGeom>
        </p:spPr>
        <p:txBody>
          <a:bodyPr vert="horz" lIns="90620" tIns="45310" rIns="90620" bIns="4531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4" y="9371286"/>
            <a:ext cx="2918831" cy="493316"/>
          </a:xfrm>
          <a:prstGeom prst="rect">
            <a:avLst/>
          </a:prstGeom>
        </p:spPr>
        <p:txBody>
          <a:bodyPr vert="horz" lIns="90620" tIns="45310" rIns="90620" bIns="45310" rtlCol="0" anchor="b"/>
          <a:lstStyle>
            <a:lvl1pPr algn="r">
              <a:defRPr sz="1200"/>
            </a:lvl1pPr>
          </a:lstStyle>
          <a:p>
            <a:fld id="{5A99C0A6-C08C-4F6E-8975-3E45454956A7}" type="slidenum">
              <a:rPr kumimoji="1" lang="ja-JP" altLang="en-US" smtClean="0"/>
              <a:t>‹#›</a:t>
            </a:fld>
            <a:endParaRPr kumimoji="1" lang="ja-JP" altLang="en-US"/>
          </a:p>
        </p:txBody>
      </p:sp>
    </p:spTree>
    <p:extLst>
      <p:ext uri="{BB962C8B-B14F-4D97-AF65-F5344CB8AC3E}">
        <p14:creationId xmlns:p14="http://schemas.microsoft.com/office/powerpoint/2010/main" val="7150682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2918831" cy="493316"/>
          </a:xfrm>
          <a:prstGeom prst="rect">
            <a:avLst/>
          </a:prstGeom>
        </p:spPr>
        <p:txBody>
          <a:bodyPr vert="horz" lIns="90620" tIns="45310" rIns="90620" bIns="4531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4" y="1"/>
            <a:ext cx="2918831" cy="493316"/>
          </a:xfrm>
          <a:prstGeom prst="rect">
            <a:avLst/>
          </a:prstGeom>
        </p:spPr>
        <p:txBody>
          <a:bodyPr vert="horz" lIns="90620" tIns="45310" rIns="90620" bIns="45310" rtlCol="0"/>
          <a:lstStyle>
            <a:lvl1pPr algn="r">
              <a:defRPr sz="1200"/>
            </a:lvl1pPr>
          </a:lstStyle>
          <a:p>
            <a:fld id="{1A171E73-C824-4AF2-AF6B-36A951B8B564}" type="datetimeFigureOut">
              <a:rPr kumimoji="1" lang="ja-JP" altLang="en-US" smtClean="0"/>
              <a:t>2025/4/8</a:t>
            </a:fld>
            <a:endParaRPr kumimoji="1" lang="ja-JP" altLang="en-US"/>
          </a:p>
        </p:txBody>
      </p:sp>
      <p:sp>
        <p:nvSpPr>
          <p:cNvPr id="4" name="スライド イメージ プレースホルダー 3"/>
          <p:cNvSpPr>
            <a:spLocks noGrp="1" noRot="1" noChangeAspect="1"/>
          </p:cNvSpPr>
          <p:nvPr>
            <p:ph type="sldImg" idx="2"/>
          </p:nvPr>
        </p:nvSpPr>
        <p:spPr>
          <a:xfrm>
            <a:off x="903288" y="741363"/>
            <a:ext cx="4929187" cy="3697287"/>
          </a:xfrm>
          <a:prstGeom prst="rect">
            <a:avLst/>
          </a:prstGeom>
          <a:noFill/>
          <a:ln w="12700">
            <a:solidFill>
              <a:prstClr val="black"/>
            </a:solidFill>
          </a:ln>
        </p:spPr>
        <p:txBody>
          <a:bodyPr vert="horz" lIns="90620" tIns="45310" rIns="90620" bIns="45310" rtlCol="0" anchor="ctr"/>
          <a:lstStyle/>
          <a:p>
            <a:endParaRPr lang="ja-JP" altLang="en-US"/>
          </a:p>
        </p:txBody>
      </p:sp>
      <p:sp>
        <p:nvSpPr>
          <p:cNvPr id="5" name="ノート プレースホルダー 4"/>
          <p:cNvSpPr>
            <a:spLocks noGrp="1"/>
          </p:cNvSpPr>
          <p:nvPr>
            <p:ph type="body" sz="quarter" idx="3"/>
          </p:nvPr>
        </p:nvSpPr>
        <p:spPr>
          <a:xfrm>
            <a:off x="673577" y="4686500"/>
            <a:ext cx="5388610" cy="4439841"/>
          </a:xfrm>
          <a:prstGeom prst="rect">
            <a:avLst/>
          </a:prstGeom>
        </p:spPr>
        <p:txBody>
          <a:bodyPr vert="horz" lIns="90620" tIns="45310" rIns="90620" bIns="4531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3316"/>
          </a:xfrm>
          <a:prstGeom prst="rect">
            <a:avLst/>
          </a:prstGeom>
        </p:spPr>
        <p:txBody>
          <a:bodyPr vert="horz" lIns="90620" tIns="45310" rIns="90620" bIns="4531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4" y="9371286"/>
            <a:ext cx="2918831" cy="493316"/>
          </a:xfrm>
          <a:prstGeom prst="rect">
            <a:avLst/>
          </a:prstGeom>
        </p:spPr>
        <p:txBody>
          <a:bodyPr vert="horz" lIns="90620" tIns="45310" rIns="90620" bIns="45310" rtlCol="0" anchor="b"/>
          <a:lstStyle>
            <a:lvl1pPr algn="r">
              <a:defRPr sz="1200"/>
            </a:lvl1pPr>
          </a:lstStyle>
          <a:p>
            <a:fld id="{ED6D6A56-9D20-4FE5-A1FA-9B52A37DE55F}" type="slidenum">
              <a:rPr kumimoji="1" lang="ja-JP" altLang="en-US" smtClean="0"/>
              <a:t>‹#›</a:t>
            </a:fld>
            <a:endParaRPr kumimoji="1" lang="ja-JP" altLang="en-US"/>
          </a:p>
        </p:txBody>
      </p:sp>
    </p:spTree>
    <p:extLst>
      <p:ext uri="{BB962C8B-B14F-4D97-AF65-F5344CB8AC3E}">
        <p14:creationId xmlns:p14="http://schemas.microsoft.com/office/powerpoint/2010/main" val="269671519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5" name="スライド番号プレースホルダー 4"/>
          <p:cNvSpPr>
            <a:spLocks noGrp="1"/>
          </p:cNvSpPr>
          <p:nvPr>
            <p:ph type="sldNum" sz="quarter" idx="10"/>
          </p:nvPr>
        </p:nvSpPr>
        <p:spPr/>
        <p:txBody>
          <a:bodyPr/>
          <a:lstStyle/>
          <a:p>
            <a:fld id="{17E1C080-1BAF-4398-8EB1-E07E84F29792}" type="slidenum">
              <a:rPr kumimoji="1" lang="ja-JP" altLang="en-US" smtClean="0"/>
              <a:pPr/>
              <a:t>1</a:t>
            </a:fld>
            <a:endParaRPr kumimoji="1" lang="ja-JP" altLang="en-US"/>
          </a:p>
        </p:txBody>
      </p:sp>
    </p:spTree>
    <p:extLst>
      <p:ext uri="{BB962C8B-B14F-4D97-AF65-F5344CB8AC3E}">
        <p14:creationId xmlns:p14="http://schemas.microsoft.com/office/powerpoint/2010/main" val="59563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AB76E-D758-E3FF-527A-4FB5806C4F3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0DB6375-B6F7-3B00-2854-09C6A5C79289}"/>
              </a:ext>
            </a:extLst>
          </p:cNvPr>
          <p:cNvSpPr>
            <a:spLocks noGrp="1" noRot="1" noChangeAspect="1"/>
          </p:cNvSpPr>
          <p:nvPr>
            <p:ph type="sldImg"/>
          </p:nvPr>
        </p:nvSpPr>
        <p:spPr>
          <a:xfrm>
            <a:off x="903288" y="741363"/>
            <a:ext cx="4929187" cy="3697287"/>
          </a:xfrm>
        </p:spPr>
      </p:sp>
      <p:sp>
        <p:nvSpPr>
          <p:cNvPr id="3" name="ノート プレースホルダー 2">
            <a:extLst>
              <a:ext uri="{FF2B5EF4-FFF2-40B4-BE49-F238E27FC236}">
                <a16:creationId xmlns:a16="http://schemas.microsoft.com/office/drawing/2014/main" id="{304A5354-23E1-E051-EE7D-5E49EBB9EA8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8C2DC9E-71AE-5545-EB24-EB8A37D9CB1F}"/>
              </a:ext>
            </a:extLst>
          </p:cNvPr>
          <p:cNvSpPr>
            <a:spLocks noGrp="1"/>
          </p:cNvSpPr>
          <p:nvPr>
            <p:ph type="sldNum" sz="quarter" idx="10"/>
          </p:nvPr>
        </p:nvSpPr>
        <p:spPr/>
        <p:txBody>
          <a:bodyPr/>
          <a:lstStyle/>
          <a:p>
            <a:fld id="{A99845E0-A25D-4F8F-9B6F-4821987250A4}" type="slidenum">
              <a:rPr lang="ja-JP" altLang="en-US" smtClean="0">
                <a:solidFill>
                  <a:prstClr val="black"/>
                </a:solidFill>
              </a:rPr>
              <a:pPr/>
              <a:t>2</a:t>
            </a:fld>
            <a:endParaRPr lang="ja-JP" altLang="en-US" dirty="0">
              <a:solidFill>
                <a:prstClr val="black"/>
              </a:solidFill>
            </a:endParaRPr>
          </a:p>
        </p:txBody>
      </p:sp>
    </p:spTree>
    <p:extLst>
      <p:ext uri="{BB962C8B-B14F-4D97-AF65-F5344CB8AC3E}">
        <p14:creationId xmlns:p14="http://schemas.microsoft.com/office/powerpoint/2010/main" val="4278067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5" name="スライド番号プレースホルダー 4"/>
          <p:cNvSpPr>
            <a:spLocks noGrp="1"/>
          </p:cNvSpPr>
          <p:nvPr>
            <p:ph type="sldNum" sz="quarter" idx="10"/>
          </p:nvPr>
        </p:nvSpPr>
        <p:spPr/>
        <p:txBody>
          <a:bodyPr/>
          <a:lstStyle/>
          <a:p>
            <a:fld id="{17E1C080-1BAF-4398-8EB1-E07E84F29792}" type="slidenum">
              <a:rPr kumimoji="1" lang="ja-JP" altLang="en-US" smtClean="0"/>
              <a:pPr/>
              <a:t>3</a:t>
            </a:fld>
            <a:endParaRPr kumimoji="1" lang="ja-JP" altLang="en-US"/>
          </a:p>
        </p:txBody>
      </p:sp>
    </p:spTree>
    <p:extLst>
      <p:ext uri="{BB962C8B-B14F-4D97-AF65-F5344CB8AC3E}">
        <p14:creationId xmlns:p14="http://schemas.microsoft.com/office/powerpoint/2010/main" val="3125055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5</a:t>
            </a:fld>
            <a:endParaRPr kumimoji="1" lang="ja-JP" altLang="en-US"/>
          </a:p>
        </p:txBody>
      </p:sp>
    </p:spTree>
    <p:extLst>
      <p:ext uri="{BB962C8B-B14F-4D97-AF65-F5344CB8AC3E}">
        <p14:creationId xmlns:p14="http://schemas.microsoft.com/office/powerpoint/2010/main" val="2644808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6</a:t>
            </a:fld>
            <a:endParaRPr kumimoji="1" lang="ja-JP" altLang="en-US"/>
          </a:p>
        </p:txBody>
      </p:sp>
    </p:spTree>
    <p:extLst>
      <p:ext uri="{BB962C8B-B14F-4D97-AF65-F5344CB8AC3E}">
        <p14:creationId xmlns:p14="http://schemas.microsoft.com/office/powerpoint/2010/main" val="796691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7</a:t>
            </a:fld>
            <a:endParaRPr kumimoji="1" lang="ja-JP" altLang="en-US"/>
          </a:p>
        </p:txBody>
      </p:sp>
    </p:spTree>
    <p:extLst>
      <p:ext uri="{BB962C8B-B14F-4D97-AF65-F5344CB8AC3E}">
        <p14:creationId xmlns:p14="http://schemas.microsoft.com/office/powerpoint/2010/main" val="4086701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8</a:t>
            </a:fld>
            <a:endParaRPr kumimoji="1" lang="ja-JP" altLang="en-US"/>
          </a:p>
        </p:txBody>
      </p:sp>
    </p:spTree>
    <p:extLst>
      <p:ext uri="{BB962C8B-B14F-4D97-AF65-F5344CB8AC3E}">
        <p14:creationId xmlns:p14="http://schemas.microsoft.com/office/powerpoint/2010/main" val="552859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20</a:t>
            </a:fld>
            <a:endParaRPr kumimoji="1" lang="ja-JP" altLang="en-US"/>
          </a:p>
        </p:txBody>
      </p:sp>
    </p:spTree>
    <p:extLst>
      <p:ext uri="{BB962C8B-B14F-4D97-AF65-F5344CB8AC3E}">
        <p14:creationId xmlns:p14="http://schemas.microsoft.com/office/powerpoint/2010/main" val="3976113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5" name="スライド番号プレースホルダー 4"/>
          <p:cNvSpPr>
            <a:spLocks noGrp="1"/>
          </p:cNvSpPr>
          <p:nvPr>
            <p:ph type="sldNum" sz="quarter" idx="10"/>
          </p:nvPr>
        </p:nvSpPr>
        <p:spPr/>
        <p:txBody>
          <a:bodyPr/>
          <a:lstStyle/>
          <a:p>
            <a:fld id="{17E1C080-1BAF-4398-8EB1-E07E84F29792}" type="slidenum">
              <a:rPr kumimoji="1" lang="ja-JP" altLang="en-US" smtClean="0"/>
              <a:pPr/>
              <a:t>21</a:t>
            </a:fld>
            <a:endParaRPr kumimoji="1" lang="ja-JP" altLang="en-US"/>
          </a:p>
        </p:txBody>
      </p:sp>
    </p:spTree>
    <p:extLst>
      <p:ext uri="{BB962C8B-B14F-4D97-AF65-F5344CB8AC3E}">
        <p14:creationId xmlns:p14="http://schemas.microsoft.com/office/powerpoint/2010/main" val="31250555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22</a:t>
            </a:fld>
            <a:endParaRPr kumimoji="1" lang="ja-JP" altLang="en-US"/>
          </a:p>
        </p:txBody>
      </p:sp>
    </p:spTree>
    <p:extLst>
      <p:ext uri="{BB962C8B-B14F-4D97-AF65-F5344CB8AC3E}">
        <p14:creationId xmlns:p14="http://schemas.microsoft.com/office/powerpoint/2010/main" val="2316186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23</a:t>
            </a:fld>
            <a:endParaRPr kumimoji="1" lang="ja-JP" altLang="en-US"/>
          </a:p>
        </p:txBody>
      </p:sp>
    </p:spTree>
    <p:extLst>
      <p:ext uri="{BB962C8B-B14F-4D97-AF65-F5344CB8AC3E}">
        <p14:creationId xmlns:p14="http://schemas.microsoft.com/office/powerpoint/2010/main" val="26448087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24</a:t>
            </a:fld>
            <a:endParaRPr kumimoji="1" lang="ja-JP" altLang="en-US"/>
          </a:p>
        </p:txBody>
      </p:sp>
    </p:spTree>
    <p:extLst>
      <p:ext uri="{BB962C8B-B14F-4D97-AF65-F5344CB8AC3E}">
        <p14:creationId xmlns:p14="http://schemas.microsoft.com/office/powerpoint/2010/main" val="33738667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25</a:t>
            </a:fld>
            <a:endParaRPr kumimoji="1" lang="ja-JP" altLang="en-US"/>
          </a:p>
        </p:txBody>
      </p:sp>
    </p:spTree>
    <p:extLst>
      <p:ext uri="{BB962C8B-B14F-4D97-AF65-F5344CB8AC3E}">
        <p14:creationId xmlns:p14="http://schemas.microsoft.com/office/powerpoint/2010/main" val="23392754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26</a:t>
            </a:fld>
            <a:endParaRPr kumimoji="1" lang="ja-JP" altLang="en-US"/>
          </a:p>
        </p:txBody>
      </p:sp>
    </p:spTree>
    <p:extLst>
      <p:ext uri="{BB962C8B-B14F-4D97-AF65-F5344CB8AC3E}">
        <p14:creationId xmlns:p14="http://schemas.microsoft.com/office/powerpoint/2010/main" val="26159924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27</a:t>
            </a:fld>
            <a:endParaRPr kumimoji="1" lang="ja-JP" altLang="en-US"/>
          </a:p>
        </p:txBody>
      </p:sp>
    </p:spTree>
    <p:extLst>
      <p:ext uri="{BB962C8B-B14F-4D97-AF65-F5344CB8AC3E}">
        <p14:creationId xmlns:p14="http://schemas.microsoft.com/office/powerpoint/2010/main" val="34732833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28</a:t>
            </a:fld>
            <a:endParaRPr kumimoji="1" lang="ja-JP" altLang="en-US"/>
          </a:p>
        </p:txBody>
      </p:sp>
    </p:spTree>
    <p:extLst>
      <p:ext uri="{BB962C8B-B14F-4D97-AF65-F5344CB8AC3E}">
        <p14:creationId xmlns:p14="http://schemas.microsoft.com/office/powerpoint/2010/main" val="41500991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29</a:t>
            </a:fld>
            <a:endParaRPr kumimoji="1" lang="ja-JP" altLang="en-US"/>
          </a:p>
        </p:txBody>
      </p:sp>
    </p:spTree>
    <p:extLst>
      <p:ext uri="{BB962C8B-B14F-4D97-AF65-F5344CB8AC3E}">
        <p14:creationId xmlns:p14="http://schemas.microsoft.com/office/powerpoint/2010/main" val="24176254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30</a:t>
            </a:fld>
            <a:endParaRPr kumimoji="1" lang="ja-JP" altLang="en-US"/>
          </a:p>
        </p:txBody>
      </p:sp>
    </p:spTree>
    <p:extLst>
      <p:ext uri="{BB962C8B-B14F-4D97-AF65-F5344CB8AC3E}">
        <p14:creationId xmlns:p14="http://schemas.microsoft.com/office/powerpoint/2010/main" val="16452163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31</a:t>
            </a:fld>
            <a:endParaRPr kumimoji="1" lang="ja-JP" altLang="en-US"/>
          </a:p>
        </p:txBody>
      </p:sp>
    </p:spTree>
    <p:extLst>
      <p:ext uri="{BB962C8B-B14F-4D97-AF65-F5344CB8AC3E}">
        <p14:creationId xmlns:p14="http://schemas.microsoft.com/office/powerpoint/2010/main" val="22870992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D6D6A56-9D20-4FE5-A1FA-9B52A37DE55F}" type="slidenum">
              <a:rPr kumimoji="1" lang="ja-JP" altLang="en-US" smtClean="0"/>
              <a:t>32</a:t>
            </a:fld>
            <a:endParaRPr kumimoji="1" lang="ja-JP" altLang="en-US"/>
          </a:p>
        </p:txBody>
      </p:sp>
    </p:spTree>
    <p:extLst>
      <p:ext uri="{BB962C8B-B14F-4D97-AF65-F5344CB8AC3E}">
        <p14:creationId xmlns:p14="http://schemas.microsoft.com/office/powerpoint/2010/main" val="11977434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9" name="正方形/長方形 8"/>
          <p:cNvSpPr/>
          <p:nvPr/>
        </p:nvSpPr>
        <p:spPr>
          <a:xfrm>
            <a:off x="0" y="3717033"/>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2" name="タイトル 1"/>
          <p:cNvSpPr>
            <a:spLocks noGrp="1"/>
          </p:cNvSpPr>
          <p:nvPr>
            <p:ph type="ctrTitle"/>
          </p:nvPr>
        </p:nvSpPr>
        <p:spPr>
          <a:xfrm>
            <a:off x="685800" y="2130426"/>
            <a:ext cx="7772400" cy="1470025"/>
          </a:xfrm>
        </p:spPr>
        <p:txBody>
          <a:bodyPr/>
          <a:lstStyle>
            <a:lvl1pPr>
              <a:defRPr>
                <a:latin typeface="メイリオ" pitchFamily="50" charset="-128"/>
                <a:ea typeface="メイリオ" pitchFamily="50" charset="-128"/>
                <a:cs typeface="メイリオ" pitchFamily="50" charset="-128"/>
              </a:defRPr>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1371600" y="3886201"/>
            <a:ext cx="6400800" cy="1752600"/>
          </a:xfrm>
        </p:spPr>
        <p:txBody>
          <a:bodyPr>
            <a:normAutofit/>
          </a:bodyPr>
          <a:lstStyle>
            <a:lvl1pPr marL="0" indent="0" algn="ctr">
              <a:buNone/>
              <a:defRPr sz="2800">
                <a:solidFill>
                  <a:schemeClr val="tx1">
                    <a:tint val="75000"/>
                  </a:schemeClr>
                </a:solidFill>
                <a:latin typeface="メイリオ" pitchFamily="50" charset="-128"/>
                <a:ea typeface="メイリオ" pitchFamily="50" charset="-128"/>
                <a:cs typeface="メイリオ" pitchFamily="50" charset="-128"/>
              </a:defRPr>
            </a:lvl1pPr>
            <a:lvl2pPr marL="457162" indent="0" algn="ctr">
              <a:buNone/>
              <a:defRPr>
                <a:solidFill>
                  <a:schemeClr val="tx1">
                    <a:tint val="75000"/>
                  </a:schemeClr>
                </a:solidFill>
              </a:defRPr>
            </a:lvl2pPr>
            <a:lvl3pPr marL="914325" indent="0" algn="ctr">
              <a:buNone/>
              <a:defRPr>
                <a:solidFill>
                  <a:schemeClr val="tx1">
                    <a:tint val="75000"/>
                  </a:schemeClr>
                </a:solidFill>
              </a:defRPr>
            </a:lvl3pPr>
            <a:lvl4pPr marL="1371487" indent="0" algn="ctr">
              <a:buNone/>
              <a:defRPr>
                <a:solidFill>
                  <a:schemeClr val="tx1">
                    <a:tint val="75000"/>
                  </a:schemeClr>
                </a:solidFill>
              </a:defRPr>
            </a:lvl4pPr>
            <a:lvl5pPr marL="1828650" indent="0" algn="ctr">
              <a:buNone/>
              <a:defRPr>
                <a:solidFill>
                  <a:schemeClr val="tx1">
                    <a:tint val="75000"/>
                  </a:schemeClr>
                </a:solidFill>
              </a:defRPr>
            </a:lvl5pPr>
            <a:lvl6pPr marL="2285811" indent="0" algn="ctr">
              <a:buNone/>
              <a:defRPr>
                <a:solidFill>
                  <a:schemeClr val="tx1">
                    <a:tint val="75000"/>
                  </a:schemeClr>
                </a:solidFill>
              </a:defRPr>
            </a:lvl6pPr>
            <a:lvl7pPr marL="2742974" indent="0" algn="ctr">
              <a:buNone/>
              <a:defRPr>
                <a:solidFill>
                  <a:schemeClr val="tx1">
                    <a:tint val="75000"/>
                  </a:schemeClr>
                </a:solidFill>
              </a:defRPr>
            </a:lvl7pPr>
            <a:lvl8pPr marL="3200136" indent="0" algn="ctr">
              <a:buNone/>
              <a:defRPr>
                <a:solidFill>
                  <a:schemeClr val="tx1">
                    <a:tint val="75000"/>
                  </a:schemeClr>
                </a:solidFill>
              </a:defRPr>
            </a:lvl8pPr>
            <a:lvl9pPr marL="3657299"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lvl1pPr>
              <a:defRPr>
                <a:latin typeface="メイリオ" pitchFamily="50" charset="-128"/>
                <a:ea typeface="メイリオ" pitchFamily="50" charset="-128"/>
                <a:cs typeface="メイリオ" pitchFamily="50" charset="-128"/>
              </a:defRPr>
            </a:lvl1pPr>
          </a:lstStyle>
          <a:p>
            <a:fld id="{F98E7E66-5DC5-47F0-A47C-D895FFE9441B}" type="datetime1">
              <a:rPr lang="ja-JP" altLang="en-US" smtClean="0">
                <a:solidFill>
                  <a:prstClr val="black">
                    <a:tint val="75000"/>
                  </a:prstClr>
                </a:solidFill>
              </a:rPr>
              <a:pPr/>
              <a:t>2025/4/8</a:t>
            </a:fld>
            <a:endParaRPr lang="ja-JP" altLang="en-US">
              <a:solidFill>
                <a:prstClr val="black">
                  <a:tint val="75000"/>
                </a:prstClr>
              </a:solidFill>
            </a:endParaRPr>
          </a:p>
        </p:txBody>
      </p:sp>
      <p:sp>
        <p:nvSpPr>
          <p:cNvPr id="5" name="フッター プレースホルダー 4"/>
          <p:cNvSpPr>
            <a:spLocks noGrp="1"/>
          </p:cNvSpPr>
          <p:nvPr>
            <p:ph type="ftr" sz="quarter" idx="11"/>
          </p:nvPr>
        </p:nvSpPr>
        <p:spPr/>
        <p:txBody>
          <a:bodyPr/>
          <a:lstStyle>
            <a:lvl1pPr>
              <a:defRPr>
                <a:latin typeface="メイリオ" pitchFamily="50" charset="-128"/>
                <a:ea typeface="メイリオ" pitchFamily="50" charset="-128"/>
                <a:cs typeface="メイリオ" pitchFamily="50" charset="-128"/>
              </a:defRPr>
            </a:lvl1pPr>
          </a:lstStyle>
          <a:p>
            <a:endParaRPr lang="ja-JP" altLang="en-US">
              <a:solidFill>
                <a:prstClr val="black">
                  <a:tint val="75000"/>
                </a:prstClr>
              </a:solidFill>
            </a:endParaRPr>
          </a:p>
        </p:txBody>
      </p:sp>
      <p:sp>
        <p:nvSpPr>
          <p:cNvPr id="6" name="スライド番号プレースホルダー 5"/>
          <p:cNvSpPr>
            <a:spLocks noGrp="1"/>
          </p:cNvSpPr>
          <p:nvPr>
            <p:ph type="sldNum" sz="quarter" idx="12"/>
          </p:nvPr>
        </p:nvSpPr>
        <p:spPr/>
        <p:txBody>
          <a:bodyPr/>
          <a:lstStyle>
            <a:lvl1pPr>
              <a:defRPr>
                <a:latin typeface="メイリオ" pitchFamily="50" charset="-128"/>
                <a:ea typeface="メイリオ" pitchFamily="50" charset="-128"/>
                <a:cs typeface="メイリオ" pitchFamily="50" charset="-128"/>
              </a:defRPr>
            </a:lvl1pPr>
          </a:lstStyle>
          <a:p>
            <a:fld id="{7EF51226-DA47-428C-90A9-01D7D9FFCEA2}" type="slidenum">
              <a:rPr lang="ja-JP" altLang="en-US" smtClean="0">
                <a:solidFill>
                  <a:prstClr val="black">
                    <a:tint val="75000"/>
                  </a:prstClr>
                </a:solidFill>
              </a:rPr>
              <a:pPr/>
              <a:t>‹#›</a:t>
            </a:fld>
            <a:endParaRPr lang="ja-JP" altLang="en-US" dirty="0">
              <a:solidFill>
                <a:prstClr val="black">
                  <a:tint val="75000"/>
                </a:prstClr>
              </a:solidFill>
            </a:endParaRPr>
          </a:p>
        </p:txBody>
      </p:sp>
      <p:pic>
        <p:nvPicPr>
          <p:cNvPr id="7" name="図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183411"/>
            <a:ext cx="713232" cy="262128"/>
          </a:xfrm>
          <a:prstGeom prst="rect">
            <a:avLst/>
          </a:prstGeom>
        </p:spPr>
      </p:pic>
      <p:sp>
        <p:nvSpPr>
          <p:cNvPr id="8" name="正方形/長方形 7"/>
          <p:cNvSpPr/>
          <p:nvPr/>
        </p:nvSpPr>
        <p:spPr>
          <a:xfrm>
            <a:off x="0" y="3658435"/>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Tree>
    <p:extLst>
      <p:ext uri="{BB962C8B-B14F-4D97-AF65-F5344CB8AC3E}">
        <p14:creationId xmlns:p14="http://schemas.microsoft.com/office/powerpoint/2010/main" val="4091317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251520" y="188640"/>
            <a:ext cx="8229600" cy="562074"/>
          </a:xfrm>
        </p:spPr>
        <p:txBody>
          <a:bodyPr>
            <a:noAutofit/>
          </a:bodyPr>
          <a:lstStyle>
            <a:lvl1pPr algn="l">
              <a:defRPr sz="4000"/>
            </a:lvl1p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C21655DC-E6D3-4EDA-9F8F-A65FA8BCFFBE}" type="datetime1">
              <a:rPr lang="ja-JP" altLang="en-US" smtClean="0">
                <a:solidFill>
                  <a:prstClr val="black">
                    <a:tint val="75000"/>
                  </a:prstClr>
                </a:solidFill>
              </a:rPr>
              <a:pPr/>
              <a:t>2025/4/8</a:t>
            </a:fld>
            <a:endParaRPr lang="ja-JP" altLang="en-US">
              <a:solidFill>
                <a:prstClr val="black">
                  <a:tint val="75000"/>
                </a:prstClr>
              </a:solidFill>
            </a:endParaRPr>
          </a:p>
        </p:txBody>
      </p:sp>
      <p:sp>
        <p:nvSpPr>
          <p:cNvPr id="5" name="フッター プレースホルダー 4"/>
          <p:cNvSpPr>
            <a:spLocks noGrp="1"/>
          </p:cNvSpPr>
          <p:nvPr>
            <p:ph type="ftr" sz="quarter" idx="11"/>
          </p:nvPr>
        </p:nvSpPr>
        <p:spPr/>
        <p:txBody>
          <a:bodyPr/>
          <a:lstStyle/>
          <a:p>
            <a:endParaRPr lang="ja-JP" altLang="en-US">
              <a:solidFill>
                <a:prstClr val="black">
                  <a:tint val="75000"/>
                </a:prstClr>
              </a:solidFill>
            </a:endParaRPr>
          </a:p>
        </p:txBody>
      </p:sp>
      <p:sp>
        <p:nvSpPr>
          <p:cNvPr id="6" name="スライド番号プレースホルダー 5"/>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7" name="正方形/長方形 6"/>
          <p:cNvSpPr/>
          <p:nvPr userDrawn="1"/>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8" name="正方形/長方形 7"/>
          <p:cNvSpPr/>
          <p:nvPr userDrawn="1"/>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9" name="図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1358464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pPr defTabSz="914325"/>
            <a:fld id="{BAFBE6EB-1CEC-4F1A-88BB-F7176E759EF3}" type="datetime1">
              <a:rPr lang="ja-JP" altLang="en-US" smtClean="0">
                <a:solidFill>
                  <a:prstClr val="black">
                    <a:tint val="75000"/>
                  </a:prstClr>
                </a:solidFill>
              </a:rPr>
              <a:pPr defTabSz="914325"/>
              <a:t>2025/4/8</a:t>
            </a:fld>
            <a:endParaRPr lang="ja-JP" altLang="en-US">
              <a:solidFill>
                <a:prstClr val="black">
                  <a:tint val="75000"/>
                </a:prstClr>
              </a:solidFill>
            </a:endParaRPr>
          </a:p>
        </p:txBody>
      </p:sp>
      <p:sp>
        <p:nvSpPr>
          <p:cNvPr id="4" name="フッター プレースホルダー 3"/>
          <p:cNvSpPr>
            <a:spLocks noGrp="1"/>
          </p:cNvSpPr>
          <p:nvPr>
            <p:ph type="ftr" sz="quarter" idx="11"/>
          </p:nvPr>
        </p:nvSpPr>
        <p:spPr/>
        <p:txBody>
          <a:bodyPr/>
          <a:lstStyle/>
          <a:p>
            <a:pPr defTabSz="914325"/>
            <a:endParaRPr lang="ja-JP" altLang="en-US">
              <a:solidFill>
                <a:prstClr val="black">
                  <a:tint val="75000"/>
                </a:prstClr>
              </a:solidFill>
            </a:endParaRPr>
          </a:p>
        </p:txBody>
      </p:sp>
      <p:sp>
        <p:nvSpPr>
          <p:cNvPr id="5" name="スライド番号プレースホルダー 4"/>
          <p:cNvSpPr>
            <a:spLocks noGrp="1"/>
          </p:cNvSpPr>
          <p:nvPr>
            <p:ph type="sldNum" sz="quarter" idx="12"/>
          </p:nvPr>
        </p:nvSpPr>
        <p:spPr/>
        <p:txBody>
          <a:bodyPr/>
          <a:lstStyle/>
          <a:p>
            <a:pPr defTabSz="914325"/>
            <a:fld id="{7EF51226-DA47-428C-90A9-01D7D9FFCEA2}" type="slidenum">
              <a:rPr lang="ja-JP" altLang="en-US" smtClean="0">
                <a:solidFill>
                  <a:prstClr val="black">
                    <a:tint val="75000"/>
                  </a:prstClr>
                </a:solidFill>
              </a:rPr>
              <a:pPr defTabSz="914325"/>
              <a:t>‹#›</a:t>
            </a:fld>
            <a:endParaRPr lang="ja-JP" altLang="en-US">
              <a:solidFill>
                <a:prstClr val="black">
                  <a:tint val="75000"/>
                </a:prstClr>
              </a:solidFill>
            </a:endParaRPr>
          </a:p>
        </p:txBody>
      </p:sp>
    </p:spTree>
    <p:extLst>
      <p:ext uri="{BB962C8B-B14F-4D97-AF65-F5344CB8AC3E}">
        <p14:creationId xmlns:p14="http://schemas.microsoft.com/office/powerpoint/2010/main" val="3023845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pPr defTabSz="914325"/>
            <a:fld id="{BAFBE6EB-1CEC-4F1A-88BB-F7176E759EF3}" type="datetime1">
              <a:rPr lang="ja-JP" altLang="en-US" smtClean="0">
                <a:solidFill>
                  <a:prstClr val="black">
                    <a:tint val="75000"/>
                  </a:prstClr>
                </a:solidFill>
              </a:rPr>
              <a:pPr defTabSz="914325"/>
              <a:t>2025/4/8</a:t>
            </a:fld>
            <a:endParaRPr lang="ja-JP" altLang="en-US">
              <a:solidFill>
                <a:prstClr val="black">
                  <a:tint val="75000"/>
                </a:prstClr>
              </a:solidFill>
            </a:endParaRPr>
          </a:p>
        </p:txBody>
      </p:sp>
      <p:sp>
        <p:nvSpPr>
          <p:cNvPr id="4" name="フッター プレースホルダー 3"/>
          <p:cNvSpPr>
            <a:spLocks noGrp="1"/>
          </p:cNvSpPr>
          <p:nvPr>
            <p:ph type="ftr" sz="quarter" idx="11"/>
          </p:nvPr>
        </p:nvSpPr>
        <p:spPr/>
        <p:txBody>
          <a:bodyPr/>
          <a:lstStyle/>
          <a:p>
            <a:pPr defTabSz="914325"/>
            <a:endParaRPr lang="ja-JP" altLang="en-US">
              <a:solidFill>
                <a:prstClr val="black">
                  <a:tint val="75000"/>
                </a:prstClr>
              </a:solidFill>
            </a:endParaRPr>
          </a:p>
        </p:txBody>
      </p:sp>
      <p:sp>
        <p:nvSpPr>
          <p:cNvPr id="5" name="スライド番号プレースホルダー 4"/>
          <p:cNvSpPr>
            <a:spLocks noGrp="1"/>
          </p:cNvSpPr>
          <p:nvPr>
            <p:ph type="sldNum" sz="quarter" idx="12"/>
          </p:nvPr>
        </p:nvSpPr>
        <p:spPr/>
        <p:txBody>
          <a:bodyPr/>
          <a:lstStyle/>
          <a:p>
            <a:pPr defTabSz="914325"/>
            <a:fld id="{7EF51226-DA47-428C-90A9-01D7D9FFCEA2}" type="slidenum">
              <a:rPr lang="ja-JP" altLang="en-US" smtClean="0">
                <a:solidFill>
                  <a:prstClr val="black">
                    <a:tint val="75000"/>
                  </a:prstClr>
                </a:solidFill>
              </a:rPr>
              <a:pPr defTabSz="914325"/>
              <a:t>‹#›</a:t>
            </a:fld>
            <a:endParaRPr lang="ja-JP" altLang="en-US">
              <a:solidFill>
                <a:prstClr val="black">
                  <a:tint val="75000"/>
                </a:prstClr>
              </a:solidFill>
            </a:endParaRPr>
          </a:p>
        </p:txBody>
      </p:sp>
    </p:spTree>
    <p:extLst>
      <p:ext uri="{BB962C8B-B14F-4D97-AF65-F5344CB8AC3E}">
        <p14:creationId xmlns:p14="http://schemas.microsoft.com/office/powerpoint/2010/main" val="3289303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マスター タイトルの書式設定</a:t>
            </a:r>
            <a:endParaRPr kumimoji="1" lang="ja-JP" altLang="en-US" dirty="0"/>
          </a:p>
        </p:txBody>
      </p:sp>
      <p:sp>
        <p:nvSpPr>
          <p:cNvPr id="3" name="テキスト プレースホルダー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162" indent="0">
              <a:buNone/>
              <a:defRPr sz="1800">
                <a:solidFill>
                  <a:schemeClr val="tx1">
                    <a:tint val="75000"/>
                  </a:schemeClr>
                </a:solidFill>
              </a:defRPr>
            </a:lvl2pPr>
            <a:lvl3pPr marL="914325" indent="0">
              <a:buNone/>
              <a:defRPr sz="1600">
                <a:solidFill>
                  <a:schemeClr val="tx1">
                    <a:tint val="75000"/>
                  </a:schemeClr>
                </a:solidFill>
              </a:defRPr>
            </a:lvl3pPr>
            <a:lvl4pPr marL="1371487" indent="0">
              <a:buNone/>
              <a:defRPr sz="1400">
                <a:solidFill>
                  <a:schemeClr val="tx1">
                    <a:tint val="75000"/>
                  </a:schemeClr>
                </a:solidFill>
              </a:defRPr>
            </a:lvl4pPr>
            <a:lvl5pPr marL="1828650" indent="0">
              <a:buNone/>
              <a:defRPr sz="1400">
                <a:solidFill>
                  <a:schemeClr val="tx1">
                    <a:tint val="75000"/>
                  </a:schemeClr>
                </a:solidFill>
              </a:defRPr>
            </a:lvl5pPr>
            <a:lvl6pPr marL="2285811" indent="0">
              <a:buNone/>
              <a:defRPr sz="1400">
                <a:solidFill>
                  <a:schemeClr val="tx1">
                    <a:tint val="75000"/>
                  </a:schemeClr>
                </a:solidFill>
              </a:defRPr>
            </a:lvl6pPr>
            <a:lvl7pPr marL="2742974" indent="0">
              <a:buNone/>
              <a:defRPr sz="1400">
                <a:solidFill>
                  <a:schemeClr val="tx1">
                    <a:tint val="75000"/>
                  </a:schemeClr>
                </a:solidFill>
              </a:defRPr>
            </a:lvl7pPr>
            <a:lvl8pPr marL="3200136" indent="0">
              <a:buNone/>
              <a:defRPr sz="1400">
                <a:solidFill>
                  <a:schemeClr val="tx1">
                    <a:tint val="75000"/>
                  </a:schemeClr>
                </a:solidFill>
              </a:defRPr>
            </a:lvl8pPr>
            <a:lvl9pPr marL="3657299"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883D8CF6-D4CE-4B93-94E9-61FC1C15347F}" type="datetime1">
              <a:rPr lang="ja-JP" altLang="en-US" smtClean="0">
                <a:solidFill>
                  <a:prstClr val="black">
                    <a:tint val="75000"/>
                  </a:prstClr>
                </a:solidFill>
              </a:rPr>
              <a:pPr/>
              <a:t>2025/4/8</a:t>
            </a:fld>
            <a:endParaRPr lang="ja-JP" altLang="en-US">
              <a:solidFill>
                <a:prstClr val="black">
                  <a:tint val="75000"/>
                </a:prstClr>
              </a:solidFill>
            </a:endParaRPr>
          </a:p>
        </p:txBody>
      </p:sp>
      <p:sp>
        <p:nvSpPr>
          <p:cNvPr id="5" name="フッター プレースホルダー 4"/>
          <p:cNvSpPr>
            <a:spLocks noGrp="1"/>
          </p:cNvSpPr>
          <p:nvPr>
            <p:ph type="ftr" sz="quarter" idx="11"/>
          </p:nvPr>
        </p:nvSpPr>
        <p:spPr/>
        <p:txBody>
          <a:bodyPr/>
          <a:lstStyle/>
          <a:p>
            <a:endParaRPr lang="ja-JP" altLang="en-US">
              <a:solidFill>
                <a:prstClr val="black">
                  <a:tint val="75000"/>
                </a:prstClr>
              </a:solidFill>
            </a:endParaRPr>
          </a:p>
        </p:txBody>
      </p:sp>
      <p:sp>
        <p:nvSpPr>
          <p:cNvPr id="6" name="スライド番号プレースホルダー 5"/>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7" name="正方形/長方形 6"/>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8" name="正方形/長方形 7"/>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9" name="図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4156716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83DECB7B-2937-4752-B5A5-5534FD267DE9}" type="datetime1">
              <a:rPr lang="ja-JP" altLang="en-US" smtClean="0">
                <a:solidFill>
                  <a:prstClr val="black">
                    <a:tint val="75000"/>
                  </a:prstClr>
                </a:solidFill>
              </a:rPr>
              <a:pPr/>
              <a:t>2025/4/8</a:t>
            </a:fld>
            <a:endParaRPr lang="ja-JP" altLang="en-US">
              <a:solidFill>
                <a:prstClr val="black">
                  <a:tint val="75000"/>
                </a:prstClr>
              </a:solidFill>
            </a:endParaRPr>
          </a:p>
        </p:txBody>
      </p:sp>
      <p:sp>
        <p:nvSpPr>
          <p:cNvPr id="6" name="フッター プレースホルダー 5"/>
          <p:cNvSpPr>
            <a:spLocks noGrp="1"/>
          </p:cNvSpPr>
          <p:nvPr>
            <p:ph type="ftr" sz="quarter" idx="11"/>
          </p:nvPr>
        </p:nvSpPr>
        <p:spPr/>
        <p:txBody>
          <a:bodyPr/>
          <a:lstStyle/>
          <a:p>
            <a:endParaRPr lang="ja-JP" altLang="en-US">
              <a:solidFill>
                <a:prstClr val="black">
                  <a:tint val="75000"/>
                </a:prstClr>
              </a:solidFill>
            </a:endParaRPr>
          </a:p>
        </p:txBody>
      </p:sp>
      <p:sp>
        <p:nvSpPr>
          <p:cNvPr id="7" name="スライド番号プレースホルダー 6"/>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8" name="正方形/長方形 7"/>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9" name="正方形/長方形 8"/>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10" name="図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4066980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162" indent="0">
              <a:buNone/>
              <a:defRPr sz="2000" b="1"/>
            </a:lvl2pPr>
            <a:lvl3pPr marL="914325" indent="0">
              <a:buNone/>
              <a:defRPr sz="1800" b="1"/>
            </a:lvl3pPr>
            <a:lvl4pPr marL="1371487" indent="0">
              <a:buNone/>
              <a:defRPr sz="1600" b="1"/>
            </a:lvl4pPr>
            <a:lvl5pPr marL="1828650" indent="0">
              <a:buNone/>
              <a:defRPr sz="1600" b="1"/>
            </a:lvl5pPr>
            <a:lvl6pPr marL="2285811" indent="0">
              <a:buNone/>
              <a:defRPr sz="1600" b="1"/>
            </a:lvl6pPr>
            <a:lvl7pPr marL="2742974" indent="0">
              <a:buNone/>
              <a:defRPr sz="1600" b="1"/>
            </a:lvl7pPr>
            <a:lvl8pPr marL="3200136" indent="0">
              <a:buNone/>
              <a:defRPr sz="1600" b="1"/>
            </a:lvl8pPr>
            <a:lvl9pPr marL="3657299"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45026" y="1535113"/>
            <a:ext cx="4041775" cy="639762"/>
          </a:xfrm>
        </p:spPr>
        <p:txBody>
          <a:bodyPr anchor="b"/>
          <a:lstStyle>
            <a:lvl1pPr marL="0" indent="0">
              <a:buNone/>
              <a:defRPr sz="2400" b="1"/>
            </a:lvl1pPr>
            <a:lvl2pPr marL="457162" indent="0">
              <a:buNone/>
              <a:defRPr sz="2000" b="1"/>
            </a:lvl2pPr>
            <a:lvl3pPr marL="914325" indent="0">
              <a:buNone/>
              <a:defRPr sz="1800" b="1"/>
            </a:lvl3pPr>
            <a:lvl4pPr marL="1371487" indent="0">
              <a:buNone/>
              <a:defRPr sz="1600" b="1"/>
            </a:lvl4pPr>
            <a:lvl5pPr marL="1828650" indent="0">
              <a:buNone/>
              <a:defRPr sz="1600" b="1"/>
            </a:lvl5pPr>
            <a:lvl6pPr marL="2285811" indent="0">
              <a:buNone/>
              <a:defRPr sz="1600" b="1"/>
            </a:lvl6pPr>
            <a:lvl7pPr marL="2742974" indent="0">
              <a:buNone/>
              <a:defRPr sz="1600" b="1"/>
            </a:lvl7pPr>
            <a:lvl8pPr marL="3200136" indent="0">
              <a:buNone/>
              <a:defRPr sz="1600" b="1"/>
            </a:lvl8pPr>
            <a:lvl9pPr marL="3657299"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0A39BE25-239B-4F22-BC89-56B31AD745E6}" type="datetime1">
              <a:rPr lang="ja-JP" altLang="en-US" smtClean="0">
                <a:solidFill>
                  <a:prstClr val="black">
                    <a:tint val="75000"/>
                  </a:prstClr>
                </a:solidFill>
              </a:rPr>
              <a:pPr/>
              <a:t>2025/4/8</a:t>
            </a:fld>
            <a:endParaRPr lang="ja-JP" altLang="en-US">
              <a:solidFill>
                <a:prstClr val="black">
                  <a:tint val="75000"/>
                </a:prstClr>
              </a:solidFill>
            </a:endParaRPr>
          </a:p>
        </p:txBody>
      </p:sp>
      <p:sp>
        <p:nvSpPr>
          <p:cNvPr id="8" name="フッター プレースホルダー 7"/>
          <p:cNvSpPr>
            <a:spLocks noGrp="1"/>
          </p:cNvSpPr>
          <p:nvPr>
            <p:ph type="ftr" sz="quarter" idx="11"/>
          </p:nvPr>
        </p:nvSpPr>
        <p:spPr/>
        <p:txBody>
          <a:bodyPr/>
          <a:lstStyle/>
          <a:p>
            <a:endParaRPr lang="ja-JP" altLang="en-US">
              <a:solidFill>
                <a:prstClr val="black">
                  <a:tint val="75000"/>
                </a:prstClr>
              </a:solidFill>
            </a:endParaRPr>
          </a:p>
        </p:txBody>
      </p:sp>
      <p:sp>
        <p:nvSpPr>
          <p:cNvPr id="9" name="スライド番号プレースホルダー 8"/>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10" name="正方形/長方形 9"/>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11" name="正方形/長方形 10"/>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12" name="図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1069977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A91FD59B-0529-4F0A-AC1C-31F5FE96E54C}" type="datetime1">
              <a:rPr lang="ja-JP" altLang="en-US" smtClean="0">
                <a:solidFill>
                  <a:prstClr val="black">
                    <a:tint val="75000"/>
                  </a:prstClr>
                </a:solidFill>
              </a:rPr>
              <a:pPr/>
              <a:t>2025/4/8</a:t>
            </a:fld>
            <a:endParaRPr lang="ja-JP" altLang="en-US">
              <a:solidFill>
                <a:prstClr val="black">
                  <a:tint val="75000"/>
                </a:prstClr>
              </a:solidFill>
            </a:endParaRPr>
          </a:p>
        </p:txBody>
      </p:sp>
      <p:sp>
        <p:nvSpPr>
          <p:cNvPr id="4" name="フッター プレースホルダー 3"/>
          <p:cNvSpPr>
            <a:spLocks noGrp="1"/>
          </p:cNvSpPr>
          <p:nvPr>
            <p:ph type="ftr" sz="quarter" idx="11"/>
          </p:nvPr>
        </p:nvSpPr>
        <p:spPr/>
        <p:txBody>
          <a:bodyPr/>
          <a:lstStyle/>
          <a:p>
            <a:endParaRPr lang="ja-JP" altLang="en-US">
              <a:solidFill>
                <a:prstClr val="black">
                  <a:tint val="75000"/>
                </a:prstClr>
              </a:solidFill>
            </a:endParaRPr>
          </a:p>
        </p:txBody>
      </p:sp>
      <p:sp>
        <p:nvSpPr>
          <p:cNvPr id="5" name="スライド番号プレースホルダー 4"/>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6" name="正方形/長方形 5"/>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7" name="正方形/長方形 6"/>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8" name="図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1392650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77A05AD7-EFBD-467B-A229-56D93D416DD6}" type="datetime1">
              <a:rPr lang="ja-JP" altLang="en-US" smtClean="0">
                <a:solidFill>
                  <a:prstClr val="black">
                    <a:tint val="75000"/>
                  </a:prstClr>
                </a:solidFill>
              </a:rPr>
              <a:pPr/>
              <a:t>2025/4/8</a:t>
            </a:fld>
            <a:endParaRPr lang="ja-JP" altLang="en-US">
              <a:solidFill>
                <a:prstClr val="black">
                  <a:tint val="75000"/>
                </a:prstClr>
              </a:solidFill>
            </a:endParaRPr>
          </a:p>
        </p:txBody>
      </p:sp>
      <p:sp>
        <p:nvSpPr>
          <p:cNvPr id="3" name="フッター プレースホルダー 2"/>
          <p:cNvSpPr>
            <a:spLocks noGrp="1"/>
          </p:cNvSpPr>
          <p:nvPr>
            <p:ph type="ftr" sz="quarter" idx="11"/>
          </p:nvPr>
        </p:nvSpPr>
        <p:spPr/>
        <p:txBody>
          <a:bodyPr/>
          <a:lstStyle/>
          <a:p>
            <a:endParaRPr lang="ja-JP" altLang="en-US">
              <a:solidFill>
                <a:prstClr val="black">
                  <a:tint val="75000"/>
                </a:prstClr>
              </a:solidFill>
            </a:endParaRPr>
          </a:p>
        </p:txBody>
      </p:sp>
      <p:sp>
        <p:nvSpPr>
          <p:cNvPr id="4" name="スライド番号プレースホルダー 3"/>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5" name="正方形/長方形 4"/>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6" name="正方形/長方形 5"/>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7" name="図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3691013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1" y="273050"/>
            <a:ext cx="3008313"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57201" y="1435100"/>
            <a:ext cx="3008313" cy="4691063"/>
          </a:xfrm>
        </p:spPr>
        <p:txBody>
          <a:bodyPr/>
          <a:lstStyle>
            <a:lvl1pPr marL="0" indent="0">
              <a:buNone/>
              <a:defRPr sz="1400"/>
            </a:lvl1pPr>
            <a:lvl2pPr marL="457162" indent="0">
              <a:buNone/>
              <a:defRPr sz="1200"/>
            </a:lvl2pPr>
            <a:lvl3pPr marL="914325" indent="0">
              <a:buNone/>
              <a:defRPr sz="1000"/>
            </a:lvl3pPr>
            <a:lvl4pPr marL="1371487" indent="0">
              <a:buNone/>
              <a:defRPr sz="900"/>
            </a:lvl4pPr>
            <a:lvl5pPr marL="1828650" indent="0">
              <a:buNone/>
              <a:defRPr sz="900"/>
            </a:lvl5pPr>
            <a:lvl6pPr marL="2285811" indent="0">
              <a:buNone/>
              <a:defRPr sz="900"/>
            </a:lvl6pPr>
            <a:lvl7pPr marL="2742974" indent="0">
              <a:buNone/>
              <a:defRPr sz="900"/>
            </a:lvl7pPr>
            <a:lvl8pPr marL="3200136" indent="0">
              <a:buNone/>
              <a:defRPr sz="900"/>
            </a:lvl8pPr>
            <a:lvl9pPr marL="3657299"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791CA37-0F6F-4A80-8A05-676A5977E4BA}" type="datetime1">
              <a:rPr lang="ja-JP" altLang="en-US" smtClean="0">
                <a:solidFill>
                  <a:prstClr val="black">
                    <a:tint val="75000"/>
                  </a:prstClr>
                </a:solidFill>
              </a:rPr>
              <a:pPr/>
              <a:t>2025/4/8</a:t>
            </a:fld>
            <a:endParaRPr lang="ja-JP" altLang="en-US">
              <a:solidFill>
                <a:prstClr val="black">
                  <a:tint val="75000"/>
                </a:prstClr>
              </a:solidFill>
            </a:endParaRPr>
          </a:p>
        </p:txBody>
      </p:sp>
      <p:sp>
        <p:nvSpPr>
          <p:cNvPr id="6" name="フッター プレースホルダー 5"/>
          <p:cNvSpPr>
            <a:spLocks noGrp="1"/>
          </p:cNvSpPr>
          <p:nvPr>
            <p:ph type="ftr" sz="quarter" idx="11"/>
          </p:nvPr>
        </p:nvSpPr>
        <p:spPr/>
        <p:txBody>
          <a:bodyPr/>
          <a:lstStyle/>
          <a:p>
            <a:endParaRPr lang="ja-JP" altLang="en-US">
              <a:solidFill>
                <a:prstClr val="black">
                  <a:tint val="75000"/>
                </a:prstClr>
              </a:solidFill>
            </a:endParaRPr>
          </a:p>
        </p:txBody>
      </p:sp>
      <p:sp>
        <p:nvSpPr>
          <p:cNvPr id="7" name="スライド番号プレースホルダー 6"/>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8" name="正方形/長方形 7"/>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9" name="正方形/長方形 8"/>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10" name="図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2618947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162" indent="0">
              <a:buNone/>
              <a:defRPr sz="2800"/>
            </a:lvl2pPr>
            <a:lvl3pPr marL="914325" indent="0">
              <a:buNone/>
              <a:defRPr sz="2400"/>
            </a:lvl3pPr>
            <a:lvl4pPr marL="1371487" indent="0">
              <a:buNone/>
              <a:defRPr sz="2000"/>
            </a:lvl4pPr>
            <a:lvl5pPr marL="1828650" indent="0">
              <a:buNone/>
              <a:defRPr sz="2000"/>
            </a:lvl5pPr>
            <a:lvl6pPr marL="2285811" indent="0">
              <a:buNone/>
              <a:defRPr sz="2000"/>
            </a:lvl6pPr>
            <a:lvl7pPr marL="2742974" indent="0">
              <a:buNone/>
              <a:defRPr sz="2000"/>
            </a:lvl7pPr>
            <a:lvl8pPr marL="3200136" indent="0">
              <a:buNone/>
              <a:defRPr sz="2000"/>
            </a:lvl8pPr>
            <a:lvl9pPr marL="3657299" indent="0">
              <a:buNone/>
              <a:defRPr sz="2000"/>
            </a:lvl9pPr>
          </a:lstStyle>
          <a:p>
            <a:r>
              <a:rPr kumimoji="1" lang="ja-JP" altLang="en-US"/>
              <a:t>アイコンをクリックして図を追加</a:t>
            </a:r>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162" indent="0">
              <a:buNone/>
              <a:defRPr sz="1200"/>
            </a:lvl2pPr>
            <a:lvl3pPr marL="914325" indent="0">
              <a:buNone/>
              <a:defRPr sz="1000"/>
            </a:lvl3pPr>
            <a:lvl4pPr marL="1371487" indent="0">
              <a:buNone/>
              <a:defRPr sz="900"/>
            </a:lvl4pPr>
            <a:lvl5pPr marL="1828650" indent="0">
              <a:buNone/>
              <a:defRPr sz="900"/>
            </a:lvl5pPr>
            <a:lvl6pPr marL="2285811" indent="0">
              <a:buNone/>
              <a:defRPr sz="900"/>
            </a:lvl6pPr>
            <a:lvl7pPr marL="2742974" indent="0">
              <a:buNone/>
              <a:defRPr sz="900"/>
            </a:lvl7pPr>
            <a:lvl8pPr marL="3200136" indent="0">
              <a:buNone/>
              <a:defRPr sz="900"/>
            </a:lvl8pPr>
            <a:lvl9pPr marL="3657299"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F67B4C7B-9A88-45E7-989D-0D5562E770A7}" type="datetime1">
              <a:rPr lang="ja-JP" altLang="en-US" smtClean="0">
                <a:solidFill>
                  <a:prstClr val="black">
                    <a:tint val="75000"/>
                  </a:prstClr>
                </a:solidFill>
              </a:rPr>
              <a:pPr/>
              <a:t>2025/4/8</a:t>
            </a:fld>
            <a:endParaRPr lang="ja-JP" altLang="en-US">
              <a:solidFill>
                <a:prstClr val="black">
                  <a:tint val="75000"/>
                </a:prstClr>
              </a:solidFill>
            </a:endParaRPr>
          </a:p>
        </p:txBody>
      </p:sp>
      <p:sp>
        <p:nvSpPr>
          <p:cNvPr id="6" name="フッター プレースホルダー 5"/>
          <p:cNvSpPr>
            <a:spLocks noGrp="1"/>
          </p:cNvSpPr>
          <p:nvPr>
            <p:ph type="ftr" sz="quarter" idx="11"/>
          </p:nvPr>
        </p:nvSpPr>
        <p:spPr/>
        <p:txBody>
          <a:bodyPr/>
          <a:lstStyle/>
          <a:p>
            <a:endParaRPr lang="ja-JP" altLang="en-US">
              <a:solidFill>
                <a:prstClr val="black">
                  <a:tint val="75000"/>
                </a:prstClr>
              </a:solidFill>
            </a:endParaRPr>
          </a:p>
        </p:txBody>
      </p:sp>
      <p:sp>
        <p:nvSpPr>
          <p:cNvPr id="7" name="スライド番号プレースホルダー 6"/>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8" name="正方形/長方形 7"/>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9" name="正方形/長方形 8"/>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10" name="図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3022930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CD8487-2542-4F07-8131-B8BDEFC118FA}" type="datetime1">
              <a:rPr lang="ja-JP" altLang="en-US" smtClean="0">
                <a:solidFill>
                  <a:prstClr val="black">
                    <a:tint val="75000"/>
                  </a:prstClr>
                </a:solidFill>
              </a:rPr>
              <a:pPr/>
              <a:t>2025/4/8</a:t>
            </a:fld>
            <a:endParaRPr lang="ja-JP" altLang="en-US">
              <a:solidFill>
                <a:prstClr val="black">
                  <a:tint val="75000"/>
                </a:prstClr>
              </a:solidFill>
            </a:endParaRPr>
          </a:p>
        </p:txBody>
      </p:sp>
      <p:sp>
        <p:nvSpPr>
          <p:cNvPr id="5" name="フッター プレースホルダー 4"/>
          <p:cNvSpPr>
            <a:spLocks noGrp="1"/>
          </p:cNvSpPr>
          <p:nvPr>
            <p:ph type="ftr" sz="quarter" idx="11"/>
          </p:nvPr>
        </p:nvSpPr>
        <p:spPr/>
        <p:txBody>
          <a:bodyPr/>
          <a:lstStyle/>
          <a:p>
            <a:endParaRPr lang="ja-JP" altLang="en-US">
              <a:solidFill>
                <a:prstClr val="black">
                  <a:tint val="75000"/>
                </a:prstClr>
              </a:solidFill>
            </a:endParaRPr>
          </a:p>
        </p:txBody>
      </p:sp>
      <p:sp>
        <p:nvSpPr>
          <p:cNvPr id="6" name="スライド番号プレースホルダー 5"/>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7" name="正方形/長方形 6"/>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8" name="正方形/長方形 7"/>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9" name="図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8969023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8EB3DB28-47F4-4AE5-AEE8-969A8F0FF8D0}" type="datetime1">
              <a:rPr lang="ja-JP" altLang="en-US" smtClean="0">
                <a:solidFill>
                  <a:prstClr val="black">
                    <a:tint val="75000"/>
                  </a:prstClr>
                </a:solidFill>
              </a:rPr>
              <a:pPr/>
              <a:t>2025/4/8</a:t>
            </a:fld>
            <a:endParaRPr lang="ja-JP" altLang="en-US">
              <a:solidFill>
                <a:prstClr val="black">
                  <a:tint val="75000"/>
                </a:prstClr>
              </a:solidFill>
            </a:endParaRPr>
          </a:p>
        </p:txBody>
      </p:sp>
      <p:sp>
        <p:nvSpPr>
          <p:cNvPr id="5" name="フッター プレースホルダー 4"/>
          <p:cNvSpPr>
            <a:spLocks noGrp="1"/>
          </p:cNvSpPr>
          <p:nvPr>
            <p:ph type="ftr" sz="quarter" idx="11"/>
          </p:nvPr>
        </p:nvSpPr>
        <p:spPr/>
        <p:txBody>
          <a:bodyPr/>
          <a:lstStyle/>
          <a:p>
            <a:endParaRPr lang="ja-JP" altLang="en-US">
              <a:solidFill>
                <a:prstClr val="black">
                  <a:tint val="75000"/>
                </a:prstClr>
              </a:solidFill>
            </a:endParaRPr>
          </a:p>
        </p:txBody>
      </p:sp>
      <p:sp>
        <p:nvSpPr>
          <p:cNvPr id="6" name="スライド番号プレースホルダー 5"/>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7" name="正方形/長方形 6"/>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8" name="正方形/長方形 7"/>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9" name="図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16533251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700" b="0" i="0">
                <a:solidFill>
                  <a:schemeClr val="tx1"/>
                </a:solidFill>
                <a:latin typeface="Calibri"/>
                <a:cs typeface="Calibri"/>
              </a:defRPr>
            </a:lvl1pPr>
          </a:lstStyle>
          <a:p>
            <a:pPr marL="12700">
              <a:lnSpc>
                <a:spcPts val="760"/>
              </a:lnSpc>
            </a:pPr>
            <a:r>
              <a:rPr spc="-10" dirty="0"/>
              <a:t>Copyright(C)</a:t>
            </a:r>
            <a:r>
              <a:rPr spc="40" dirty="0"/>
              <a:t> </a:t>
            </a:r>
            <a:r>
              <a:rPr spc="-5" dirty="0"/>
              <a:t>MMInternational</a:t>
            </a:r>
            <a:r>
              <a:rPr spc="60" dirty="0"/>
              <a:t> </a:t>
            </a:r>
            <a:r>
              <a:rPr spc="-5" dirty="0"/>
              <a:t>Inc.</a:t>
            </a:r>
            <a:r>
              <a:rPr dirty="0"/>
              <a:t> </a:t>
            </a:r>
            <a:r>
              <a:rPr spc="-5" dirty="0"/>
              <a:t>All</a:t>
            </a:r>
            <a:r>
              <a:rPr spc="10" dirty="0"/>
              <a:t> </a:t>
            </a:r>
            <a:r>
              <a:rPr spc="-10" dirty="0"/>
              <a:t>rights</a:t>
            </a:r>
            <a:r>
              <a:rPr spc="35" dirty="0"/>
              <a:t> </a:t>
            </a:r>
            <a:r>
              <a:rPr spc="-5" dirty="0"/>
              <a:t>reserved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4/8/2025</a:t>
            </a:fld>
            <a:endParaRPr lang="en-US"/>
          </a:p>
        </p:txBody>
      </p:sp>
      <p:sp>
        <p:nvSpPr>
          <p:cNvPr id="4" name="Holder 4"/>
          <p:cNvSpPr>
            <a:spLocks noGrp="1"/>
          </p:cNvSpPr>
          <p:nvPr>
            <p:ph type="sldNum" sz="quarter" idx="7"/>
          </p:nvPr>
        </p:nvSpPr>
        <p:spPr/>
        <p:txBody>
          <a:bodyPr lIns="0" tIns="0" rIns="0" bIns="0"/>
          <a:lstStyle>
            <a:lvl1pPr>
              <a:defRPr sz="1050" b="0" i="0">
                <a:solidFill>
                  <a:schemeClr val="tx1"/>
                </a:solidFill>
                <a:latin typeface="MS UI Gothic"/>
                <a:cs typeface="MS UI Gothic"/>
              </a:defRPr>
            </a:lvl1pPr>
          </a:lstStyle>
          <a:p>
            <a:pPr marL="12700">
              <a:lnSpc>
                <a:spcPts val="1240"/>
              </a:lnSpc>
            </a:pPr>
            <a:r>
              <a:rPr spc="95" dirty="0"/>
              <a:t>－</a:t>
            </a:r>
            <a:fld id="{81D60167-4931-47E6-BA6A-407CBD079E47}" type="slidenum">
              <a:rPr spc="95" dirty="0"/>
              <a:t>‹#›</a:t>
            </a:fld>
            <a:r>
              <a:rPr spc="95" dirty="0"/>
              <a:t>－</a:t>
            </a:r>
          </a:p>
        </p:txBody>
      </p:sp>
    </p:spTree>
    <p:extLst>
      <p:ext uri="{BB962C8B-B14F-4D97-AF65-F5344CB8AC3E}">
        <p14:creationId xmlns:p14="http://schemas.microsoft.com/office/powerpoint/2010/main" val="8123075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738F980E-FF18-4E24-A0A6-DD4634AE14D0}" type="datetimeFigureOut">
              <a:rPr kumimoji="1" lang="ja-JP" altLang="en-US" smtClean="0"/>
              <a:t>2025/4/8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2396464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738F980E-FF18-4E24-A0A6-DD4634AE14D0}" type="datetimeFigureOut">
              <a:rPr kumimoji="1" lang="ja-JP" altLang="en-US" smtClean="0"/>
              <a:t>2025/4/8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2443003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738F980E-FF18-4E24-A0A6-DD4634AE14D0}" type="datetimeFigureOut">
              <a:rPr kumimoji="1" lang="ja-JP" altLang="en-US" smtClean="0"/>
              <a:t>2025/4/8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28094465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738F980E-FF18-4E24-A0A6-DD4634AE14D0}" type="datetimeFigureOut">
              <a:rPr kumimoji="1" lang="ja-JP" altLang="en-US" smtClean="0"/>
              <a:t>2025/4/8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10244737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738F980E-FF18-4E24-A0A6-DD4634AE14D0}" type="datetimeFigureOut">
              <a:rPr kumimoji="1" lang="ja-JP" altLang="en-US" smtClean="0"/>
              <a:t>2025/4/8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14123759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738F980E-FF18-4E24-A0A6-DD4634AE14D0}" type="datetimeFigureOut">
              <a:rPr kumimoji="1" lang="ja-JP" altLang="en-US" smtClean="0"/>
              <a:t>2025/4/8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2029063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738F980E-FF18-4E24-A0A6-DD4634AE14D0}" type="datetimeFigureOut">
              <a:rPr kumimoji="1" lang="ja-JP" altLang="en-US" smtClean="0"/>
              <a:t>2025/4/8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3015107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738F980E-FF18-4E24-A0A6-DD4634AE14D0}" type="datetimeFigureOut">
              <a:rPr kumimoji="1" lang="ja-JP" altLang="en-US" smtClean="0"/>
              <a:t>2025/4/8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34595669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738F980E-FF18-4E24-A0A6-DD4634AE14D0}" type="datetimeFigureOut">
              <a:rPr kumimoji="1" lang="ja-JP" altLang="en-US" smtClean="0"/>
              <a:t>2025/4/8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30017538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738F980E-FF18-4E24-A0A6-DD4634AE14D0}" type="datetimeFigureOut">
              <a:rPr kumimoji="1" lang="ja-JP" altLang="en-US" smtClean="0"/>
              <a:t>2025/4/8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27421496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738F980E-FF18-4E24-A0A6-DD4634AE14D0}" type="datetimeFigureOut">
              <a:rPr kumimoji="1" lang="ja-JP" altLang="en-US" smtClean="0"/>
              <a:t>2025/4/8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11815686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C3F829A3-21EE-40DE-96AB-F49D620B79E1}" type="datetimeFigureOut">
              <a:rPr kumimoji="1" lang="ja-JP" altLang="en-US" smtClean="0"/>
              <a:t>2025/4/8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31561690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C3F829A3-21EE-40DE-96AB-F49D620B79E1}" type="datetimeFigureOut">
              <a:rPr kumimoji="1" lang="ja-JP" altLang="en-US" smtClean="0"/>
              <a:t>2025/4/8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11618442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C3F829A3-21EE-40DE-96AB-F49D620B79E1}" type="datetimeFigureOut">
              <a:rPr kumimoji="1" lang="ja-JP" altLang="en-US" smtClean="0"/>
              <a:t>2025/4/8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41430106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C3F829A3-21EE-40DE-96AB-F49D620B79E1}" type="datetimeFigureOut">
              <a:rPr kumimoji="1" lang="ja-JP" altLang="en-US" smtClean="0"/>
              <a:t>2025/4/8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1455193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C3F829A3-21EE-40DE-96AB-F49D620B79E1}" type="datetimeFigureOut">
              <a:rPr kumimoji="1" lang="ja-JP" altLang="en-US" smtClean="0"/>
              <a:t>2025/4/8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34932193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C3F829A3-21EE-40DE-96AB-F49D620B79E1}" type="datetimeFigureOut">
              <a:rPr kumimoji="1" lang="ja-JP" altLang="en-US" smtClean="0"/>
              <a:t>2025/4/8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16281743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C3F829A3-21EE-40DE-96AB-F49D620B79E1}" type="datetimeFigureOut">
              <a:rPr kumimoji="1" lang="ja-JP" altLang="en-US" smtClean="0"/>
              <a:t>2025/4/8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34690380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C3F829A3-21EE-40DE-96AB-F49D620B79E1}" type="datetimeFigureOut">
              <a:rPr kumimoji="1" lang="ja-JP" altLang="en-US" smtClean="0"/>
              <a:t>2025/4/8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24484593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C3F829A3-21EE-40DE-96AB-F49D620B79E1}" type="datetimeFigureOut">
              <a:rPr kumimoji="1" lang="ja-JP" altLang="en-US" smtClean="0"/>
              <a:t>2025/4/8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32003962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C3F829A3-21EE-40DE-96AB-F49D620B79E1}" type="datetimeFigureOut">
              <a:rPr kumimoji="1" lang="ja-JP" altLang="en-US" smtClean="0"/>
              <a:t>2025/4/8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31990020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C3F829A3-21EE-40DE-96AB-F49D620B79E1}" type="datetimeFigureOut">
              <a:rPr kumimoji="1" lang="ja-JP" altLang="en-US" smtClean="0"/>
              <a:t>2025/4/8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2398579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テキスト ボックス 8"/>
          <p:cNvSpPr txBox="1"/>
          <p:nvPr/>
        </p:nvSpPr>
        <p:spPr>
          <a:xfrm>
            <a:off x="107504" y="6692756"/>
            <a:ext cx="5400600" cy="200049"/>
          </a:xfrm>
          <a:prstGeom prst="rect">
            <a:avLst/>
          </a:prstGeom>
          <a:noFill/>
        </p:spPr>
        <p:txBody>
          <a:bodyPr wrap="square" lIns="91432" tIns="45717" rIns="91432" bIns="45717" rtlCol="0">
            <a:spAutoFit/>
          </a:bodyPr>
          <a:lstStyle/>
          <a:p>
            <a:pPr defTabSz="914325"/>
            <a:r>
              <a:rPr lang="en-US" altLang="ja-JP" sz="700" dirty="0">
                <a:solidFill>
                  <a:prstClr val="black"/>
                </a:solidFill>
              </a:rPr>
              <a:t>Copyright(C) </a:t>
            </a:r>
            <a:r>
              <a:rPr lang="en-US" altLang="ja-JP" sz="700" dirty="0" err="1">
                <a:solidFill>
                  <a:prstClr val="black"/>
                </a:solidFill>
              </a:rPr>
              <a:t>MMInternational</a:t>
            </a:r>
            <a:r>
              <a:rPr lang="en-US" altLang="ja-JP" sz="700" dirty="0">
                <a:solidFill>
                  <a:prstClr val="black"/>
                </a:solidFill>
              </a:rPr>
              <a:t> Inc. All rights reserved</a:t>
            </a:r>
            <a:endParaRPr lang="ja-JP" altLang="en-US" sz="700" dirty="0">
              <a:solidFill>
                <a:prstClr val="black"/>
              </a:solidFill>
            </a:endParaRPr>
          </a:p>
        </p:txBody>
      </p:sp>
      <p:sp>
        <p:nvSpPr>
          <p:cNvPr id="2" name="タイトル プレースホルダー 1"/>
          <p:cNvSpPr>
            <a:spLocks noGrp="1"/>
          </p:cNvSpPr>
          <p:nvPr>
            <p:ph type="title"/>
          </p:nvPr>
        </p:nvSpPr>
        <p:spPr>
          <a:xfrm>
            <a:off x="457200" y="188641"/>
            <a:ext cx="8229600" cy="488719"/>
          </a:xfrm>
          <a:prstGeom prst="rect">
            <a:avLst/>
          </a:prstGeom>
        </p:spPr>
        <p:txBody>
          <a:bodyPr vert="horz" lIns="91432" tIns="45717" rIns="91432" bIns="45717"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457200" y="1600201"/>
            <a:ext cx="8229600" cy="4525963"/>
          </a:xfrm>
          <a:prstGeom prst="rect">
            <a:avLst/>
          </a:prstGeom>
        </p:spPr>
        <p:txBody>
          <a:bodyPr vert="horz" lIns="91432" tIns="45717" rIns="91432" bIns="45717"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57200" y="6240439"/>
            <a:ext cx="2133600" cy="365125"/>
          </a:xfrm>
          <a:prstGeom prst="rect">
            <a:avLst/>
          </a:prstGeom>
        </p:spPr>
        <p:txBody>
          <a:bodyPr vert="horz" lIns="91432" tIns="45717" rIns="91432" bIns="45717" rtlCol="0" anchor="ctr"/>
          <a:lstStyle>
            <a:lvl1pPr algn="l">
              <a:defRPr sz="1200">
                <a:solidFill>
                  <a:schemeClr val="tx1">
                    <a:tint val="75000"/>
                  </a:schemeClr>
                </a:solidFill>
              </a:defRPr>
            </a:lvl1pPr>
          </a:lstStyle>
          <a:p>
            <a:pPr defTabSz="914325"/>
            <a:fld id="{BAFBE6EB-1CEC-4F1A-88BB-F7176E759EF3}" type="datetime1">
              <a:rPr lang="ja-JP" altLang="en-US" smtClean="0">
                <a:solidFill>
                  <a:prstClr val="black">
                    <a:tint val="75000"/>
                  </a:prstClr>
                </a:solidFill>
              </a:rPr>
              <a:pPr defTabSz="914325"/>
              <a:t>2025/4/8</a:t>
            </a:fld>
            <a:endParaRPr lang="ja-JP" altLang="en-US">
              <a:solidFill>
                <a:prstClr val="black">
                  <a:tint val="75000"/>
                </a:prstClr>
              </a:solidFill>
            </a:endParaRPr>
          </a:p>
        </p:txBody>
      </p:sp>
      <p:sp>
        <p:nvSpPr>
          <p:cNvPr id="5" name="フッター プレースホルダー 4"/>
          <p:cNvSpPr>
            <a:spLocks noGrp="1"/>
          </p:cNvSpPr>
          <p:nvPr>
            <p:ph type="ftr" sz="quarter" idx="3"/>
          </p:nvPr>
        </p:nvSpPr>
        <p:spPr>
          <a:xfrm>
            <a:off x="3124200" y="6240439"/>
            <a:ext cx="2895600" cy="365125"/>
          </a:xfrm>
          <a:prstGeom prst="rect">
            <a:avLst/>
          </a:prstGeom>
        </p:spPr>
        <p:txBody>
          <a:bodyPr vert="horz" lIns="91432" tIns="45717" rIns="91432" bIns="45717" rtlCol="0" anchor="ctr"/>
          <a:lstStyle>
            <a:lvl1pPr algn="ctr">
              <a:defRPr sz="1200">
                <a:solidFill>
                  <a:schemeClr val="tx1">
                    <a:tint val="75000"/>
                  </a:schemeClr>
                </a:solidFill>
              </a:defRPr>
            </a:lvl1pPr>
          </a:lstStyle>
          <a:p>
            <a:pPr defTabSz="914325"/>
            <a:endParaRPr lang="ja-JP" altLang="en-US">
              <a:solidFill>
                <a:prstClr val="black">
                  <a:tint val="75000"/>
                </a:prstClr>
              </a:solidFill>
            </a:endParaRPr>
          </a:p>
        </p:txBody>
      </p:sp>
      <p:sp>
        <p:nvSpPr>
          <p:cNvPr id="6" name="スライド番号プレースホルダー 5"/>
          <p:cNvSpPr>
            <a:spLocks noGrp="1"/>
          </p:cNvSpPr>
          <p:nvPr>
            <p:ph type="sldNum" sz="quarter" idx="4"/>
          </p:nvPr>
        </p:nvSpPr>
        <p:spPr>
          <a:xfrm>
            <a:off x="6553200" y="6240439"/>
            <a:ext cx="2133600" cy="365125"/>
          </a:xfrm>
          <a:prstGeom prst="rect">
            <a:avLst/>
          </a:prstGeom>
        </p:spPr>
        <p:txBody>
          <a:bodyPr vert="horz" lIns="91432" tIns="45717" rIns="91432" bIns="45717" rtlCol="0" anchor="ctr"/>
          <a:lstStyle>
            <a:lvl1pPr algn="r">
              <a:defRPr sz="1200">
                <a:solidFill>
                  <a:schemeClr val="tx1">
                    <a:tint val="75000"/>
                  </a:schemeClr>
                </a:solidFill>
              </a:defRPr>
            </a:lvl1pPr>
          </a:lstStyle>
          <a:p>
            <a:pPr defTabSz="914325"/>
            <a:fld id="{7EF51226-DA47-428C-90A9-01D7D9FFCEA2}" type="slidenum">
              <a:rPr lang="ja-JP" altLang="en-US" smtClean="0">
                <a:solidFill>
                  <a:prstClr val="black">
                    <a:tint val="75000"/>
                  </a:prstClr>
                </a:solidFill>
              </a:rPr>
              <a:pPr defTabSz="914325"/>
              <a:t>‹#›</a:t>
            </a:fld>
            <a:endParaRPr lang="ja-JP" altLang="en-US">
              <a:solidFill>
                <a:prstClr val="black">
                  <a:tint val="75000"/>
                </a:prstClr>
              </a:solidFill>
            </a:endParaRPr>
          </a:p>
        </p:txBody>
      </p:sp>
      <p:cxnSp>
        <p:nvCxnSpPr>
          <p:cNvPr id="13" name="直線コネクタ 12"/>
          <p:cNvCxnSpPr/>
          <p:nvPr/>
        </p:nvCxnSpPr>
        <p:spPr>
          <a:xfrm>
            <a:off x="0" y="6692755"/>
            <a:ext cx="9144000" cy="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91172302"/>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85" r:id="rId3"/>
    <p:sldLayoutId id="2147483884"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98" r:id="rId14"/>
  </p:sldLayoutIdLst>
  <p:hf hdr="0" ftr="0" dt="0"/>
  <p:txStyles>
    <p:titleStyle>
      <a:lvl1pPr algn="ctr" defTabSz="914325"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p:titleStyle>
    <p:bodyStyle>
      <a:lvl1pPr marL="342872" indent="-342872" algn="l" defTabSz="914325" rtl="0" eaLnBrk="1" latinLnBrk="0" hangingPunct="1">
        <a:spcBef>
          <a:spcPct val="20000"/>
        </a:spcBef>
        <a:buFont typeface="Arial" pitchFamily="34" charset="0"/>
        <a:buChar char="•"/>
        <a:defRPr kumimoji="1" sz="3200" kern="1200">
          <a:solidFill>
            <a:schemeClr val="tx1"/>
          </a:solidFill>
          <a:latin typeface="メイリオ" pitchFamily="50" charset="-128"/>
          <a:ea typeface="メイリオ" pitchFamily="50" charset="-128"/>
          <a:cs typeface="メイリオ" pitchFamily="50" charset="-128"/>
        </a:defRPr>
      </a:lvl1pPr>
      <a:lvl2pPr marL="742889" indent="-285726" algn="l" defTabSz="914325" rtl="0" eaLnBrk="1" latinLnBrk="0" hangingPunct="1">
        <a:spcBef>
          <a:spcPct val="20000"/>
        </a:spcBef>
        <a:buFont typeface="Arial" pitchFamily="34" charset="0"/>
        <a:buChar char="–"/>
        <a:defRPr kumimoji="1" sz="2800" kern="1200">
          <a:solidFill>
            <a:schemeClr val="tx1"/>
          </a:solidFill>
          <a:latin typeface="メイリオ" pitchFamily="50" charset="-128"/>
          <a:ea typeface="メイリオ" pitchFamily="50" charset="-128"/>
          <a:cs typeface="メイリオ" pitchFamily="50" charset="-128"/>
        </a:defRPr>
      </a:lvl2pPr>
      <a:lvl3pPr marL="1142906" indent="-228581" algn="l" defTabSz="914325" rtl="0" eaLnBrk="1" latinLnBrk="0" hangingPunct="1">
        <a:spcBef>
          <a:spcPct val="20000"/>
        </a:spcBef>
        <a:buFont typeface="Arial" pitchFamily="34" charset="0"/>
        <a:buChar char="•"/>
        <a:defRPr kumimoji="1" sz="2400" kern="1200">
          <a:solidFill>
            <a:schemeClr val="tx1"/>
          </a:solidFill>
          <a:latin typeface="メイリオ" pitchFamily="50" charset="-128"/>
          <a:ea typeface="メイリオ" pitchFamily="50" charset="-128"/>
          <a:cs typeface="メイリオ" pitchFamily="50" charset="-128"/>
        </a:defRPr>
      </a:lvl3pPr>
      <a:lvl4pPr marL="1600068" indent="-228581" algn="l" defTabSz="914325" rtl="0" eaLnBrk="1" latinLnBrk="0" hangingPunct="1">
        <a:spcBef>
          <a:spcPct val="20000"/>
        </a:spcBef>
        <a:buFont typeface="Arial" pitchFamily="34" charset="0"/>
        <a:buChar char="–"/>
        <a:defRPr kumimoji="1" sz="2000" kern="1200">
          <a:solidFill>
            <a:schemeClr val="tx1"/>
          </a:solidFill>
          <a:latin typeface="メイリオ" pitchFamily="50" charset="-128"/>
          <a:ea typeface="メイリオ" pitchFamily="50" charset="-128"/>
          <a:cs typeface="メイリオ" pitchFamily="50" charset="-128"/>
        </a:defRPr>
      </a:lvl4pPr>
      <a:lvl5pPr marL="2057230" indent="-228581" algn="l" defTabSz="914325" rtl="0" eaLnBrk="1" latinLnBrk="0" hangingPunct="1">
        <a:spcBef>
          <a:spcPct val="20000"/>
        </a:spcBef>
        <a:buFont typeface="Arial" pitchFamily="34" charset="0"/>
        <a:buChar char="»"/>
        <a:defRPr kumimoji="1" sz="2000" kern="1200">
          <a:solidFill>
            <a:schemeClr val="tx1"/>
          </a:solidFill>
          <a:latin typeface="メイリオ" pitchFamily="50" charset="-128"/>
          <a:ea typeface="メイリオ" pitchFamily="50" charset="-128"/>
          <a:cs typeface="メイリオ" pitchFamily="50" charset="-128"/>
        </a:defRPr>
      </a:lvl5pPr>
      <a:lvl6pPr marL="2514393" indent="-228581" algn="l" defTabSz="914325"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555" indent="-228581" algn="l" defTabSz="914325"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718" indent="-228581" algn="l" defTabSz="914325"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880" indent="-228581" algn="l" defTabSz="914325"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325" rtl="0" eaLnBrk="1" latinLnBrk="0" hangingPunct="1">
        <a:defRPr kumimoji="1" sz="1800" kern="1200">
          <a:solidFill>
            <a:schemeClr val="tx1"/>
          </a:solidFill>
          <a:latin typeface="+mn-lt"/>
          <a:ea typeface="+mn-ea"/>
          <a:cs typeface="+mn-cs"/>
        </a:defRPr>
      </a:lvl1pPr>
      <a:lvl2pPr marL="457162" algn="l" defTabSz="914325" rtl="0" eaLnBrk="1" latinLnBrk="0" hangingPunct="1">
        <a:defRPr kumimoji="1" sz="1800" kern="1200">
          <a:solidFill>
            <a:schemeClr val="tx1"/>
          </a:solidFill>
          <a:latin typeface="+mn-lt"/>
          <a:ea typeface="+mn-ea"/>
          <a:cs typeface="+mn-cs"/>
        </a:defRPr>
      </a:lvl2pPr>
      <a:lvl3pPr marL="914325" algn="l" defTabSz="914325" rtl="0" eaLnBrk="1" latinLnBrk="0" hangingPunct="1">
        <a:defRPr kumimoji="1" sz="1800" kern="1200">
          <a:solidFill>
            <a:schemeClr val="tx1"/>
          </a:solidFill>
          <a:latin typeface="+mn-lt"/>
          <a:ea typeface="+mn-ea"/>
          <a:cs typeface="+mn-cs"/>
        </a:defRPr>
      </a:lvl3pPr>
      <a:lvl4pPr marL="1371487" algn="l" defTabSz="914325" rtl="0" eaLnBrk="1" latinLnBrk="0" hangingPunct="1">
        <a:defRPr kumimoji="1" sz="1800" kern="1200">
          <a:solidFill>
            <a:schemeClr val="tx1"/>
          </a:solidFill>
          <a:latin typeface="+mn-lt"/>
          <a:ea typeface="+mn-ea"/>
          <a:cs typeface="+mn-cs"/>
        </a:defRPr>
      </a:lvl4pPr>
      <a:lvl5pPr marL="1828650" algn="l" defTabSz="914325" rtl="0" eaLnBrk="1" latinLnBrk="0" hangingPunct="1">
        <a:defRPr kumimoji="1" sz="1800" kern="1200">
          <a:solidFill>
            <a:schemeClr val="tx1"/>
          </a:solidFill>
          <a:latin typeface="+mn-lt"/>
          <a:ea typeface="+mn-ea"/>
          <a:cs typeface="+mn-cs"/>
        </a:defRPr>
      </a:lvl5pPr>
      <a:lvl6pPr marL="2285811" algn="l" defTabSz="914325" rtl="0" eaLnBrk="1" latinLnBrk="0" hangingPunct="1">
        <a:defRPr kumimoji="1" sz="1800" kern="1200">
          <a:solidFill>
            <a:schemeClr val="tx1"/>
          </a:solidFill>
          <a:latin typeface="+mn-lt"/>
          <a:ea typeface="+mn-ea"/>
          <a:cs typeface="+mn-cs"/>
        </a:defRPr>
      </a:lvl6pPr>
      <a:lvl7pPr marL="2742974" algn="l" defTabSz="914325" rtl="0" eaLnBrk="1" latinLnBrk="0" hangingPunct="1">
        <a:defRPr kumimoji="1" sz="1800" kern="1200">
          <a:solidFill>
            <a:schemeClr val="tx1"/>
          </a:solidFill>
          <a:latin typeface="+mn-lt"/>
          <a:ea typeface="+mn-ea"/>
          <a:cs typeface="+mn-cs"/>
        </a:defRPr>
      </a:lvl7pPr>
      <a:lvl8pPr marL="3200136" algn="l" defTabSz="914325" rtl="0" eaLnBrk="1" latinLnBrk="0" hangingPunct="1">
        <a:defRPr kumimoji="1" sz="1800" kern="1200">
          <a:solidFill>
            <a:schemeClr val="tx1"/>
          </a:solidFill>
          <a:latin typeface="+mn-lt"/>
          <a:ea typeface="+mn-ea"/>
          <a:cs typeface="+mn-cs"/>
        </a:defRPr>
      </a:lvl8pPr>
      <a:lvl9pPr marL="3657299" algn="l" defTabSz="914325"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F980E-FF18-4E24-A0A6-DD4634AE14D0}" type="datetimeFigureOut">
              <a:rPr kumimoji="1" lang="ja-JP" altLang="en-US" smtClean="0"/>
              <a:t>2025/4/8</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4160461979"/>
      </p:ext>
    </p:extLst>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 id="2147483893" r:id="rId7"/>
    <p:sldLayoutId id="2147483894" r:id="rId8"/>
    <p:sldLayoutId id="2147483895" r:id="rId9"/>
    <p:sldLayoutId id="2147483896" r:id="rId10"/>
    <p:sldLayoutId id="2147483897"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F829A3-21EE-40DE-96AB-F49D620B79E1}" type="datetimeFigureOut">
              <a:rPr kumimoji="1" lang="ja-JP" altLang="en-US" smtClean="0"/>
              <a:t>2025/4/8</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186888748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jp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jp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image" Target="../media/image38.jpg"/><Relationship Id="rId13"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jpg"/><Relationship Id="rId2" Type="http://schemas.openxmlformats.org/officeDocument/2006/relationships/image" Target="../media/image32.png"/><Relationship Id="rId16" Type="http://schemas.openxmlformats.org/officeDocument/2006/relationships/image" Target="../media/image46.jp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jpg"/><Relationship Id="rId5" Type="http://schemas.openxmlformats.org/officeDocument/2006/relationships/image" Target="../media/image35.png"/><Relationship Id="rId15" Type="http://schemas.openxmlformats.org/officeDocument/2006/relationships/image" Target="../media/image45.jpg"/><Relationship Id="rId10" Type="http://schemas.openxmlformats.org/officeDocument/2006/relationships/image" Target="../media/image40.jpg"/><Relationship Id="rId4" Type="http://schemas.openxmlformats.org/officeDocument/2006/relationships/image" Target="../media/image34.png"/><Relationship Id="rId9" Type="http://schemas.openxmlformats.org/officeDocument/2006/relationships/image" Target="../media/image39.jpg"/><Relationship Id="rId14" Type="http://schemas.openxmlformats.org/officeDocument/2006/relationships/image" Target="../media/image44.png"/></Relationships>
</file>

<file path=ppt/slides/_rels/slide1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png"/></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jp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18.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12.jp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pc-koubou.jp/magazine/27246"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mrh-garoon.cybozu.com/users/1034461"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hyperlink" Target="https://mrh-garoon.cybozu.com/users/1040104" TargetMode="External"/><Relationship Id="rId4" Type="http://schemas.openxmlformats.org/officeDocument/2006/relationships/hyperlink" Target="https://mrh-garoon.cybozu.com/users/3106009"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2739777"/>
            <a:ext cx="9144000" cy="819522"/>
          </a:xfrm>
          <a:effectLst/>
        </p:spPr>
        <p:txBody>
          <a:bodyPr>
            <a:noAutofit/>
          </a:bodyPr>
          <a:lstStyle/>
          <a:p>
            <a:r>
              <a:rPr lang="ja-JP" altLang="en-US" sz="2000" dirty="0">
                <a:latin typeface="BIZ UDPゴシック" panose="020B0400000000000000" pitchFamily="50" charset="-128"/>
                <a:ea typeface="BIZ UDPゴシック" panose="020B0400000000000000" pitchFamily="50" charset="-128"/>
              </a:rPr>
              <a:t>出向者への「営業・改善インセンティブ（エムエムポイント）」支給について</a:t>
            </a:r>
            <a:endParaRPr kumimoji="1" lang="ja-JP" altLang="en-US" sz="2000" b="1" dirty="0">
              <a:latin typeface="BIZ UDPゴシック" panose="020B0400000000000000" pitchFamily="50" charset="-128"/>
              <a:ea typeface="BIZ UDPゴシック" panose="020B0400000000000000" pitchFamily="50" charset="-128"/>
            </a:endParaRPr>
          </a:p>
        </p:txBody>
      </p:sp>
      <p:sp>
        <p:nvSpPr>
          <p:cNvPr id="6"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1</a:t>
            </a:fld>
            <a:r>
              <a:rPr lang="ja-JP" altLang="en-US" sz="1050" dirty="0">
                <a:latin typeface="Helvetica" pitchFamily="34" charset="0"/>
                <a:ea typeface="中ゴシックBBB" pitchFamily="49" charset="-128"/>
              </a:rPr>
              <a:t>－</a:t>
            </a:r>
          </a:p>
        </p:txBody>
      </p:sp>
      <p:sp>
        <p:nvSpPr>
          <p:cNvPr id="9" name="タイトル 1"/>
          <p:cNvSpPr txBox="1">
            <a:spLocks/>
          </p:cNvSpPr>
          <p:nvPr/>
        </p:nvSpPr>
        <p:spPr>
          <a:xfrm>
            <a:off x="1336104" y="3637564"/>
            <a:ext cx="7772400" cy="81952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en-US" altLang="ja-JP" sz="1400" dirty="0">
                <a:latin typeface="BIZ UDPゴシック" panose="020B0400000000000000" pitchFamily="50" charset="-128"/>
                <a:ea typeface="BIZ UDPゴシック" panose="020B0400000000000000" pitchFamily="50" charset="-128"/>
              </a:rPr>
              <a:t>2025</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4</a:t>
            </a:r>
            <a:r>
              <a:rPr lang="ja-JP" altLang="en-US" sz="1400" dirty="0">
                <a:latin typeface="BIZ UDPゴシック" panose="020B0400000000000000" pitchFamily="50" charset="-128"/>
                <a:ea typeface="BIZ UDPゴシック" panose="020B0400000000000000" pitchFamily="50" charset="-128"/>
              </a:rPr>
              <a:t>月</a:t>
            </a:r>
            <a:r>
              <a:rPr lang="en-US" altLang="ja-JP" sz="1400" dirty="0">
                <a:latin typeface="BIZ UDPゴシック" panose="020B0400000000000000" pitchFamily="50" charset="-128"/>
                <a:ea typeface="BIZ UDPゴシック" panose="020B0400000000000000" pitchFamily="50" charset="-128"/>
              </a:rPr>
              <a:t>8</a:t>
            </a:r>
            <a:r>
              <a:rPr lang="ja-JP" altLang="en-US" sz="1400" dirty="0">
                <a:latin typeface="BIZ UDPゴシック" panose="020B0400000000000000" pitchFamily="50" charset="-128"/>
                <a:ea typeface="BIZ UDPゴシック" panose="020B0400000000000000" pitchFamily="50" charset="-128"/>
              </a:rPr>
              <a:t>日</a:t>
            </a:r>
            <a:endParaRPr lang="en-US" altLang="ja-JP" sz="1400" dirty="0">
              <a:latin typeface="BIZ UDPゴシック" panose="020B0400000000000000" pitchFamily="50" charset="-128"/>
              <a:ea typeface="BIZ UDPゴシック" panose="020B0400000000000000" pitchFamily="50" charset="-128"/>
            </a:endParaRPr>
          </a:p>
          <a:p>
            <a:pPr algn="r"/>
            <a:r>
              <a:rPr lang="ja-JP" altLang="en-US" sz="1400" dirty="0">
                <a:latin typeface="BIZ UDPゴシック" panose="020B0400000000000000" pitchFamily="50" charset="-128"/>
                <a:ea typeface="BIZ UDPゴシック" panose="020B0400000000000000" pitchFamily="50" charset="-128"/>
              </a:rPr>
              <a:t>管理部　檜垣</a:t>
            </a:r>
            <a:endParaRPr lang="en-US" altLang="ja-JP" sz="1400" dirty="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130C2633-A94B-70CC-B120-7E5282CC90EE}"/>
              </a:ext>
            </a:extLst>
          </p:cNvPr>
          <p:cNvSpPr txBox="1"/>
          <p:nvPr/>
        </p:nvSpPr>
        <p:spPr>
          <a:xfrm>
            <a:off x="35496" y="4203345"/>
            <a:ext cx="9073008" cy="2462213"/>
          </a:xfrm>
          <a:prstGeom prst="rect">
            <a:avLst/>
          </a:prstGeom>
          <a:noFill/>
        </p:spPr>
        <p:txBody>
          <a:bodyPr wrap="square">
            <a:spAutoFit/>
          </a:bodyPr>
          <a:lstStyle/>
          <a:p>
            <a:pPr lvl="1"/>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ご案内</a:t>
            </a:r>
            <a:r>
              <a:rPr lang="en-US" altLang="ja-JP" sz="1400" dirty="0">
                <a:latin typeface="BIZ UDPゴシック" panose="020B0400000000000000" pitchFamily="50" charset="-128"/>
                <a:ea typeface="BIZ UDPゴシック" panose="020B0400000000000000" pitchFamily="50" charset="-128"/>
              </a:rPr>
              <a:t>】</a:t>
            </a:r>
          </a:p>
          <a:p>
            <a:pPr marL="742950" lvl="1" indent="-285750">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エムエムポイントの支給について</a:t>
            </a:r>
            <a:r>
              <a:rPr lang="en-US" altLang="ja-JP" sz="1400" dirty="0">
                <a:latin typeface="BIZ UDPゴシック" panose="020B0400000000000000" pitchFamily="50" charset="-128"/>
                <a:ea typeface="BIZ UDPゴシック" panose="020B0400000000000000" pitchFamily="50" charset="-128"/>
              </a:rPr>
              <a:t>2025</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4</a:t>
            </a:r>
            <a:r>
              <a:rPr lang="ja-JP" altLang="en-US" sz="1400" dirty="0">
                <a:latin typeface="BIZ UDPゴシック" panose="020B0400000000000000" pitchFamily="50" charset="-128"/>
                <a:ea typeface="BIZ UDPゴシック" panose="020B0400000000000000" pitchFamily="50" charset="-128"/>
              </a:rPr>
              <a:t>月</a:t>
            </a:r>
            <a:r>
              <a:rPr lang="en-US" altLang="ja-JP" sz="1400" dirty="0">
                <a:latin typeface="BIZ UDPゴシック" panose="020B0400000000000000" pitchFamily="50" charset="-128"/>
                <a:ea typeface="BIZ UDPゴシック" panose="020B0400000000000000" pitchFamily="50" charset="-128"/>
              </a:rPr>
              <a:t>1</a:t>
            </a:r>
            <a:r>
              <a:rPr lang="ja-JP" altLang="en-US" sz="1400" dirty="0">
                <a:latin typeface="BIZ UDPゴシック" panose="020B0400000000000000" pitchFamily="50" charset="-128"/>
                <a:ea typeface="BIZ UDPゴシック" panose="020B0400000000000000" pitchFamily="50" charset="-128"/>
              </a:rPr>
              <a:t>日以降の実績を対象として、エムエムポイントを支給いたします。</a:t>
            </a:r>
            <a:endParaRPr lang="en-US" altLang="ja-JP" sz="1400" dirty="0">
              <a:latin typeface="BIZ UDPゴシック" panose="020B0400000000000000" pitchFamily="50" charset="-128"/>
              <a:ea typeface="BIZ UDPゴシック" panose="020B0400000000000000" pitchFamily="50" charset="-128"/>
            </a:endParaRPr>
          </a:p>
          <a:p>
            <a:pPr marL="742950" lvl="1" indent="-285750">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支給のタイミングは、「営業・改善インセンティブ」と同様です。</a:t>
            </a:r>
            <a:endParaRPr lang="en-US" altLang="ja-JP" sz="1400" dirty="0">
              <a:latin typeface="BIZ UDPゴシック" panose="020B0400000000000000" pitchFamily="50" charset="-128"/>
              <a:ea typeface="BIZ UDPゴシック" panose="020B0400000000000000" pitchFamily="50" charset="-128"/>
            </a:endParaRPr>
          </a:p>
          <a:p>
            <a:pPr lvl="1"/>
            <a:endParaRPr lang="en-US" altLang="ja-JP" sz="1400" dirty="0">
              <a:latin typeface="BIZ UDPゴシック" panose="020B0400000000000000" pitchFamily="50" charset="-128"/>
              <a:ea typeface="BIZ UDPゴシック" panose="020B0400000000000000" pitchFamily="50" charset="-128"/>
            </a:endParaRPr>
          </a:p>
          <a:p>
            <a:pPr lvl="1"/>
            <a:r>
              <a:rPr lang="ja-JP" altLang="en-US" sz="1400" dirty="0">
                <a:latin typeface="BIZ UDPゴシック" panose="020B0400000000000000" pitchFamily="50" charset="-128"/>
                <a:ea typeface="BIZ UDPゴシック" panose="020B0400000000000000" pitchFamily="50" charset="-128"/>
              </a:rPr>
              <a:t>＜ご注意ください＞</a:t>
            </a:r>
            <a:endParaRPr lang="en-US" altLang="ja-JP" sz="1400" dirty="0">
              <a:latin typeface="BIZ UDPゴシック" panose="020B0400000000000000" pitchFamily="50" charset="-128"/>
              <a:ea typeface="BIZ UDPゴシック" panose="020B0400000000000000" pitchFamily="50" charset="-128"/>
            </a:endParaRPr>
          </a:p>
          <a:p>
            <a:pPr marL="742950" lvl="1" indent="-285750">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エムエムポイント（</a:t>
            </a:r>
            <a:r>
              <a:rPr lang="en-US" altLang="ja-JP" sz="1400" dirty="0">
                <a:latin typeface="BIZ UDPゴシック" panose="020B0400000000000000" pitchFamily="50" charset="-128"/>
                <a:ea typeface="BIZ UDPゴシック" panose="020B0400000000000000" pitchFamily="50" charset="-128"/>
              </a:rPr>
              <a:t>MMI</a:t>
            </a:r>
            <a:r>
              <a:rPr lang="ja-JP" altLang="en-US" sz="1400">
                <a:latin typeface="BIZ UDPゴシック" panose="020B0400000000000000" pitchFamily="50" charset="-128"/>
                <a:ea typeface="BIZ UDPゴシック" panose="020B0400000000000000" pitchFamily="50" charset="-128"/>
              </a:rPr>
              <a:t>で営業</a:t>
            </a:r>
            <a:r>
              <a:rPr lang="ja-JP" altLang="en-US" sz="1400" dirty="0">
                <a:latin typeface="BIZ UDPゴシック" panose="020B0400000000000000" pitchFamily="50" charset="-128"/>
                <a:ea typeface="BIZ UDPゴシック" panose="020B0400000000000000" pitchFamily="50" charset="-128"/>
              </a:rPr>
              <a:t>・改善インセンティブとして支給されるもの）は、マルハンから支給される「カフェテリアポイント」とは別の制度です。</a:t>
            </a:r>
            <a:r>
              <a:rPr lang="ja-JP" altLang="en-US" sz="1400" u="sng" dirty="0">
                <a:solidFill>
                  <a:srgbClr val="FF0000"/>
                </a:solidFill>
                <a:latin typeface="BIZ UDPゴシック" panose="020B0400000000000000" pitchFamily="50" charset="-128"/>
                <a:ea typeface="BIZ UDPゴシック" panose="020B0400000000000000" pitchFamily="50" charset="-128"/>
              </a:rPr>
              <a:t>両者を合算して利用することはできません。</a:t>
            </a:r>
            <a:endParaRPr lang="en-US" altLang="ja-JP" sz="1400" u="sng" dirty="0">
              <a:solidFill>
                <a:srgbClr val="FF0000"/>
              </a:solidFill>
              <a:latin typeface="BIZ UDPゴシック" panose="020B0400000000000000" pitchFamily="50" charset="-128"/>
              <a:ea typeface="BIZ UDPゴシック" panose="020B0400000000000000" pitchFamily="50" charset="-128"/>
            </a:endParaRPr>
          </a:p>
          <a:p>
            <a:pPr marL="742950" lvl="1" indent="-285750">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なお、マルハン人事部が発行する給与明細書には、「（マルハン支給）カフェテリアポイント」と「（</a:t>
            </a:r>
            <a:r>
              <a:rPr lang="en-US" altLang="ja-JP" sz="1400" dirty="0">
                <a:latin typeface="BIZ UDPゴシック" panose="020B0400000000000000" pitchFamily="50" charset="-128"/>
                <a:ea typeface="BIZ UDPゴシック" panose="020B0400000000000000" pitchFamily="50" charset="-128"/>
              </a:rPr>
              <a:t>MMI</a:t>
            </a:r>
            <a:r>
              <a:rPr lang="ja-JP" altLang="en-US" sz="1400" dirty="0">
                <a:latin typeface="BIZ UDPゴシック" panose="020B0400000000000000" pitchFamily="50" charset="-128"/>
                <a:ea typeface="BIZ UDPゴシック" panose="020B0400000000000000" pitchFamily="50" charset="-128"/>
              </a:rPr>
              <a:t>支給）エムエムポイント」が合算された金額で記載される場合があります。そのため、出向者の方が給与やポイントの内訳について混乱しないよう、事前にご確認いただけますようお願いいたします。</a:t>
            </a:r>
            <a:endParaRPr lang="en-US" altLang="ja-JP" sz="1400" dirty="0">
              <a:latin typeface="BIZ UDPゴシック" panose="020B0400000000000000" pitchFamily="50" charset="-128"/>
              <a:ea typeface="BIZ UDPゴシック" panose="020B0400000000000000" pitchFamily="50" charset="-128"/>
            </a:endParaRPr>
          </a:p>
        </p:txBody>
      </p:sp>
      <p:sp>
        <p:nvSpPr>
          <p:cNvPr id="10" name="タイトル 1">
            <a:extLst>
              <a:ext uri="{FF2B5EF4-FFF2-40B4-BE49-F238E27FC236}">
                <a16:creationId xmlns:a16="http://schemas.microsoft.com/office/drawing/2014/main" id="{C8489AE0-D81D-5C81-2131-EA38FFE4905F}"/>
              </a:ext>
            </a:extLst>
          </p:cNvPr>
          <p:cNvSpPr txBox="1">
            <a:spLocks/>
          </p:cNvSpPr>
          <p:nvPr/>
        </p:nvSpPr>
        <p:spPr>
          <a:xfrm>
            <a:off x="20933" y="294616"/>
            <a:ext cx="9104771" cy="819522"/>
          </a:xfrm>
          <a:prstGeom prst="rect">
            <a:avLst/>
          </a:prstGeom>
          <a:effectLst/>
        </p:spPr>
        <p:txBody>
          <a:bodyPr vert="horz" lIns="91432" tIns="45717" rIns="91432" bIns="45717" rtlCol="0" anchor="ctr">
            <a:noAutofit/>
          </a:bodyPr>
          <a:lstStyle>
            <a:lvl1pPr algn="ctr" defTabSz="914325"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l"/>
            <a:r>
              <a:rPr lang="ja-JP" altLang="en-US" sz="1400" dirty="0">
                <a:latin typeface="BIZ UDPゴシック" panose="020B0400000000000000" pitchFamily="50" charset="-128"/>
                <a:ea typeface="BIZ UDPゴシック" panose="020B0400000000000000" pitchFamily="50" charset="-128"/>
              </a:rPr>
              <a:t>マルハン出向者　各位　</a:t>
            </a:r>
            <a:endParaRPr lang="ja-JP" altLang="en-US" sz="1400" b="1"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377488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FF6AC-3D00-4F27-F077-CC9DCF42C981}"/>
            </a:ext>
          </a:extLst>
        </p:cNvPr>
        <p:cNvGrpSpPr/>
        <p:nvPr/>
      </p:nvGrpSpPr>
      <p:grpSpPr>
        <a:xfrm>
          <a:off x="0" y="0"/>
          <a:ext cx="0" cy="0"/>
          <a:chOff x="0" y="0"/>
          <a:chExt cx="0" cy="0"/>
        </a:xfrm>
      </p:grpSpPr>
      <p:sp>
        <p:nvSpPr>
          <p:cNvPr id="11" name="Text Box 31">
            <a:extLst>
              <a:ext uri="{FF2B5EF4-FFF2-40B4-BE49-F238E27FC236}">
                <a16:creationId xmlns:a16="http://schemas.microsoft.com/office/drawing/2014/main" id="{7FED4653-E490-D0E5-18F7-3E48936FED6C}"/>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2</a:t>
            </a:fld>
            <a:r>
              <a:rPr lang="ja-JP" altLang="en-US" sz="1050" dirty="0">
                <a:latin typeface="+mn-ea"/>
              </a:rPr>
              <a:t>－</a:t>
            </a:r>
          </a:p>
        </p:txBody>
      </p:sp>
      <p:sp>
        <p:nvSpPr>
          <p:cNvPr id="2" name="タイトル 2">
            <a:extLst>
              <a:ext uri="{FF2B5EF4-FFF2-40B4-BE49-F238E27FC236}">
                <a16:creationId xmlns:a16="http://schemas.microsoft.com/office/drawing/2014/main" id="{CEF50889-B80F-0B0F-EAC1-806E3E169BB2}"/>
              </a:ext>
            </a:extLst>
          </p:cNvPr>
          <p:cNvSpPr txBox="1">
            <a:spLocks/>
          </p:cNvSpPr>
          <p:nvPr/>
        </p:nvSpPr>
        <p:spPr>
          <a:xfrm>
            <a:off x="0" y="147043"/>
            <a:ext cx="8676456"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出向者が「営業・改善インセンティブ（エムエムポイント）」を活用する方法</a:t>
            </a:r>
            <a:endParaRPr lang="en-US" altLang="ja-JP" sz="1600"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B3D65FD6-B669-192D-D460-8C43CF639ED4}"/>
              </a:ext>
            </a:extLst>
          </p:cNvPr>
          <p:cNvSpPr txBox="1"/>
          <p:nvPr/>
        </p:nvSpPr>
        <p:spPr>
          <a:xfrm>
            <a:off x="0" y="908720"/>
            <a:ext cx="9144000" cy="276999"/>
          </a:xfrm>
          <a:prstGeom prst="rect">
            <a:avLst/>
          </a:prstGeom>
          <a:noFill/>
        </p:spPr>
        <p:txBody>
          <a:bodyPr wrap="square">
            <a:spAutoFit/>
          </a:bodyPr>
          <a:lstStyle/>
          <a:p>
            <a:r>
              <a:rPr lang="ja-JP" altLang="en-US" sz="1200" dirty="0">
                <a:latin typeface="BIZ UDPゴシック" panose="020B0400000000000000" pitchFamily="50" charset="-128"/>
                <a:ea typeface="BIZ UDPゴシック" panose="020B0400000000000000" pitchFamily="50" charset="-128"/>
              </a:rPr>
              <a:t>出向者が「エムエムポイント」を活用する方法　（①→⑥の順序）</a:t>
            </a:r>
            <a:endParaRPr lang="en-US" altLang="ja-JP" sz="1200" dirty="0">
              <a:latin typeface="BIZ UDPゴシック" panose="020B0400000000000000" pitchFamily="50" charset="-128"/>
              <a:ea typeface="BIZ UDPゴシック" panose="020B0400000000000000" pitchFamily="50" charset="-128"/>
            </a:endParaRPr>
          </a:p>
        </p:txBody>
      </p:sp>
      <p:pic>
        <p:nvPicPr>
          <p:cNvPr id="7" name="図 6">
            <a:extLst>
              <a:ext uri="{FF2B5EF4-FFF2-40B4-BE49-F238E27FC236}">
                <a16:creationId xmlns:a16="http://schemas.microsoft.com/office/drawing/2014/main" id="{9B103F59-73E5-A45B-9574-B7A8BE23CAD6}"/>
              </a:ext>
            </a:extLst>
          </p:cNvPr>
          <p:cNvPicPr>
            <a:picLocks noChangeAspect="1"/>
          </p:cNvPicPr>
          <p:nvPr/>
        </p:nvPicPr>
        <p:blipFill>
          <a:blip r:embed="rId3">
            <a:extLst>
              <a:ext uri="{28A0092B-C50C-407E-A947-70E740481C1C}">
                <a14:useLocalDpi xmlns:a14="http://schemas.microsoft.com/office/drawing/2010/main" val="0"/>
              </a:ext>
            </a:extLst>
          </a:blip>
          <a:srcRect r="12535" b="30634"/>
          <a:stretch/>
        </p:blipFill>
        <p:spPr>
          <a:xfrm>
            <a:off x="1389573" y="1769397"/>
            <a:ext cx="1471885" cy="400859"/>
          </a:xfrm>
          <a:prstGeom prst="rect">
            <a:avLst/>
          </a:prstGeom>
          <a:ln>
            <a:solidFill>
              <a:schemeClr val="tx1"/>
            </a:solidFill>
          </a:ln>
        </p:spPr>
      </p:pic>
      <p:pic>
        <p:nvPicPr>
          <p:cNvPr id="16" name="図 15">
            <a:extLst>
              <a:ext uri="{FF2B5EF4-FFF2-40B4-BE49-F238E27FC236}">
                <a16:creationId xmlns:a16="http://schemas.microsoft.com/office/drawing/2014/main" id="{40D6A745-DA6F-AA23-028F-08AB61C2C40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10318" y="4836949"/>
            <a:ext cx="621000" cy="720000"/>
          </a:xfrm>
          <a:prstGeom prst="rect">
            <a:avLst/>
          </a:prstGeom>
        </p:spPr>
      </p:pic>
      <p:pic>
        <p:nvPicPr>
          <p:cNvPr id="18" name="図 17">
            <a:extLst>
              <a:ext uri="{FF2B5EF4-FFF2-40B4-BE49-F238E27FC236}">
                <a16:creationId xmlns:a16="http://schemas.microsoft.com/office/drawing/2014/main" id="{9B0A927A-1ACD-D5E2-A48C-0A115AAABC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2014" y="4836949"/>
            <a:ext cx="621000" cy="720000"/>
          </a:xfrm>
          <a:prstGeom prst="rect">
            <a:avLst/>
          </a:prstGeom>
        </p:spPr>
      </p:pic>
      <p:pic>
        <p:nvPicPr>
          <p:cNvPr id="20" name="図 19">
            <a:extLst>
              <a:ext uri="{FF2B5EF4-FFF2-40B4-BE49-F238E27FC236}">
                <a16:creationId xmlns:a16="http://schemas.microsoft.com/office/drawing/2014/main" id="{3F8D6C48-B3BC-DD23-7D5E-5E833E7297A8}"/>
              </a:ext>
            </a:extLst>
          </p:cNvPr>
          <p:cNvPicPr>
            <a:picLocks noChangeAspect="1"/>
          </p:cNvPicPr>
          <p:nvPr/>
        </p:nvPicPr>
        <p:blipFill>
          <a:blip r:embed="rId6" cstate="print">
            <a:extLst>
              <a:ext uri="{28A0092B-C50C-407E-A947-70E740481C1C}">
                <a14:useLocalDpi xmlns:a14="http://schemas.microsoft.com/office/drawing/2010/main" val="0"/>
              </a:ext>
            </a:extLst>
          </a:blip>
          <a:srcRect l="21650" t="55057" r="21651"/>
          <a:stretch/>
        </p:blipFill>
        <p:spPr>
          <a:xfrm>
            <a:off x="5044596" y="1435856"/>
            <a:ext cx="576064" cy="456615"/>
          </a:xfrm>
          <a:prstGeom prst="rect">
            <a:avLst/>
          </a:prstGeom>
        </p:spPr>
      </p:pic>
      <p:pic>
        <p:nvPicPr>
          <p:cNvPr id="24" name="図 23">
            <a:extLst>
              <a:ext uri="{FF2B5EF4-FFF2-40B4-BE49-F238E27FC236}">
                <a16:creationId xmlns:a16="http://schemas.microsoft.com/office/drawing/2014/main" id="{364B3C76-5341-DB2C-7548-18505203286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750524" y="4535777"/>
            <a:ext cx="638160" cy="638160"/>
          </a:xfrm>
          <a:prstGeom prst="rect">
            <a:avLst/>
          </a:prstGeom>
        </p:spPr>
      </p:pic>
      <p:pic>
        <p:nvPicPr>
          <p:cNvPr id="28" name="図 27">
            <a:extLst>
              <a:ext uri="{FF2B5EF4-FFF2-40B4-BE49-F238E27FC236}">
                <a16:creationId xmlns:a16="http://schemas.microsoft.com/office/drawing/2014/main" id="{F95F8715-267A-BA0D-9097-A708EBB5723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22765" y="4553416"/>
            <a:ext cx="1211021" cy="456615"/>
          </a:xfrm>
          <a:prstGeom prst="rect">
            <a:avLst/>
          </a:prstGeom>
        </p:spPr>
      </p:pic>
      <p:pic>
        <p:nvPicPr>
          <p:cNvPr id="33" name="図 32">
            <a:extLst>
              <a:ext uri="{FF2B5EF4-FFF2-40B4-BE49-F238E27FC236}">
                <a16:creationId xmlns:a16="http://schemas.microsoft.com/office/drawing/2014/main" id="{D83A31CE-F243-DD94-E306-2B0082B7F9CA}"/>
              </a:ext>
            </a:extLst>
          </p:cNvPr>
          <p:cNvPicPr>
            <a:picLocks noChangeAspect="1"/>
          </p:cNvPicPr>
          <p:nvPr/>
        </p:nvPicPr>
        <p:blipFill>
          <a:blip r:embed="rId6" cstate="print">
            <a:extLst>
              <a:ext uri="{28A0092B-C50C-407E-A947-70E740481C1C}">
                <a14:useLocalDpi xmlns:a14="http://schemas.microsoft.com/office/drawing/2010/main" val="0"/>
              </a:ext>
            </a:extLst>
          </a:blip>
          <a:srcRect l="21650" t="55057" r="21651"/>
          <a:stretch/>
        </p:blipFill>
        <p:spPr>
          <a:xfrm>
            <a:off x="1453982" y="2744231"/>
            <a:ext cx="576064" cy="456615"/>
          </a:xfrm>
          <a:prstGeom prst="rect">
            <a:avLst/>
          </a:prstGeom>
        </p:spPr>
      </p:pic>
      <p:cxnSp>
        <p:nvCxnSpPr>
          <p:cNvPr id="60" name="直線矢印コネクタ 59">
            <a:extLst>
              <a:ext uri="{FF2B5EF4-FFF2-40B4-BE49-F238E27FC236}">
                <a16:creationId xmlns:a16="http://schemas.microsoft.com/office/drawing/2014/main" id="{E399BE90-3204-0040-FC0F-B69976CE7979}"/>
              </a:ext>
            </a:extLst>
          </p:cNvPr>
          <p:cNvCxnSpPr>
            <a:cxnSpLocks/>
            <a:stCxn id="7" idx="3"/>
            <a:endCxn id="49" idx="3"/>
          </p:cNvCxnSpPr>
          <p:nvPr/>
        </p:nvCxnSpPr>
        <p:spPr>
          <a:xfrm flipV="1">
            <a:off x="2861458" y="1969826"/>
            <a:ext cx="5234658" cy="1"/>
          </a:xfrm>
          <a:prstGeom prst="straightConnector1">
            <a:avLst/>
          </a:prstGeom>
          <a:ln>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3763F690-31FC-EB67-145D-F966727E9F91}"/>
              </a:ext>
            </a:extLst>
          </p:cNvPr>
          <p:cNvCxnSpPr>
            <a:cxnSpLocks/>
            <a:stCxn id="7" idx="2"/>
            <a:endCxn id="16" idx="0"/>
          </p:cNvCxnSpPr>
          <p:nvPr/>
        </p:nvCxnSpPr>
        <p:spPr>
          <a:xfrm flipH="1">
            <a:off x="2120818" y="2170256"/>
            <a:ext cx="4698" cy="2666693"/>
          </a:xfrm>
          <a:prstGeom prst="straightConnector1">
            <a:avLst/>
          </a:prstGeom>
          <a:ln>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087E8A0B-975B-B463-A988-8BF9ED18E5A6}"/>
              </a:ext>
            </a:extLst>
          </p:cNvPr>
          <p:cNvCxnSpPr>
            <a:cxnSpLocks/>
            <a:stCxn id="49" idx="2"/>
            <a:endCxn id="18" idx="0"/>
          </p:cNvCxnSpPr>
          <p:nvPr/>
        </p:nvCxnSpPr>
        <p:spPr>
          <a:xfrm>
            <a:off x="8542973" y="2417469"/>
            <a:ext cx="9541" cy="2419480"/>
          </a:xfrm>
          <a:prstGeom prst="straightConnector1">
            <a:avLst/>
          </a:prstGeom>
          <a:ln>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77" name="テキスト ボックス 76">
            <a:extLst>
              <a:ext uri="{FF2B5EF4-FFF2-40B4-BE49-F238E27FC236}">
                <a16:creationId xmlns:a16="http://schemas.microsoft.com/office/drawing/2014/main" id="{E1954CC0-27E7-304E-5D7D-A6260BE9E719}"/>
              </a:ext>
            </a:extLst>
          </p:cNvPr>
          <p:cNvSpPr txBox="1"/>
          <p:nvPr/>
        </p:nvSpPr>
        <p:spPr>
          <a:xfrm>
            <a:off x="1112518" y="1440798"/>
            <a:ext cx="2016224" cy="276999"/>
          </a:xfrm>
          <a:prstGeom prst="rect">
            <a:avLst/>
          </a:prstGeom>
          <a:noFill/>
        </p:spPr>
        <p:txBody>
          <a:bodyPr wrap="square">
            <a:spAutoFit/>
          </a:bodyPr>
          <a:lstStyle/>
          <a:p>
            <a:pPr algn="ctr"/>
            <a:r>
              <a:rPr lang="ja-JP" altLang="en-US" sz="1200" dirty="0">
                <a:latin typeface="BIZ UDPゴシック" panose="020B0400000000000000" pitchFamily="50" charset="-128"/>
                <a:ea typeface="BIZ UDPゴシック" panose="020B0400000000000000" pitchFamily="50" charset="-128"/>
              </a:rPr>
              <a:t>エムエムポイントシステム</a:t>
            </a:r>
            <a:endParaRPr lang="en-US" altLang="ja-JP" sz="1200" dirty="0">
              <a:latin typeface="BIZ UDPゴシック" panose="020B0400000000000000" pitchFamily="50" charset="-128"/>
              <a:ea typeface="BIZ UDPゴシック" panose="020B0400000000000000" pitchFamily="50" charset="-128"/>
            </a:endParaRPr>
          </a:p>
        </p:txBody>
      </p:sp>
      <p:sp>
        <p:nvSpPr>
          <p:cNvPr id="79" name="テキスト ボックス 78">
            <a:extLst>
              <a:ext uri="{FF2B5EF4-FFF2-40B4-BE49-F238E27FC236}">
                <a16:creationId xmlns:a16="http://schemas.microsoft.com/office/drawing/2014/main" id="{259E0D09-DAC1-A627-8F8F-73B98323701F}"/>
              </a:ext>
            </a:extLst>
          </p:cNvPr>
          <p:cNvSpPr txBox="1"/>
          <p:nvPr/>
        </p:nvSpPr>
        <p:spPr>
          <a:xfrm>
            <a:off x="3397037" y="2074500"/>
            <a:ext cx="3871183" cy="276999"/>
          </a:xfrm>
          <a:prstGeom prst="rect">
            <a:avLst/>
          </a:prstGeom>
          <a:solidFill>
            <a:schemeClr val="bg1">
              <a:lumMod val="95000"/>
              <a:alpha val="90000"/>
            </a:schemeClr>
          </a:solidFill>
          <a:ln>
            <a:solidFill>
              <a:schemeClr val="bg1">
                <a:lumMod val="75000"/>
              </a:schemeClr>
            </a:solidFill>
          </a:ln>
        </p:spPr>
        <p:txBody>
          <a:bodyPr wrap="square">
            <a:spAutoFit/>
          </a:bodyPr>
          <a:lstStyle/>
          <a:p>
            <a:pPr algn="ctr"/>
            <a:r>
              <a:rPr lang="ja-JP" altLang="en-US" sz="1200" dirty="0">
                <a:latin typeface="BIZ UDPゴシック" panose="020B0400000000000000" pitchFamily="50" charset="-128"/>
                <a:ea typeface="BIZ UDPゴシック" panose="020B0400000000000000" pitchFamily="50" charset="-128"/>
              </a:rPr>
              <a:t>①出向者は「エムエムポイント」のアカウントを作成する</a:t>
            </a:r>
            <a:endParaRPr lang="en-US" altLang="ja-JP" sz="1200" dirty="0">
              <a:latin typeface="BIZ UDPゴシック" panose="020B0400000000000000" pitchFamily="50" charset="-128"/>
              <a:ea typeface="BIZ UDPゴシック" panose="020B0400000000000000" pitchFamily="50" charset="-128"/>
            </a:endParaRPr>
          </a:p>
        </p:txBody>
      </p:sp>
      <p:sp>
        <p:nvSpPr>
          <p:cNvPr id="80" name="テキスト ボックス 79">
            <a:extLst>
              <a:ext uri="{FF2B5EF4-FFF2-40B4-BE49-F238E27FC236}">
                <a16:creationId xmlns:a16="http://schemas.microsoft.com/office/drawing/2014/main" id="{E9212419-37CE-A975-F35F-612CF7D2FB36}"/>
              </a:ext>
            </a:extLst>
          </p:cNvPr>
          <p:cNvSpPr txBox="1"/>
          <p:nvPr/>
        </p:nvSpPr>
        <p:spPr>
          <a:xfrm>
            <a:off x="1274108" y="3616448"/>
            <a:ext cx="2160000" cy="646331"/>
          </a:xfrm>
          <a:prstGeom prst="rect">
            <a:avLst/>
          </a:prstGeom>
          <a:solidFill>
            <a:schemeClr val="bg1">
              <a:lumMod val="95000"/>
              <a:alpha val="80000"/>
            </a:schemeClr>
          </a:solidFill>
          <a:ln>
            <a:solidFill>
              <a:schemeClr val="bg1">
                <a:lumMod val="75000"/>
              </a:schemeClr>
            </a:solidFill>
          </a:ln>
        </p:spPr>
        <p:txBody>
          <a:bodyPr wrap="square">
            <a:spAutoFit/>
          </a:bodyPr>
          <a:lstStyle/>
          <a:p>
            <a:pPr algn="ctr"/>
            <a:r>
              <a:rPr lang="ja-JP" altLang="en-US" sz="1200" dirty="0">
                <a:latin typeface="BIZ UDPゴシック" panose="020B0400000000000000" pitchFamily="50" charset="-128"/>
                <a:ea typeface="BIZ UDPゴシック" panose="020B0400000000000000" pitchFamily="50" charset="-128"/>
              </a:rPr>
              <a:t>②</a:t>
            </a:r>
            <a:endParaRPr lang="en-US" altLang="ja-JP" sz="1200" dirty="0">
              <a:latin typeface="BIZ UDPゴシック" panose="020B0400000000000000" pitchFamily="50" charset="-128"/>
              <a:ea typeface="BIZ UDPゴシック" panose="020B0400000000000000" pitchFamily="50" charset="-128"/>
            </a:endParaRPr>
          </a:p>
          <a:p>
            <a:pPr algn="ctr"/>
            <a:r>
              <a:rPr lang="en-US" altLang="ja-JP" sz="1200" dirty="0">
                <a:latin typeface="BIZ UDPゴシック" panose="020B0400000000000000" pitchFamily="50" charset="-128"/>
                <a:ea typeface="BIZ UDPゴシック" panose="020B0400000000000000" pitchFamily="50" charset="-128"/>
              </a:rPr>
              <a:t>MMI</a:t>
            </a:r>
            <a:r>
              <a:rPr lang="ja-JP" altLang="en-US" sz="1200" dirty="0">
                <a:latin typeface="BIZ UDPゴシック" panose="020B0400000000000000" pitchFamily="50" charset="-128"/>
                <a:ea typeface="BIZ UDPゴシック" panose="020B0400000000000000" pitchFamily="50" charset="-128"/>
              </a:rPr>
              <a:t>は出向者へ</a:t>
            </a:r>
            <a:endParaRPr lang="en-US" altLang="ja-JP" sz="1200" dirty="0">
              <a:latin typeface="BIZ UDPゴシック" panose="020B0400000000000000" pitchFamily="50" charset="-128"/>
              <a:ea typeface="BIZ UDPゴシック" panose="020B0400000000000000" pitchFamily="50" charset="-128"/>
            </a:endParaRPr>
          </a:p>
          <a:p>
            <a:pPr algn="ctr"/>
            <a:r>
              <a:rPr lang="ja-JP" altLang="en-US" sz="1200" dirty="0">
                <a:latin typeface="BIZ UDPゴシック" panose="020B0400000000000000" pitchFamily="50" charset="-128"/>
                <a:ea typeface="BIZ UDPゴシック" panose="020B0400000000000000" pitchFamily="50" charset="-128"/>
              </a:rPr>
              <a:t>「エムエムポイント」を付与する</a:t>
            </a:r>
            <a:endParaRPr lang="en-US" altLang="ja-JP" sz="1200" dirty="0">
              <a:latin typeface="BIZ UDPゴシック" panose="020B0400000000000000" pitchFamily="50" charset="-128"/>
              <a:ea typeface="BIZ UDPゴシック" panose="020B0400000000000000" pitchFamily="50" charset="-128"/>
            </a:endParaRPr>
          </a:p>
        </p:txBody>
      </p:sp>
      <p:sp>
        <p:nvSpPr>
          <p:cNvPr id="81" name="テキスト ボックス 80">
            <a:extLst>
              <a:ext uri="{FF2B5EF4-FFF2-40B4-BE49-F238E27FC236}">
                <a16:creationId xmlns:a16="http://schemas.microsoft.com/office/drawing/2014/main" id="{D8060B25-C41C-C465-64DE-239DCAD4106C}"/>
              </a:ext>
            </a:extLst>
          </p:cNvPr>
          <p:cNvSpPr txBox="1"/>
          <p:nvPr/>
        </p:nvSpPr>
        <p:spPr>
          <a:xfrm>
            <a:off x="2797143" y="5316125"/>
            <a:ext cx="5070971" cy="646331"/>
          </a:xfrm>
          <a:prstGeom prst="rect">
            <a:avLst/>
          </a:prstGeom>
          <a:solidFill>
            <a:schemeClr val="bg1">
              <a:lumMod val="95000"/>
              <a:alpha val="90000"/>
            </a:schemeClr>
          </a:solidFill>
          <a:ln>
            <a:solidFill>
              <a:schemeClr val="bg1">
                <a:lumMod val="75000"/>
              </a:schemeClr>
            </a:solidFill>
          </a:ln>
        </p:spPr>
        <p:txBody>
          <a:bodyPr wrap="square">
            <a:spAutoFit/>
          </a:bodyPr>
          <a:lstStyle/>
          <a:p>
            <a:pPr algn="ctr"/>
            <a:r>
              <a:rPr lang="ja-JP" altLang="en-US" sz="1200" dirty="0">
                <a:latin typeface="BIZ UDPゴシック" panose="020B0400000000000000" pitchFamily="50" charset="-128"/>
                <a:ea typeface="BIZ UDPゴシック" panose="020B0400000000000000" pitchFamily="50" charset="-128"/>
              </a:rPr>
              <a:t>④</a:t>
            </a:r>
            <a:endParaRPr lang="en-US" altLang="ja-JP" sz="1200" dirty="0">
              <a:latin typeface="BIZ UDPゴシック" panose="020B0400000000000000" pitchFamily="50" charset="-128"/>
              <a:ea typeface="BIZ UDPゴシック" panose="020B0400000000000000" pitchFamily="50" charset="-128"/>
            </a:endParaRPr>
          </a:p>
          <a:p>
            <a:pPr algn="ctr"/>
            <a:r>
              <a:rPr lang="en-US" altLang="ja-JP" sz="1200" dirty="0">
                <a:latin typeface="BIZ UDPゴシック" panose="020B0400000000000000" pitchFamily="50" charset="-128"/>
                <a:ea typeface="BIZ UDPゴシック" panose="020B0400000000000000" pitchFamily="50" charset="-128"/>
              </a:rPr>
              <a:t>MMI</a:t>
            </a:r>
            <a:r>
              <a:rPr lang="ja-JP" altLang="en-US" sz="1200" dirty="0">
                <a:latin typeface="BIZ UDPゴシック" panose="020B0400000000000000" pitchFamily="50" charset="-128"/>
                <a:ea typeface="BIZ UDPゴシック" panose="020B0400000000000000" pitchFamily="50" charset="-128"/>
              </a:rPr>
              <a:t>は月次でマルハンユニット人事部へポイントの利用状況を報告する</a:t>
            </a:r>
            <a:endParaRPr lang="en-US" altLang="ja-JP" sz="1200" dirty="0">
              <a:latin typeface="BIZ UDPゴシック" panose="020B0400000000000000" pitchFamily="50" charset="-128"/>
              <a:ea typeface="BIZ UDPゴシック" panose="020B0400000000000000" pitchFamily="50" charset="-128"/>
            </a:endParaRPr>
          </a:p>
          <a:p>
            <a:pPr algn="ctr"/>
            <a:r>
              <a:rPr lang="ja-JP" altLang="en-US" sz="1200" dirty="0">
                <a:latin typeface="BIZ UDPゴシック" panose="020B0400000000000000" pitchFamily="50" charset="-128"/>
                <a:ea typeface="BIZ UDPゴシック" panose="020B0400000000000000" pitchFamily="50" charset="-128"/>
              </a:rPr>
              <a:t>マルハンはＭＭＩへ出向者に関する人件費を請求する</a:t>
            </a:r>
            <a:endParaRPr lang="en-US" altLang="ja-JP" sz="1200" dirty="0">
              <a:latin typeface="BIZ UDPゴシック" panose="020B0400000000000000" pitchFamily="50" charset="-128"/>
              <a:ea typeface="BIZ UDPゴシック" panose="020B0400000000000000" pitchFamily="50" charset="-128"/>
            </a:endParaRPr>
          </a:p>
        </p:txBody>
      </p:sp>
      <p:sp>
        <p:nvSpPr>
          <p:cNvPr id="82" name="テキスト ボックス 81">
            <a:extLst>
              <a:ext uri="{FF2B5EF4-FFF2-40B4-BE49-F238E27FC236}">
                <a16:creationId xmlns:a16="http://schemas.microsoft.com/office/drawing/2014/main" id="{C1C2AB1B-6C68-4BF7-A640-54EB3DA61292}"/>
              </a:ext>
            </a:extLst>
          </p:cNvPr>
          <p:cNvSpPr txBox="1"/>
          <p:nvPr/>
        </p:nvSpPr>
        <p:spPr>
          <a:xfrm>
            <a:off x="6873158" y="3616448"/>
            <a:ext cx="2160000" cy="646331"/>
          </a:xfrm>
          <a:prstGeom prst="rect">
            <a:avLst/>
          </a:prstGeom>
          <a:solidFill>
            <a:schemeClr val="bg1">
              <a:lumMod val="95000"/>
              <a:alpha val="80000"/>
            </a:schemeClr>
          </a:solidFill>
          <a:ln>
            <a:solidFill>
              <a:schemeClr val="bg1">
                <a:lumMod val="75000"/>
              </a:schemeClr>
            </a:solidFill>
          </a:ln>
        </p:spPr>
        <p:txBody>
          <a:bodyPr wrap="square">
            <a:spAutoFit/>
          </a:bodyPr>
          <a:lstStyle/>
          <a:p>
            <a:pPr algn="ctr"/>
            <a:r>
              <a:rPr lang="ja-JP" altLang="en-US" sz="1200" dirty="0">
                <a:latin typeface="BIZ UDPゴシック" panose="020B0400000000000000" pitchFamily="50" charset="-128"/>
                <a:ea typeface="BIZ UDPゴシック" panose="020B0400000000000000" pitchFamily="50" charset="-128"/>
              </a:rPr>
              <a:t>⑤</a:t>
            </a:r>
            <a:endParaRPr lang="en-US" altLang="ja-JP" sz="1200" dirty="0">
              <a:latin typeface="BIZ UDPゴシック" panose="020B0400000000000000" pitchFamily="50" charset="-128"/>
              <a:ea typeface="BIZ UDPゴシック" panose="020B0400000000000000" pitchFamily="50" charset="-128"/>
            </a:endParaRPr>
          </a:p>
          <a:p>
            <a:pPr algn="ctr"/>
            <a:r>
              <a:rPr lang="ja-JP" altLang="en-US" sz="1200" dirty="0">
                <a:latin typeface="BIZ UDPゴシック" panose="020B0400000000000000" pitchFamily="50" charset="-128"/>
                <a:ea typeface="BIZ UDPゴシック" panose="020B0400000000000000" pitchFamily="50" charset="-128"/>
              </a:rPr>
              <a:t>マルハンは出向者へ</a:t>
            </a:r>
            <a:endParaRPr lang="en-US" altLang="ja-JP" sz="1200" dirty="0">
              <a:latin typeface="BIZ UDPゴシック" panose="020B0400000000000000" pitchFamily="50" charset="-128"/>
              <a:ea typeface="BIZ UDPゴシック" panose="020B0400000000000000" pitchFamily="50" charset="-128"/>
            </a:endParaRPr>
          </a:p>
          <a:p>
            <a:pPr algn="ctr"/>
            <a:r>
              <a:rPr lang="ja-JP" altLang="en-US" sz="1200" dirty="0">
                <a:latin typeface="BIZ UDPゴシック" panose="020B0400000000000000" pitchFamily="50" charset="-128"/>
                <a:ea typeface="BIZ UDPゴシック" panose="020B0400000000000000" pitchFamily="50" charset="-128"/>
              </a:rPr>
              <a:t>給与の支払いを行う</a:t>
            </a:r>
            <a:endParaRPr lang="en-US" altLang="ja-JP" sz="1200" dirty="0">
              <a:latin typeface="BIZ UDPゴシック" panose="020B0400000000000000" pitchFamily="50" charset="-128"/>
              <a:ea typeface="BIZ UDPゴシック" panose="020B0400000000000000" pitchFamily="50" charset="-128"/>
            </a:endParaRPr>
          </a:p>
        </p:txBody>
      </p:sp>
      <p:sp>
        <p:nvSpPr>
          <p:cNvPr id="83" name="テキスト ボックス 82">
            <a:extLst>
              <a:ext uri="{FF2B5EF4-FFF2-40B4-BE49-F238E27FC236}">
                <a16:creationId xmlns:a16="http://schemas.microsoft.com/office/drawing/2014/main" id="{10DF62D9-0502-62B6-5244-991A2E98E2EB}"/>
              </a:ext>
            </a:extLst>
          </p:cNvPr>
          <p:cNvSpPr txBox="1"/>
          <p:nvPr/>
        </p:nvSpPr>
        <p:spPr>
          <a:xfrm>
            <a:off x="3397037" y="2401676"/>
            <a:ext cx="3871183" cy="276999"/>
          </a:xfrm>
          <a:prstGeom prst="rect">
            <a:avLst/>
          </a:prstGeom>
          <a:solidFill>
            <a:schemeClr val="bg1">
              <a:lumMod val="95000"/>
              <a:alpha val="90000"/>
            </a:schemeClr>
          </a:solidFill>
          <a:ln>
            <a:solidFill>
              <a:schemeClr val="bg1">
                <a:lumMod val="75000"/>
              </a:schemeClr>
            </a:solidFill>
          </a:ln>
        </p:spPr>
        <p:txBody>
          <a:bodyPr wrap="square">
            <a:spAutoFit/>
          </a:bodyPr>
          <a:lstStyle/>
          <a:p>
            <a:pPr algn="ctr"/>
            <a:r>
              <a:rPr lang="ja-JP" altLang="en-US" sz="1200" dirty="0">
                <a:latin typeface="BIZ UDPゴシック" panose="020B0400000000000000" pitchFamily="50" charset="-128"/>
                <a:ea typeface="BIZ UDPゴシック" panose="020B0400000000000000" pitchFamily="50" charset="-128"/>
              </a:rPr>
              <a:t>③出向者は「エムエムポイント」を利用する</a:t>
            </a:r>
            <a:endParaRPr lang="en-US" altLang="ja-JP" sz="1200" dirty="0">
              <a:latin typeface="BIZ UDPゴシック" panose="020B0400000000000000" pitchFamily="50" charset="-128"/>
              <a:ea typeface="BIZ UDPゴシック" panose="020B0400000000000000" pitchFamily="50" charset="-128"/>
            </a:endParaRPr>
          </a:p>
        </p:txBody>
      </p:sp>
      <p:sp>
        <p:nvSpPr>
          <p:cNvPr id="84" name="テキスト ボックス 83">
            <a:extLst>
              <a:ext uri="{FF2B5EF4-FFF2-40B4-BE49-F238E27FC236}">
                <a16:creationId xmlns:a16="http://schemas.microsoft.com/office/drawing/2014/main" id="{A08BD229-BFA6-2F62-83D0-B76145FEE1BE}"/>
              </a:ext>
            </a:extLst>
          </p:cNvPr>
          <p:cNvSpPr txBox="1"/>
          <p:nvPr/>
        </p:nvSpPr>
        <p:spPr>
          <a:xfrm>
            <a:off x="8099392" y="1256630"/>
            <a:ext cx="865096" cy="276999"/>
          </a:xfrm>
          <a:prstGeom prst="rect">
            <a:avLst/>
          </a:prstGeom>
          <a:noFill/>
        </p:spPr>
        <p:txBody>
          <a:bodyPr wrap="square">
            <a:spAutoFit/>
          </a:bodyPr>
          <a:lstStyle/>
          <a:p>
            <a:pPr algn="ctr"/>
            <a:r>
              <a:rPr lang="ja-JP" altLang="en-US" sz="1200" dirty="0">
                <a:latin typeface="BIZ UDPゴシック" panose="020B0400000000000000" pitchFamily="50" charset="-128"/>
                <a:ea typeface="BIZ UDPゴシック" panose="020B0400000000000000" pitchFamily="50" charset="-128"/>
              </a:rPr>
              <a:t>出向者</a:t>
            </a:r>
            <a:endParaRPr lang="en-US" altLang="ja-JP" sz="1200" dirty="0">
              <a:latin typeface="BIZ UDPゴシック" panose="020B0400000000000000" pitchFamily="50" charset="-128"/>
              <a:ea typeface="BIZ UDPゴシック" panose="020B0400000000000000" pitchFamily="50" charset="-128"/>
            </a:endParaRPr>
          </a:p>
        </p:txBody>
      </p:sp>
      <p:sp>
        <p:nvSpPr>
          <p:cNvPr id="88" name="テキスト ボックス 87">
            <a:extLst>
              <a:ext uri="{FF2B5EF4-FFF2-40B4-BE49-F238E27FC236}">
                <a16:creationId xmlns:a16="http://schemas.microsoft.com/office/drawing/2014/main" id="{19E8AEC0-880B-86D8-E368-A2C20C93DF02}"/>
              </a:ext>
            </a:extLst>
          </p:cNvPr>
          <p:cNvSpPr txBox="1"/>
          <p:nvPr/>
        </p:nvSpPr>
        <p:spPr>
          <a:xfrm>
            <a:off x="1378971" y="5592727"/>
            <a:ext cx="1471885" cy="461665"/>
          </a:xfrm>
          <a:prstGeom prst="rect">
            <a:avLst/>
          </a:prstGeom>
          <a:noFill/>
        </p:spPr>
        <p:txBody>
          <a:bodyPr wrap="square">
            <a:spAutoFit/>
          </a:bodyPr>
          <a:lstStyle/>
          <a:p>
            <a:pPr algn="ctr"/>
            <a:r>
              <a:rPr lang="en-US" altLang="ja-JP" sz="1200" dirty="0">
                <a:latin typeface="BIZ UDPゴシック" panose="020B0400000000000000" pitchFamily="50" charset="-128"/>
                <a:ea typeface="BIZ UDPゴシック" panose="020B0400000000000000" pitchFamily="50" charset="-128"/>
              </a:rPr>
              <a:t>MMI</a:t>
            </a:r>
          </a:p>
          <a:p>
            <a:pPr algn="ctr"/>
            <a:r>
              <a:rPr lang="ja-JP" altLang="en-US" sz="1200" dirty="0">
                <a:latin typeface="BIZ UDPゴシック" panose="020B0400000000000000" pitchFamily="50" charset="-128"/>
                <a:ea typeface="BIZ UDPゴシック" panose="020B0400000000000000" pitchFamily="50" charset="-128"/>
              </a:rPr>
              <a:t>人事部門</a:t>
            </a:r>
            <a:endParaRPr lang="en-US" altLang="ja-JP" sz="1200" dirty="0">
              <a:latin typeface="BIZ UDPゴシック" panose="020B0400000000000000" pitchFamily="50" charset="-128"/>
              <a:ea typeface="BIZ UDPゴシック" panose="020B0400000000000000" pitchFamily="50" charset="-128"/>
            </a:endParaRPr>
          </a:p>
        </p:txBody>
      </p:sp>
      <p:sp>
        <p:nvSpPr>
          <p:cNvPr id="90" name="テキスト ボックス 89">
            <a:extLst>
              <a:ext uri="{FF2B5EF4-FFF2-40B4-BE49-F238E27FC236}">
                <a16:creationId xmlns:a16="http://schemas.microsoft.com/office/drawing/2014/main" id="{3F2BAEF7-1525-9B55-B998-AA52A982AFCB}"/>
              </a:ext>
            </a:extLst>
          </p:cNvPr>
          <p:cNvSpPr txBox="1"/>
          <p:nvPr/>
        </p:nvSpPr>
        <p:spPr>
          <a:xfrm>
            <a:off x="8112288" y="5592727"/>
            <a:ext cx="903831" cy="461665"/>
          </a:xfrm>
          <a:prstGeom prst="rect">
            <a:avLst/>
          </a:prstGeom>
          <a:noFill/>
        </p:spPr>
        <p:txBody>
          <a:bodyPr wrap="square">
            <a:spAutoFit/>
          </a:bodyPr>
          <a:lstStyle/>
          <a:p>
            <a:pPr algn="ctr"/>
            <a:r>
              <a:rPr lang="ja-JP" altLang="en-US" sz="1200" dirty="0">
                <a:latin typeface="BIZ UDPゴシック" panose="020B0400000000000000" pitchFamily="50" charset="-128"/>
                <a:ea typeface="BIZ UDPゴシック" panose="020B0400000000000000" pitchFamily="50" charset="-128"/>
              </a:rPr>
              <a:t>マルハン</a:t>
            </a:r>
            <a:endParaRPr lang="en-US" altLang="ja-JP" sz="1200" dirty="0">
              <a:latin typeface="BIZ UDPゴシック" panose="020B0400000000000000" pitchFamily="50" charset="-128"/>
              <a:ea typeface="BIZ UDPゴシック" panose="020B0400000000000000" pitchFamily="50" charset="-128"/>
            </a:endParaRPr>
          </a:p>
          <a:p>
            <a:pPr algn="ctr"/>
            <a:r>
              <a:rPr lang="ja-JP" altLang="en-US" sz="1200" dirty="0">
                <a:latin typeface="BIZ UDPゴシック" panose="020B0400000000000000" pitchFamily="50" charset="-128"/>
                <a:ea typeface="BIZ UDPゴシック" panose="020B0400000000000000" pitchFamily="50" charset="-128"/>
              </a:rPr>
              <a:t>人事部門</a:t>
            </a:r>
            <a:endParaRPr lang="en-US" altLang="ja-JP" sz="1200" dirty="0">
              <a:latin typeface="BIZ UDPゴシック" panose="020B0400000000000000" pitchFamily="50" charset="-128"/>
              <a:ea typeface="BIZ UDPゴシック" panose="020B0400000000000000" pitchFamily="50" charset="-128"/>
            </a:endParaRPr>
          </a:p>
        </p:txBody>
      </p:sp>
      <p:pic>
        <p:nvPicPr>
          <p:cNvPr id="92" name="図 91">
            <a:extLst>
              <a:ext uri="{FF2B5EF4-FFF2-40B4-BE49-F238E27FC236}">
                <a16:creationId xmlns:a16="http://schemas.microsoft.com/office/drawing/2014/main" id="{AD9586E6-0FE1-0E7F-6BC2-906B1507612A}"/>
              </a:ext>
            </a:extLst>
          </p:cNvPr>
          <p:cNvPicPr>
            <a:picLocks noChangeAspect="1"/>
          </p:cNvPicPr>
          <p:nvPr/>
        </p:nvPicPr>
        <p:blipFill>
          <a:blip r:embed="rId6" cstate="print">
            <a:extLst>
              <a:ext uri="{28A0092B-C50C-407E-A947-70E740481C1C}">
                <a14:useLocalDpi xmlns:a14="http://schemas.microsoft.com/office/drawing/2010/main" val="0"/>
              </a:ext>
            </a:extLst>
          </a:blip>
          <a:srcRect l="21650" t="55057" r="21651"/>
          <a:stretch/>
        </p:blipFill>
        <p:spPr>
          <a:xfrm>
            <a:off x="5044596" y="4680746"/>
            <a:ext cx="576064" cy="456615"/>
          </a:xfrm>
          <a:prstGeom prst="rect">
            <a:avLst/>
          </a:prstGeom>
        </p:spPr>
      </p:pic>
      <p:sp>
        <p:nvSpPr>
          <p:cNvPr id="93" name="吹き出し: 四角形 92">
            <a:extLst>
              <a:ext uri="{FF2B5EF4-FFF2-40B4-BE49-F238E27FC236}">
                <a16:creationId xmlns:a16="http://schemas.microsoft.com/office/drawing/2014/main" id="{24B14D47-56E2-CA05-4350-91117F3E9513}"/>
              </a:ext>
            </a:extLst>
          </p:cNvPr>
          <p:cNvSpPr/>
          <p:nvPr/>
        </p:nvSpPr>
        <p:spPr>
          <a:xfrm>
            <a:off x="4381319" y="6096935"/>
            <a:ext cx="3486795" cy="500417"/>
          </a:xfrm>
          <a:prstGeom prst="wedgeRectCallout">
            <a:avLst>
              <a:gd name="adj1" fmla="val 60270"/>
              <a:gd name="adj2" fmla="val -55838"/>
            </a:avLst>
          </a:prstGeom>
          <a:solidFill>
            <a:srgbClr val="FFFFCC"/>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ポイント利用分は課税の対象として処理するが、</a:t>
            </a:r>
            <a:endPar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algn="ctr"/>
            <a:r>
              <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MMI</a:t>
            </a: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への請求額には含めない</a:t>
            </a:r>
            <a:endPar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pic>
        <p:nvPicPr>
          <p:cNvPr id="95" name="図 94">
            <a:extLst>
              <a:ext uri="{FF2B5EF4-FFF2-40B4-BE49-F238E27FC236}">
                <a16:creationId xmlns:a16="http://schemas.microsoft.com/office/drawing/2014/main" id="{34302A2E-3C4A-131E-9B66-2E4304EA61A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24842" y="6021288"/>
            <a:ext cx="934790" cy="312682"/>
          </a:xfrm>
          <a:prstGeom prst="rect">
            <a:avLst/>
          </a:prstGeom>
        </p:spPr>
      </p:pic>
      <p:pic>
        <p:nvPicPr>
          <p:cNvPr id="49" name="図 48">
            <a:extLst>
              <a:ext uri="{FF2B5EF4-FFF2-40B4-BE49-F238E27FC236}">
                <a16:creationId xmlns:a16="http://schemas.microsoft.com/office/drawing/2014/main" id="{D0C05CF8-7401-A260-DD9B-439CDD1F7C6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flipH="1">
            <a:off x="8096116" y="1522183"/>
            <a:ext cx="893715" cy="895286"/>
          </a:xfrm>
          <a:prstGeom prst="rect">
            <a:avLst/>
          </a:prstGeom>
        </p:spPr>
      </p:pic>
      <p:sp>
        <p:nvSpPr>
          <p:cNvPr id="96" name="テキスト ボックス 95">
            <a:extLst>
              <a:ext uri="{FF2B5EF4-FFF2-40B4-BE49-F238E27FC236}">
                <a16:creationId xmlns:a16="http://schemas.microsoft.com/office/drawing/2014/main" id="{5C33590E-55B3-8AFF-A1EF-EC64125A8B62}"/>
              </a:ext>
            </a:extLst>
          </p:cNvPr>
          <p:cNvSpPr txBox="1"/>
          <p:nvPr/>
        </p:nvSpPr>
        <p:spPr>
          <a:xfrm>
            <a:off x="38607" y="6381328"/>
            <a:ext cx="1581065" cy="461665"/>
          </a:xfrm>
          <a:prstGeom prst="rect">
            <a:avLst/>
          </a:prstGeom>
          <a:solidFill>
            <a:schemeClr val="bg1"/>
          </a:solidFill>
        </p:spPr>
        <p:txBody>
          <a:bodyPr wrap="square">
            <a:spAutoFit/>
          </a:bodyPr>
          <a:lstStyle/>
          <a:p>
            <a:pPr algn="ctr"/>
            <a:r>
              <a:rPr lang="ja-JP" altLang="en-US" sz="1200" dirty="0">
                <a:latin typeface="BIZ UDPゴシック" panose="020B0400000000000000" pitchFamily="50" charset="-128"/>
                <a:ea typeface="BIZ UDPゴシック" panose="020B0400000000000000" pitchFamily="50" charset="-128"/>
              </a:rPr>
              <a:t>ステラパートナー</a:t>
            </a:r>
            <a:endParaRPr lang="en-US" altLang="ja-JP" sz="1200" dirty="0">
              <a:latin typeface="BIZ UDPゴシック" panose="020B0400000000000000" pitchFamily="50" charset="-128"/>
              <a:ea typeface="BIZ UDPゴシック" panose="020B0400000000000000" pitchFamily="50" charset="-128"/>
            </a:endParaRPr>
          </a:p>
          <a:p>
            <a:pPr algn="ctr"/>
            <a:r>
              <a:rPr lang="ja-JP" altLang="en-US" sz="1200" dirty="0">
                <a:latin typeface="BIZ UDPゴシック" panose="020B0400000000000000" pitchFamily="50" charset="-128"/>
                <a:ea typeface="BIZ UDPゴシック" panose="020B0400000000000000" pitchFamily="50" charset="-128"/>
              </a:rPr>
              <a:t>（システム運用会社）</a:t>
            </a:r>
            <a:endParaRPr lang="en-US" altLang="ja-JP" sz="1200" dirty="0">
              <a:latin typeface="BIZ UDPゴシック" panose="020B0400000000000000" pitchFamily="50" charset="-128"/>
              <a:ea typeface="BIZ UDPゴシック" panose="020B0400000000000000" pitchFamily="50" charset="-128"/>
            </a:endParaRPr>
          </a:p>
        </p:txBody>
      </p:sp>
      <p:cxnSp>
        <p:nvCxnSpPr>
          <p:cNvPr id="98" name="コネクタ: カギ線 97">
            <a:extLst>
              <a:ext uri="{FF2B5EF4-FFF2-40B4-BE49-F238E27FC236}">
                <a16:creationId xmlns:a16="http://schemas.microsoft.com/office/drawing/2014/main" id="{B5D0BE9A-F958-9E15-B737-5E1A2BDE4E53}"/>
              </a:ext>
            </a:extLst>
          </p:cNvPr>
          <p:cNvCxnSpPr>
            <a:cxnSpLocks/>
            <a:stCxn id="95" idx="0"/>
          </p:cNvCxnSpPr>
          <p:nvPr/>
        </p:nvCxnSpPr>
        <p:spPr>
          <a:xfrm rot="5400000" flipH="1" flipV="1">
            <a:off x="984084" y="5186469"/>
            <a:ext cx="642972" cy="1026666"/>
          </a:xfrm>
          <a:prstGeom prst="bentConnector2">
            <a:avLst/>
          </a:prstGeom>
          <a:ln>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100" name="テキスト ボックス 99">
            <a:extLst>
              <a:ext uri="{FF2B5EF4-FFF2-40B4-BE49-F238E27FC236}">
                <a16:creationId xmlns:a16="http://schemas.microsoft.com/office/drawing/2014/main" id="{EA8F1309-2701-FD54-CF3B-2748300ECC5C}"/>
              </a:ext>
            </a:extLst>
          </p:cNvPr>
          <p:cNvSpPr txBox="1"/>
          <p:nvPr/>
        </p:nvSpPr>
        <p:spPr>
          <a:xfrm>
            <a:off x="56294" y="4654296"/>
            <a:ext cx="1471885" cy="646331"/>
          </a:xfrm>
          <a:prstGeom prst="rect">
            <a:avLst/>
          </a:prstGeom>
          <a:solidFill>
            <a:schemeClr val="bg1">
              <a:lumMod val="95000"/>
              <a:alpha val="90000"/>
            </a:schemeClr>
          </a:solidFill>
          <a:ln>
            <a:solidFill>
              <a:schemeClr val="bg1">
                <a:lumMod val="75000"/>
              </a:schemeClr>
            </a:solidFill>
          </a:ln>
        </p:spPr>
        <p:txBody>
          <a:bodyPr wrap="square">
            <a:spAutoFit/>
          </a:bodyPr>
          <a:lstStyle/>
          <a:p>
            <a:pPr algn="ctr"/>
            <a:r>
              <a:rPr lang="ja-JP" altLang="en-US" sz="1200" dirty="0">
                <a:latin typeface="BIZ UDPゴシック" panose="020B0400000000000000" pitchFamily="50" charset="-128"/>
                <a:ea typeface="BIZ UDPゴシック" panose="020B0400000000000000" pitchFamily="50" charset="-128"/>
              </a:rPr>
              <a:t>⑥</a:t>
            </a:r>
            <a:endParaRPr lang="en-US" altLang="ja-JP" sz="1200" dirty="0">
              <a:latin typeface="BIZ UDPゴシック" panose="020B0400000000000000" pitchFamily="50" charset="-128"/>
              <a:ea typeface="BIZ UDPゴシック" panose="020B0400000000000000" pitchFamily="50" charset="-128"/>
            </a:endParaRPr>
          </a:p>
          <a:p>
            <a:pPr algn="ctr"/>
            <a:r>
              <a:rPr lang="ja-JP" altLang="en-US" sz="1200" dirty="0">
                <a:latin typeface="BIZ UDPゴシック" panose="020B0400000000000000" pitchFamily="50" charset="-128"/>
                <a:ea typeface="BIZ UDPゴシック" panose="020B0400000000000000" pitchFamily="50" charset="-128"/>
              </a:rPr>
              <a:t>出向者のポイント</a:t>
            </a:r>
            <a:endParaRPr lang="en-US" altLang="ja-JP" sz="1200" dirty="0">
              <a:latin typeface="BIZ UDPゴシック" panose="020B0400000000000000" pitchFamily="50" charset="-128"/>
              <a:ea typeface="BIZ UDPゴシック" panose="020B0400000000000000" pitchFamily="50" charset="-128"/>
            </a:endParaRPr>
          </a:p>
          <a:p>
            <a:pPr algn="ctr"/>
            <a:r>
              <a:rPr lang="ja-JP" altLang="en-US" sz="1200" dirty="0">
                <a:latin typeface="BIZ UDPゴシック" panose="020B0400000000000000" pitchFamily="50" charset="-128"/>
                <a:ea typeface="BIZ UDPゴシック" panose="020B0400000000000000" pitchFamily="50" charset="-128"/>
              </a:rPr>
              <a:t>利用分の支払い</a:t>
            </a:r>
            <a:endParaRPr lang="en-US" altLang="ja-JP" sz="1200" dirty="0">
              <a:latin typeface="BIZ UDPゴシック" panose="020B0400000000000000" pitchFamily="50" charset="-128"/>
              <a:ea typeface="BIZ UDPゴシック" panose="020B0400000000000000" pitchFamily="50" charset="-128"/>
            </a:endParaRPr>
          </a:p>
        </p:txBody>
      </p:sp>
      <p:pic>
        <p:nvPicPr>
          <p:cNvPr id="112" name="図 111">
            <a:extLst>
              <a:ext uri="{FF2B5EF4-FFF2-40B4-BE49-F238E27FC236}">
                <a16:creationId xmlns:a16="http://schemas.microsoft.com/office/drawing/2014/main" id="{C1480F79-F308-062C-0EC9-039581BB344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56033" y="5425374"/>
            <a:ext cx="455537" cy="455537"/>
          </a:xfrm>
          <a:prstGeom prst="rect">
            <a:avLst/>
          </a:prstGeom>
        </p:spPr>
      </p:pic>
      <p:pic>
        <p:nvPicPr>
          <p:cNvPr id="115" name="図 114">
            <a:extLst>
              <a:ext uri="{FF2B5EF4-FFF2-40B4-BE49-F238E27FC236}">
                <a16:creationId xmlns:a16="http://schemas.microsoft.com/office/drawing/2014/main" id="{CFC8098A-96E7-F27E-8AA6-245E9A56087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032905" y="2666575"/>
            <a:ext cx="970206" cy="878037"/>
          </a:xfrm>
          <a:prstGeom prst="rect">
            <a:avLst/>
          </a:prstGeom>
        </p:spPr>
      </p:pic>
      <p:cxnSp>
        <p:nvCxnSpPr>
          <p:cNvPr id="4" name="直線矢印コネクタ 3">
            <a:extLst>
              <a:ext uri="{FF2B5EF4-FFF2-40B4-BE49-F238E27FC236}">
                <a16:creationId xmlns:a16="http://schemas.microsoft.com/office/drawing/2014/main" id="{0F3538F4-E1E3-13C4-ABCC-6EA4D563F2E2}"/>
              </a:ext>
            </a:extLst>
          </p:cNvPr>
          <p:cNvCxnSpPr>
            <a:cxnSpLocks/>
            <a:stCxn id="16" idx="3"/>
            <a:endCxn id="18" idx="1"/>
          </p:cNvCxnSpPr>
          <p:nvPr/>
        </p:nvCxnSpPr>
        <p:spPr>
          <a:xfrm>
            <a:off x="2431318" y="5196949"/>
            <a:ext cx="5810696" cy="0"/>
          </a:xfrm>
          <a:prstGeom prst="straightConnector1">
            <a:avLst/>
          </a:prstGeom>
          <a:ln>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3" name="タイトル 1">
            <a:extLst>
              <a:ext uri="{FF2B5EF4-FFF2-40B4-BE49-F238E27FC236}">
                <a16:creationId xmlns:a16="http://schemas.microsoft.com/office/drawing/2014/main" id="{406FDA76-72F4-8A6B-2FF9-31456EE56905}"/>
              </a:ext>
            </a:extLst>
          </p:cNvPr>
          <p:cNvSpPr txBox="1">
            <a:spLocks/>
          </p:cNvSpPr>
          <p:nvPr/>
        </p:nvSpPr>
        <p:spPr>
          <a:xfrm>
            <a:off x="6732240" y="86586"/>
            <a:ext cx="1510802" cy="610947"/>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en-US" altLang="ja-JP" sz="1050" dirty="0">
                <a:latin typeface="BIZ UDPゴシック" panose="020B0400000000000000" pitchFamily="50" charset="-128"/>
                <a:ea typeface="BIZ UDPゴシック" panose="020B0400000000000000" pitchFamily="50" charset="-128"/>
              </a:rPr>
              <a:t>2025</a:t>
            </a:r>
            <a:r>
              <a:rPr lang="ja-JP" altLang="en-US" sz="1050" dirty="0">
                <a:latin typeface="BIZ UDPゴシック" panose="020B0400000000000000" pitchFamily="50" charset="-128"/>
                <a:ea typeface="BIZ UDPゴシック" panose="020B0400000000000000" pitchFamily="50" charset="-128"/>
              </a:rPr>
              <a:t>年</a:t>
            </a:r>
            <a:r>
              <a:rPr lang="en-US" altLang="ja-JP" sz="1050" dirty="0">
                <a:latin typeface="BIZ UDPゴシック" panose="020B0400000000000000" pitchFamily="50" charset="-128"/>
                <a:ea typeface="BIZ UDPゴシック" panose="020B0400000000000000" pitchFamily="50" charset="-128"/>
              </a:rPr>
              <a:t>4</a:t>
            </a:r>
            <a:r>
              <a:rPr lang="ja-JP" altLang="en-US" sz="1050" dirty="0">
                <a:latin typeface="BIZ UDPゴシック" panose="020B0400000000000000" pitchFamily="50" charset="-128"/>
                <a:ea typeface="BIZ UDPゴシック" panose="020B0400000000000000" pitchFamily="50" charset="-128"/>
              </a:rPr>
              <a:t>月</a:t>
            </a:r>
            <a:r>
              <a:rPr lang="en-US" altLang="ja-JP" sz="1050" dirty="0">
                <a:latin typeface="BIZ UDPゴシック" panose="020B0400000000000000" pitchFamily="50" charset="-128"/>
                <a:ea typeface="BIZ UDPゴシック" panose="020B0400000000000000" pitchFamily="50" charset="-128"/>
              </a:rPr>
              <a:t>8</a:t>
            </a:r>
            <a:r>
              <a:rPr lang="ja-JP" altLang="en-US" sz="1050" dirty="0">
                <a:latin typeface="BIZ UDPゴシック" panose="020B0400000000000000" pitchFamily="50" charset="-128"/>
                <a:ea typeface="BIZ UDPゴシック" panose="020B0400000000000000" pitchFamily="50" charset="-128"/>
              </a:rPr>
              <a:t>日</a:t>
            </a:r>
            <a:endParaRPr lang="en-US" altLang="ja-JP" sz="1050" dirty="0">
              <a:latin typeface="BIZ UDPゴシック" panose="020B0400000000000000" pitchFamily="50" charset="-128"/>
              <a:ea typeface="BIZ UDPゴシック" panose="020B0400000000000000" pitchFamily="50" charset="-128"/>
            </a:endParaRPr>
          </a:p>
          <a:p>
            <a:pPr algn="r"/>
            <a:r>
              <a:rPr lang="ja-JP" altLang="en-US" sz="1050" dirty="0">
                <a:latin typeface="BIZ UDPゴシック" panose="020B0400000000000000" pitchFamily="50" charset="-128"/>
                <a:ea typeface="BIZ UDPゴシック" panose="020B0400000000000000" pitchFamily="50" charset="-128"/>
              </a:rPr>
              <a:t>管理部　檜垣</a:t>
            </a:r>
            <a:endParaRPr lang="en-US" altLang="ja-JP" sz="105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491987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395536" y="2808002"/>
            <a:ext cx="9144000" cy="819522"/>
          </a:xfrm>
          <a:effectLst/>
        </p:spPr>
        <p:txBody>
          <a:bodyPr>
            <a:noAutofit/>
          </a:bodyPr>
          <a:lstStyle/>
          <a:p>
            <a:pPr algn="l"/>
            <a:r>
              <a:rPr lang="ja-JP" altLang="en-US" sz="3200" b="1" dirty="0"/>
              <a:t>営業インセンティブ運用の変更について　</a:t>
            </a:r>
          </a:p>
        </p:txBody>
      </p:sp>
      <p:sp>
        <p:nvSpPr>
          <p:cNvPr id="6"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3</a:t>
            </a:fld>
            <a:r>
              <a:rPr lang="ja-JP" altLang="en-US" sz="1050" dirty="0">
                <a:latin typeface="Helvetica" pitchFamily="34" charset="0"/>
                <a:ea typeface="中ゴシックBBB" pitchFamily="49" charset="-128"/>
              </a:rPr>
              <a:t>－</a:t>
            </a:r>
          </a:p>
        </p:txBody>
      </p:sp>
      <p:sp>
        <p:nvSpPr>
          <p:cNvPr id="9" name="タイトル 1"/>
          <p:cNvSpPr txBox="1">
            <a:spLocks/>
          </p:cNvSpPr>
          <p:nvPr/>
        </p:nvSpPr>
        <p:spPr>
          <a:xfrm>
            <a:off x="1336104" y="3637564"/>
            <a:ext cx="7772400" cy="81952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en-US" altLang="ja-JP" sz="1400" dirty="0">
                <a:latin typeface="BIZ UDPゴシック" panose="020B0400000000000000" pitchFamily="50" charset="-128"/>
                <a:ea typeface="BIZ UDPゴシック" panose="020B0400000000000000" pitchFamily="50" charset="-128"/>
              </a:rPr>
              <a:t>2024</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5</a:t>
            </a:r>
            <a:r>
              <a:rPr lang="ja-JP" altLang="en-US" sz="1400" dirty="0">
                <a:latin typeface="BIZ UDPゴシック" panose="020B0400000000000000" pitchFamily="50" charset="-128"/>
                <a:ea typeface="BIZ UDPゴシック" panose="020B0400000000000000" pitchFamily="50" charset="-128"/>
              </a:rPr>
              <a:t>月</a:t>
            </a:r>
            <a:r>
              <a:rPr lang="en-US" altLang="ja-JP" sz="1400" dirty="0">
                <a:latin typeface="BIZ UDPゴシック" panose="020B0400000000000000" pitchFamily="50" charset="-128"/>
                <a:ea typeface="BIZ UDPゴシック" panose="020B0400000000000000" pitchFamily="50" charset="-128"/>
              </a:rPr>
              <a:t>13</a:t>
            </a:r>
            <a:r>
              <a:rPr lang="ja-JP" altLang="en-US" sz="1400" dirty="0">
                <a:latin typeface="BIZ UDPゴシック" panose="020B0400000000000000" pitchFamily="50" charset="-128"/>
                <a:ea typeface="BIZ UDPゴシック" panose="020B0400000000000000" pitchFamily="50" charset="-128"/>
              </a:rPr>
              <a:t>日</a:t>
            </a:r>
            <a:endParaRPr lang="en-US" altLang="ja-JP" sz="1400" dirty="0">
              <a:latin typeface="BIZ UDPゴシック" panose="020B0400000000000000" pitchFamily="50" charset="-128"/>
              <a:ea typeface="BIZ UDPゴシック" panose="020B0400000000000000" pitchFamily="50" charset="-128"/>
            </a:endParaRPr>
          </a:p>
          <a:p>
            <a:pPr algn="r"/>
            <a:r>
              <a:rPr lang="ja-JP" altLang="en-US" sz="1400" dirty="0">
                <a:latin typeface="BIZ UDPゴシック" panose="020B0400000000000000" pitchFamily="50" charset="-128"/>
                <a:ea typeface="BIZ UDPゴシック" panose="020B0400000000000000" pitchFamily="50" charset="-128"/>
              </a:rPr>
              <a:t>営業企画チーム　宋</a:t>
            </a:r>
            <a:endParaRPr lang="en-US" altLang="ja-JP" sz="1400" dirty="0">
              <a:latin typeface="BIZ UDPゴシック" panose="020B0400000000000000" pitchFamily="50" charset="-128"/>
              <a:ea typeface="BIZ UDPゴシック" panose="020B0400000000000000" pitchFamily="50" charset="-128"/>
            </a:endParaRPr>
          </a:p>
        </p:txBody>
      </p:sp>
      <p:sp>
        <p:nvSpPr>
          <p:cNvPr id="5" name="タイトル 1">
            <a:extLst>
              <a:ext uri="{FF2B5EF4-FFF2-40B4-BE49-F238E27FC236}">
                <a16:creationId xmlns:a16="http://schemas.microsoft.com/office/drawing/2014/main" id="{F2D8E446-4DC4-4331-AD10-DF30DC853BDE}"/>
              </a:ext>
            </a:extLst>
          </p:cNvPr>
          <p:cNvSpPr txBox="1">
            <a:spLocks/>
          </p:cNvSpPr>
          <p:nvPr/>
        </p:nvSpPr>
        <p:spPr>
          <a:xfrm>
            <a:off x="0" y="507447"/>
            <a:ext cx="8950108" cy="819522"/>
          </a:xfrm>
          <a:prstGeom prst="rect">
            <a:avLst/>
          </a:prstGeom>
          <a:effectLst/>
        </p:spPr>
        <p:txBody>
          <a:bodyPr vert="horz" lIns="91432" tIns="45717" rIns="91432" bIns="45717" rtlCol="0" anchor="ctr">
            <a:noAutofit/>
          </a:bodyPr>
          <a:lstStyle>
            <a:lvl1pPr algn="ctr" defTabSz="914325"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l"/>
            <a:endParaRPr lang="ja-JP" altLang="en-US" sz="2400" dirty="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26164486-31B2-4B90-A859-57D552DF62EE}"/>
              </a:ext>
            </a:extLst>
          </p:cNvPr>
          <p:cNvSpPr txBox="1"/>
          <p:nvPr/>
        </p:nvSpPr>
        <p:spPr>
          <a:xfrm>
            <a:off x="179512" y="4535351"/>
            <a:ext cx="8385522" cy="1938992"/>
          </a:xfrm>
          <a:prstGeom prst="rect">
            <a:avLst/>
          </a:prstGeom>
          <a:noFill/>
        </p:spPr>
        <p:txBody>
          <a:bodyPr wrap="square" rtlCol="0">
            <a:spAutoFit/>
          </a:bodyPr>
          <a:lstStyle/>
          <a:p>
            <a:pPr marL="285750" indent="-285750">
              <a:buFont typeface="Arial" panose="020B0604020202020204" pitchFamily="34" charset="0"/>
              <a:buChar char="•"/>
            </a:pPr>
            <a:r>
              <a:rPr kumimoji="1" lang="en-US" altLang="ja-JP" sz="2400" b="1" dirty="0">
                <a:latin typeface="メイリオ" panose="020B0604030504040204" pitchFamily="50" charset="-128"/>
                <a:ea typeface="メイリオ" panose="020B0604030504040204" pitchFamily="50" charset="-128"/>
              </a:rPr>
              <a:t>29</a:t>
            </a:r>
            <a:r>
              <a:rPr kumimoji="1" lang="ja-JP" altLang="en-US" sz="2400" b="1" dirty="0">
                <a:latin typeface="メイリオ" panose="020B0604030504040204" pitchFamily="50" charset="-128"/>
                <a:ea typeface="メイリオ" panose="020B0604030504040204" pitchFamily="50" charset="-128"/>
              </a:rPr>
              <a:t>期営業インセンティブ支給の目的</a:t>
            </a:r>
            <a:endParaRPr lang="en-US" altLang="ja-JP" sz="2400" b="1"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kumimoji="1" lang="en-US" altLang="ja-JP" sz="2400" b="1" dirty="0">
                <a:latin typeface="メイリオ" panose="020B0604030504040204" pitchFamily="50" charset="-128"/>
                <a:ea typeface="メイリオ" panose="020B0604030504040204" pitchFamily="50" charset="-128"/>
              </a:rPr>
              <a:t>30</a:t>
            </a:r>
            <a:r>
              <a:rPr kumimoji="1" lang="ja-JP" altLang="en-US" sz="2400" b="1" dirty="0">
                <a:latin typeface="メイリオ" panose="020B0604030504040204" pitchFamily="50" charset="-128"/>
                <a:ea typeface="メイリオ" panose="020B0604030504040204" pitchFamily="50" charset="-128"/>
              </a:rPr>
              <a:t>期変更点と変更の狙い</a:t>
            </a:r>
            <a:endParaRPr kumimoji="1" lang="en-US" altLang="ja-JP" sz="2400" b="1"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kumimoji="1" lang="ja-JP" altLang="en-US" sz="2400" b="1" dirty="0">
                <a:latin typeface="メイリオ" panose="020B0604030504040204" pitchFamily="50" charset="-128"/>
                <a:ea typeface="メイリオ" panose="020B0604030504040204" pitchFamily="50" charset="-128"/>
              </a:rPr>
              <a:t>事例</a:t>
            </a:r>
            <a:endParaRPr kumimoji="1" lang="en-US" altLang="ja-JP" sz="2400" b="1"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lang="ja-JP" altLang="en-US" sz="2400" b="1" i="0" dirty="0">
                <a:effectLst/>
                <a:latin typeface="メイリオ" panose="020B0604030504040204" pitchFamily="50" charset="-128"/>
                <a:ea typeface="メイリオ" panose="020B0604030504040204" pitchFamily="50" charset="-128"/>
              </a:rPr>
              <a:t>結論</a:t>
            </a:r>
            <a:endParaRPr lang="en-US" altLang="ja-JP" sz="2400" b="1"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endParaRPr lang="ja-JP" altLang="en-US" sz="2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628837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9"/>
          <p:cNvGraphicFramePr>
            <a:graphicFrameLocks noGrp="1"/>
          </p:cNvGraphicFramePr>
          <p:nvPr>
            <p:extLst>
              <p:ext uri="{D42A27DB-BD31-4B8C-83A1-F6EECF244321}">
                <p14:modId xmlns:p14="http://schemas.microsoft.com/office/powerpoint/2010/main" val="4258487690"/>
              </p:ext>
            </p:extLst>
          </p:nvPr>
        </p:nvGraphicFramePr>
        <p:xfrm>
          <a:off x="525259" y="1645545"/>
          <a:ext cx="7848599" cy="2024378"/>
        </p:xfrm>
        <a:graphic>
          <a:graphicData uri="http://schemas.openxmlformats.org/drawingml/2006/table">
            <a:tbl>
              <a:tblPr firstRow="1" bandRow="1">
                <a:tableStyleId>{2D5ABB26-0587-4C30-8999-92F81FD0307C}</a:tableStyleId>
              </a:tblPr>
              <a:tblGrid>
                <a:gridCol w="1151890">
                  <a:extLst>
                    <a:ext uri="{9D8B030D-6E8A-4147-A177-3AD203B41FA5}">
                      <a16:colId xmlns:a16="http://schemas.microsoft.com/office/drawing/2014/main" val="20000"/>
                    </a:ext>
                  </a:extLst>
                </a:gridCol>
                <a:gridCol w="2076450">
                  <a:extLst>
                    <a:ext uri="{9D8B030D-6E8A-4147-A177-3AD203B41FA5}">
                      <a16:colId xmlns:a16="http://schemas.microsoft.com/office/drawing/2014/main" val="20001"/>
                    </a:ext>
                  </a:extLst>
                </a:gridCol>
                <a:gridCol w="2310130">
                  <a:extLst>
                    <a:ext uri="{9D8B030D-6E8A-4147-A177-3AD203B41FA5}">
                      <a16:colId xmlns:a16="http://schemas.microsoft.com/office/drawing/2014/main" val="20002"/>
                    </a:ext>
                  </a:extLst>
                </a:gridCol>
                <a:gridCol w="2310129">
                  <a:extLst>
                    <a:ext uri="{9D8B030D-6E8A-4147-A177-3AD203B41FA5}">
                      <a16:colId xmlns:a16="http://schemas.microsoft.com/office/drawing/2014/main" val="20003"/>
                    </a:ext>
                  </a:extLst>
                </a:gridCol>
              </a:tblGrid>
              <a:tr h="289178">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F3763"/>
                    </a:solidFill>
                  </a:tcPr>
                </a:tc>
                <a:tc>
                  <a:txBody>
                    <a:bodyPr/>
                    <a:lstStyle/>
                    <a:p>
                      <a:pPr algn="ctr">
                        <a:lnSpc>
                          <a:spcPct val="100000"/>
                        </a:lnSpc>
                        <a:spcBef>
                          <a:spcPts val="495"/>
                        </a:spcBef>
                      </a:pPr>
                      <a:r>
                        <a:rPr sz="1100" b="1" dirty="0">
                          <a:solidFill>
                            <a:srgbClr val="FFFFFF"/>
                          </a:solidFill>
                          <a:latin typeface="Microsoft YaHei UI"/>
                          <a:cs typeface="Microsoft YaHei UI"/>
                        </a:rPr>
                        <a:t>誰が支給す</a:t>
                      </a:r>
                      <a:r>
                        <a:rPr sz="1100" b="1" spc="-5" dirty="0">
                          <a:solidFill>
                            <a:srgbClr val="FFFFFF"/>
                          </a:solidFill>
                          <a:latin typeface="Microsoft YaHei UI"/>
                          <a:cs typeface="Microsoft YaHei UI"/>
                        </a:rPr>
                        <a:t>る</a:t>
                      </a:r>
                      <a:r>
                        <a:rPr sz="1100" b="1" dirty="0">
                          <a:solidFill>
                            <a:srgbClr val="FFFFFF"/>
                          </a:solidFill>
                          <a:latin typeface="Microsoft YaHei UI"/>
                          <a:cs typeface="Microsoft YaHei UI"/>
                        </a:rPr>
                        <a:t>？</a:t>
                      </a:r>
                      <a:endParaRPr sz="1100" dirty="0">
                        <a:latin typeface="Microsoft YaHei UI"/>
                        <a:cs typeface="Microsoft YaHei UI"/>
                      </a:endParaRPr>
                    </a:p>
                  </a:txBody>
                  <a:tcPr marL="0" marR="0" marT="628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F3763"/>
                    </a:solidFill>
                  </a:tcPr>
                </a:tc>
                <a:tc>
                  <a:txBody>
                    <a:bodyPr/>
                    <a:lstStyle/>
                    <a:p>
                      <a:pPr marL="1270" algn="ctr">
                        <a:lnSpc>
                          <a:spcPct val="100000"/>
                        </a:lnSpc>
                        <a:spcBef>
                          <a:spcPts val="495"/>
                        </a:spcBef>
                      </a:pPr>
                      <a:r>
                        <a:rPr sz="1100" b="1" dirty="0">
                          <a:solidFill>
                            <a:srgbClr val="FFFFFF"/>
                          </a:solidFill>
                          <a:latin typeface="Microsoft YaHei UI"/>
                          <a:cs typeface="Microsoft YaHei UI"/>
                        </a:rPr>
                        <a:t>いつ評価す</a:t>
                      </a:r>
                      <a:r>
                        <a:rPr sz="1100" b="1" spc="-5" dirty="0">
                          <a:solidFill>
                            <a:srgbClr val="FFFFFF"/>
                          </a:solidFill>
                          <a:latin typeface="Microsoft YaHei UI"/>
                          <a:cs typeface="Microsoft YaHei UI"/>
                        </a:rPr>
                        <a:t>る</a:t>
                      </a:r>
                      <a:r>
                        <a:rPr sz="1100" b="1" dirty="0">
                          <a:solidFill>
                            <a:srgbClr val="FFFFFF"/>
                          </a:solidFill>
                          <a:latin typeface="Microsoft YaHei UI"/>
                          <a:cs typeface="Microsoft YaHei UI"/>
                        </a:rPr>
                        <a:t>？</a:t>
                      </a:r>
                      <a:endParaRPr sz="1100">
                        <a:latin typeface="Microsoft YaHei UI"/>
                        <a:cs typeface="Microsoft YaHei UI"/>
                      </a:endParaRPr>
                    </a:p>
                  </a:txBody>
                  <a:tcPr marL="0" marR="0" marT="628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F3763"/>
                    </a:solidFill>
                  </a:tcPr>
                </a:tc>
                <a:tc>
                  <a:txBody>
                    <a:bodyPr/>
                    <a:lstStyle/>
                    <a:p>
                      <a:pPr marL="1905" algn="ctr">
                        <a:lnSpc>
                          <a:spcPct val="100000"/>
                        </a:lnSpc>
                        <a:spcBef>
                          <a:spcPts val="495"/>
                        </a:spcBef>
                      </a:pPr>
                      <a:r>
                        <a:rPr sz="1100" b="1" dirty="0">
                          <a:solidFill>
                            <a:srgbClr val="FFFFFF"/>
                          </a:solidFill>
                          <a:latin typeface="Microsoft YaHei UI"/>
                          <a:cs typeface="Microsoft YaHei UI"/>
                        </a:rPr>
                        <a:t>どう</a:t>
                      </a:r>
                      <a:r>
                        <a:rPr sz="1100" b="1" spc="-5" dirty="0">
                          <a:solidFill>
                            <a:srgbClr val="FFFFFF"/>
                          </a:solidFill>
                          <a:latin typeface="Microsoft YaHei UI"/>
                          <a:cs typeface="Microsoft YaHei UI"/>
                        </a:rPr>
                        <a:t>やって評価</a:t>
                      </a:r>
                      <a:r>
                        <a:rPr sz="1100" b="1" spc="-15" dirty="0">
                          <a:solidFill>
                            <a:srgbClr val="FFFFFF"/>
                          </a:solidFill>
                          <a:latin typeface="Microsoft YaHei UI"/>
                          <a:cs typeface="Microsoft YaHei UI"/>
                        </a:rPr>
                        <a:t>す</a:t>
                      </a:r>
                      <a:r>
                        <a:rPr sz="1100" b="1" dirty="0">
                          <a:solidFill>
                            <a:srgbClr val="FFFFFF"/>
                          </a:solidFill>
                          <a:latin typeface="Microsoft YaHei UI"/>
                          <a:cs typeface="Microsoft YaHei UI"/>
                        </a:rPr>
                        <a:t>る？</a:t>
                      </a:r>
                      <a:endParaRPr sz="1100">
                        <a:latin typeface="Microsoft YaHei UI"/>
                        <a:cs typeface="Microsoft YaHei UI"/>
                      </a:endParaRPr>
                    </a:p>
                  </a:txBody>
                  <a:tcPr marL="0" marR="0" marT="628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F3763"/>
                    </a:solidFill>
                  </a:tcPr>
                </a:tc>
                <a:extLst>
                  <a:ext uri="{0D108BD9-81ED-4DB2-BD59-A6C34878D82A}">
                    <a16:rowId xmlns:a16="http://schemas.microsoft.com/office/drawing/2014/main" val="10000"/>
                  </a:ext>
                </a:extLst>
              </a:tr>
              <a:tr h="578358">
                <a:tc>
                  <a:txBody>
                    <a:bodyPr/>
                    <a:lstStyle/>
                    <a:p>
                      <a:pPr>
                        <a:lnSpc>
                          <a:spcPct val="100000"/>
                        </a:lnSpc>
                        <a:spcBef>
                          <a:spcPts val="25"/>
                        </a:spcBef>
                      </a:pPr>
                      <a:endParaRPr sz="1400">
                        <a:latin typeface="Times New Roman"/>
                        <a:cs typeface="Times New Roman"/>
                      </a:endParaRPr>
                    </a:p>
                    <a:p>
                      <a:pPr algn="ctr">
                        <a:lnSpc>
                          <a:spcPct val="100000"/>
                        </a:lnSpc>
                        <a:spcBef>
                          <a:spcPts val="5"/>
                        </a:spcBef>
                      </a:pPr>
                      <a:r>
                        <a:rPr sz="1100" b="1" dirty="0">
                          <a:solidFill>
                            <a:srgbClr val="FFFFFF"/>
                          </a:solidFill>
                          <a:latin typeface="Microsoft YaHei UI"/>
                          <a:cs typeface="Microsoft YaHei UI"/>
                        </a:rPr>
                        <a:t>給与</a:t>
                      </a:r>
                      <a:endParaRPr sz="1100">
                        <a:latin typeface="Microsoft YaHei UI"/>
                        <a:cs typeface="Microsoft YaHei UI"/>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F3763"/>
                    </a:solidFill>
                  </a:tcPr>
                </a:tc>
                <a:tc>
                  <a:txBody>
                    <a:bodyPr/>
                    <a:lstStyle/>
                    <a:p>
                      <a:pPr>
                        <a:lnSpc>
                          <a:spcPct val="100000"/>
                        </a:lnSpc>
                        <a:spcBef>
                          <a:spcPts val="25"/>
                        </a:spcBef>
                      </a:pPr>
                      <a:endParaRPr sz="1400" dirty="0">
                        <a:latin typeface="Times New Roman"/>
                        <a:cs typeface="Times New Roman"/>
                      </a:endParaRPr>
                    </a:p>
                    <a:p>
                      <a:pPr algn="ctr">
                        <a:lnSpc>
                          <a:spcPct val="100000"/>
                        </a:lnSpc>
                        <a:spcBef>
                          <a:spcPts val="5"/>
                        </a:spcBef>
                      </a:pPr>
                      <a:r>
                        <a:rPr sz="1100" dirty="0">
                          <a:latin typeface="MS UI Gothic"/>
                          <a:cs typeface="MS UI Gothic"/>
                        </a:rPr>
                        <a:t>会社が支給</a:t>
                      </a:r>
                      <a:r>
                        <a:rPr sz="1100" spc="-5" dirty="0">
                          <a:latin typeface="MS UI Gothic"/>
                          <a:cs typeface="MS UI Gothic"/>
                        </a:rPr>
                        <a:t>す</a:t>
                      </a:r>
                      <a:r>
                        <a:rPr sz="1100" dirty="0">
                          <a:latin typeface="MS UI Gothic"/>
                          <a:cs typeface="MS UI Gothic"/>
                        </a:rPr>
                        <a:t>る</a:t>
                      </a: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25"/>
                        </a:spcBef>
                      </a:pPr>
                      <a:endParaRPr sz="1400">
                        <a:latin typeface="Times New Roman"/>
                        <a:cs typeface="Times New Roman"/>
                      </a:endParaRPr>
                    </a:p>
                    <a:p>
                      <a:pPr algn="ctr">
                        <a:lnSpc>
                          <a:spcPct val="100000"/>
                        </a:lnSpc>
                        <a:spcBef>
                          <a:spcPts val="5"/>
                        </a:spcBef>
                      </a:pPr>
                      <a:r>
                        <a:rPr sz="1100" dirty="0">
                          <a:latin typeface="MS UI Gothic"/>
                          <a:cs typeface="MS UI Gothic"/>
                        </a:rPr>
                        <a:t>年</a:t>
                      </a:r>
                      <a:r>
                        <a:rPr sz="1100" spc="145" dirty="0">
                          <a:latin typeface="MS UI Gothic"/>
                          <a:cs typeface="MS UI Gothic"/>
                        </a:rPr>
                        <a:t>1</a:t>
                      </a:r>
                      <a:r>
                        <a:rPr sz="1100" dirty="0">
                          <a:latin typeface="MS UI Gothic"/>
                          <a:cs typeface="MS UI Gothic"/>
                        </a:rPr>
                        <a:t>回</a:t>
                      </a:r>
                      <a:endParaRPr sz="1100">
                        <a:latin typeface="MS UI Gothic"/>
                        <a:cs typeface="MS UI Gothic"/>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25"/>
                        </a:spcBef>
                      </a:pPr>
                      <a:endParaRPr sz="1400">
                        <a:latin typeface="Times New Roman"/>
                        <a:cs typeface="Times New Roman"/>
                      </a:endParaRPr>
                    </a:p>
                    <a:p>
                      <a:pPr marL="1270" algn="ctr">
                        <a:lnSpc>
                          <a:spcPct val="100000"/>
                        </a:lnSpc>
                        <a:spcBef>
                          <a:spcPts val="5"/>
                        </a:spcBef>
                      </a:pPr>
                      <a:r>
                        <a:rPr sz="1100" dirty="0">
                          <a:latin typeface="MS UI Gothic"/>
                          <a:cs typeface="MS UI Gothic"/>
                        </a:rPr>
                        <a:t>格付会議で</a:t>
                      </a:r>
                      <a:r>
                        <a:rPr sz="1100" spc="-5" dirty="0">
                          <a:latin typeface="MS UI Gothic"/>
                          <a:cs typeface="MS UI Gothic"/>
                        </a:rPr>
                        <a:t>、</a:t>
                      </a:r>
                      <a:r>
                        <a:rPr sz="1100" dirty="0">
                          <a:latin typeface="MS UI Gothic"/>
                          <a:cs typeface="MS UI Gothic"/>
                        </a:rPr>
                        <a:t>総合的に評</a:t>
                      </a:r>
                      <a:r>
                        <a:rPr sz="1100" spc="-15" dirty="0">
                          <a:latin typeface="MS UI Gothic"/>
                          <a:cs typeface="MS UI Gothic"/>
                        </a:rPr>
                        <a:t>価</a:t>
                      </a:r>
                      <a:r>
                        <a:rPr sz="1100" spc="-5" dirty="0">
                          <a:latin typeface="MS UI Gothic"/>
                          <a:cs typeface="MS UI Gothic"/>
                        </a:rPr>
                        <a:t>す</a:t>
                      </a:r>
                      <a:r>
                        <a:rPr sz="1100" dirty="0">
                          <a:latin typeface="MS UI Gothic"/>
                          <a:cs typeface="MS UI Gothic"/>
                        </a:rPr>
                        <a:t>る</a:t>
                      </a:r>
                      <a:endParaRPr sz="1100">
                        <a:latin typeface="MS UI Gothic"/>
                        <a:cs typeface="MS UI Gothic"/>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78485">
                <a:tc>
                  <a:txBody>
                    <a:bodyPr/>
                    <a:lstStyle/>
                    <a:p>
                      <a:pPr algn="ctr">
                        <a:lnSpc>
                          <a:spcPct val="100000"/>
                        </a:lnSpc>
                        <a:spcBef>
                          <a:spcPts val="980"/>
                        </a:spcBef>
                      </a:pPr>
                      <a:r>
                        <a:rPr sz="1100" b="1" spc="-100" dirty="0">
                          <a:solidFill>
                            <a:srgbClr val="FFFFFF"/>
                          </a:solidFill>
                          <a:latin typeface="Microsoft YaHei UI"/>
                          <a:cs typeface="Microsoft YaHei UI"/>
                        </a:rPr>
                        <a:t>エ</a:t>
                      </a:r>
                      <a:r>
                        <a:rPr sz="1100" b="1" spc="-95" dirty="0">
                          <a:solidFill>
                            <a:srgbClr val="FFFFFF"/>
                          </a:solidFill>
                          <a:latin typeface="Microsoft YaHei UI"/>
                          <a:cs typeface="Microsoft YaHei UI"/>
                        </a:rPr>
                        <a:t>ム</a:t>
                      </a:r>
                      <a:r>
                        <a:rPr sz="1100" b="1" spc="-100" dirty="0">
                          <a:solidFill>
                            <a:srgbClr val="FFFFFF"/>
                          </a:solidFill>
                          <a:latin typeface="Microsoft YaHei UI"/>
                          <a:cs typeface="Microsoft YaHei UI"/>
                        </a:rPr>
                        <a:t>エム</a:t>
                      </a:r>
                      <a:endParaRPr sz="1100" dirty="0">
                        <a:latin typeface="Microsoft YaHei UI"/>
                        <a:cs typeface="Microsoft YaHei UI"/>
                      </a:endParaRPr>
                    </a:p>
                    <a:p>
                      <a:pPr algn="ctr">
                        <a:lnSpc>
                          <a:spcPct val="100000"/>
                        </a:lnSpc>
                      </a:pPr>
                      <a:r>
                        <a:rPr sz="1100" b="1" spc="-114" dirty="0">
                          <a:solidFill>
                            <a:srgbClr val="FFFFFF"/>
                          </a:solidFill>
                          <a:latin typeface="Microsoft YaHei UI"/>
                          <a:cs typeface="Microsoft YaHei UI"/>
                        </a:rPr>
                        <a:t>ポ</a:t>
                      </a:r>
                      <a:r>
                        <a:rPr sz="1100" b="1" spc="-110" dirty="0">
                          <a:solidFill>
                            <a:srgbClr val="FFFFFF"/>
                          </a:solidFill>
                          <a:latin typeface="Microsoft YaHei UI"/>
                          <a:cs typeface="Microsoft YaHei UI"/>
                        </a:rPr>
                        <a:t>イ</a:t>
                      </a:r>
                      <a:r>
                        <a:rPr sz="1100" b="1" spc="-75" dirty="0">
                          <a:solidFill>
                            <a:srgbClr val="FFFFFF"/>
                          </a:solidFill>
                          <a:latin typeface="Microsoft YaHei UI"/>
                          <a:cs typeface="Microsoft YaHei UI"/>
                        </a:rPr>
                        <a:t>ン</a:t>
                      </a:r>
                      <a:r>
                        <a:rPr sz="1100" b="1" spc="-60" dirty="0">
                          <a:solidFill>
                            <a:srgbClr val="FFFFFF"/>
                          </a:solidFill>
                          <a:latin typeface="Microsoft YaHei UI"/>
                          <a:cs typeface="Microsoft YaHei UI"/>
                        </a:rPr>
                        <a:t>ト①～③</a:t>
                      </a:r>
                      <a:endParaRPr sz="1100" dirty="0">
                        <a:latin typeface="Microsoft YaHei UI"/>
                        <a:cs typeface="Microsoft YaHei UI"/>
                      </a:endParaRPr>
                    </a:p>
                  </a:txBody>
                  <a:tcPr marL="0" marR="0" marT="12446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chemeClr val="tx1"/>
                      </a:solidFill>
                      <a:prstDash val="solid"/>
                      <a:round/>
                      <a:headEnd type="none" w="med" len="med"/>
                      <a:tailEnd type="none" w="med" len="med"/>
                    </a:lnB>
                    <a:solidFill>
                      <a:srgbClr val="1F3763"/>
                    </a:solidFill>
                  </a:tcPr>
                </a:tc>
                <a:tc>
                  <a:txBody>
                    <a:bodyPr/>
                    <a:lstStyle/>
                    <a:p>
                      <a:pPr>
                        <a:lnSpc>
                          <a:spcPct val="100000"/>
                        </a:lnSpc>
                        <a:spcBef>
                          <a:spcPts val="30"/>
                        </a:spcBef>
                      </a:pPr>
                      <a:endParaRPr sz="1400" dirty="0">
                        <a:latin typeface="Times New Roman"/>
                        <a:cs typeface="Times New Roman"/>
                      </a:endParaRPr>
                    </a:p>
                    <a:p>
                      <a:pPr algn="ctr">
                        <a:lnSpc>
                          <a:spcPct val="100000"/>
                        </a:lnSpc>
                      </a:pPr>
                      <a:r>
                        <a:rPr sz="1100" dirty="0">
                          <a:latin typeface="MS UI Gothic"/>
                          <a:cs typeface="MS UI Gothic"/>
                        </a:rPr>
                        <a:t>上司が支給</a:t>
                      </a:r>
                      <a:r>
                        <a:rPr sz="1100" spc="-5" dirty="0">
                          <a:latin typeface="MS UI Gothic"/>
                          <a:cs typeface="MS UI Gothic"/>
                        </a:rPr>
                        <a:t>す</a:t>
                      </a:r>
                      <a:r>
                        <a:rPr sz="1100" dirty="0">
                          <a:latin typeface="MS UI Gothic"/>
                          <a:cs typeface="MS UI Gothic"/>
                        </a:rPr>
                        <a:t>る</a:t>
                      </a: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chemeClr val="tx1"/>
                      </a:solidFill>
                      <a:prstDash val="solid"/>
                      <a:round/>
                      <a:headEnd type="none" w="med" len="med"/>
                      <a:tailEnd type="none" w="med" len="med"/>
                    </a:lnB>
                  </a:tcPr>
                </a:tc>
                <a:tc>
                  <a:txBody>
                    <a:bodyPr/>
                    <a:lstStyle/>
                    <a:p>
                      <a:pPr>
                        <a:lnSpc>
                          <a:spcPct val="100000"/>
                        </a:lnSpc>
                        <a:spcBef>
                          <a:spcPts val="30"/>
                        </a:spcBef>
                      </a:pPr>
                      <a:endParaRPr sz="1400">
                        <a:latin typeface="Times New Roman"/>
                        <a:cs typeface="Times New Roman"/>
                      </a:endParaRPr>
                    </a:p>
                    <a:p>
                      <a:pPr algn="ctr">
                        <a:lnSpc>
                          <a:spcPct val="100000"/>
                        </a:lnSpc>
                      </a:pPr>
                      <a:r>
                        <a:rPr sz="1100" dirty="0">
                          <a:latin typeface="MS UI Gothic"/>
                          <a:cs typeface="MS UI Gothic"/>
                        </a:rPr>
                        <a:t>月</a:t>
                      </a:r>
                      <a:r>
                        <a:rPr sz="1100" spc="145" dirty="0">
                          <a:latin typeface="MS UI Gothic"/>
                          <a:cs typeface="MS UI Gothic"/>
                        </a:rPr>
                        <a:t>1</a:t>
                      </a:r>
                      <a:r>
                        <a:rPr sz="1100" dirty="0">
                          <a:latin typeface="MS UI Gothic"/>
                          <a:cs typeface="MS UI Gothic"/>
                        </a:rPr>
                        <a:t>回</a:t>
                      </a:r>
                      <a:endParaRPr sz="1100">
                        <a:latin typeface="MS UI Gothic"/>
                        <a:cs typeface="MS UI Gothic"/>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chemeClr val="tx1"/>
                      </a:solidFill>
                      <a:prstDash val="solid"/>
                      <a:round/>
                      <a:headEnd type="none" w="med" len="med"/>
                      <a:tailEnd type="none" w="med" len="med"/>
                    </a:lnB>
                  </a:tcPr>
                </a:tc>
                <a:tc>
                  <a:txBody>
                    <a:bodyPr/>
                    <a:lstStyle/>
                    <a:p>
                      <a:pPr>
                        <a:lnSpc>
                          <a:spcPct val="100000"/>
                        </a:lnSpc>
                        <a:spcBef>
                          <a:spcPts val="30"/>
                        </a:spcBef>
                      </a:pPr>
                      <a:endParaRPr sz="1400">
                        <a:latin typeface="Times New Roman"/>
                        <a:cs typeface="Times New Roman"/>
                      </a:endParaRPr>
                    </a:p>
                    <a:p>
                      <a:pPr marL="1270" algn="ctr">
                        <a:lnSpc>
                          <a:spcPct val="100000"/>
                        </a:lnSpc>
                      </a:pPr>
                      <a:r>
                        <a:rPr sz="1100" dirty="0">
                          <a:latin typeface="MS UI Gothic"/>
                          <a:cs typeface="MS UI Gothic"/>
                        </a:rPr>
                        <a:t>都度、案件</a:t>
                      </a:r>
                      <a:r>
                        <a:rPr sz="1100" spc="-5" dirty="0">
                          <a:latin typeface="MS UI Gothic"/>
                          <a:cs typeface="MS UI Gothic"/>
                        </a:rPr>
                        <a:t>を</a:t>
                      </a:r>
                      <a:r>
                        <a:rPr sz="1100" dirty="0">
                          <a:latin typeface="MS UI Gothic"/>
                          <a:cs typeface="MS UI Gothic"/>
                        </a:rPr>
                        <a:t>評価</a:t>
                      </a:r>
                      <a:r>
                        <a:rPr sz="1100" spc="-5" dirty="0">
                          <a:latin typeface="MS UI Gothic"/>
                          <a:cs typeface="MS UI Gothic"/>
                        </a:rPr>
                        <a:t>す</a:t>
                      </a:r>
                      <a:r>
                        <a:rPr sz="1100" dirty="0">
                          <a:latin typeface="MS UI Gothic"/>
                          <a:cs typeface="MS UI Gothic"/>
                        </a:rPr>
                        <a:t>る</a:t>
                      </a:r>
                      <a:endParaRPr sz="1100">
                        <a:latin typeface="MS UI Gothic"/>
                        <a:cs typeface="MS UI Gothic"/>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78357">
                <a:tc>
                  <a:txBody>
                    <a:bodyPr/>
                    <a:lstStyle/>
                    <a:p>
                      <a:pPr algn="ctr">
                        <a:lnSpc>
                          <a:spcPct val="100000"/>
                        </a:lnSpc>
                        <a:spcBef>
                          <a:spcPts val="320"/>
                        </a:spcBef>
                      </a:pPr>
                      <a:r>
                        <a:rPr lang="ja-JP" altLang="en-US" sz="1100" dirty="0">
                          <a:solidFill>
                            <a:schemeClr val="bg1"/>
                          </a:solidFill>
                          <a:latin typeface="Microsoft YaHei UI"/>
                          <a:cs typeface="Microsoft YaHei UI"/>
                        </a:rPr>
                        <a:t>採用調達</a:t>
                      </a:r>
                      <a:endParaRPr lang="en-US" altLang="ja-JP" sz="1100" dirty="0">
                        <a:solidFill>
                          <a:schemeClr val="bg1"/>
                        </a:solidFill>
                        <a:latin typeface="Microsoft YaHei UI"/>
                        <a:cs typeface="Microsoft YaHei UI"/>
                      </a:endParaRPr>
                    </a:p>
                    <a:p>
                      <a:pPr algn="ctr">
                        <a:lnSpc>
                          <a:spcPct val="100000"/>
                        </a:lnSpc>
                        <a:spcBef>
                          <a:spcPts val="320"/>
                        </a:spcBef>
                      </a:pPr>
                      <a:r>
                        <a:rPr lang="ja-JP" altLang="en-US" sz="1100" dirty="0">
                          <a:solidFill>
                            <a:schemeClr val="bg1"/>
                          </a:solidFill>
                          <a:latin typeface="Microsoft YaHei UI"/>
                          <a:cs typeface="Microsoft YaHei UI"/>
                        </a:rPr>
                        <a:t>エムエムポイント</a:t>
                      </a:r>
                      <a:endParaRPr sz="1100" dirty="0">
                        <a:solidFill>
                          <a:schemeClr val="bg1"/>
                        </a:solidFill>
                        <a:latin typeface="Microsoft YaHei UI"/>
                        <a:cs typeface="Microsoft YaHei UI"/>
                      </a:endParaRPr>
                    </a:p>
                  </a:txBody>
                  <a:tcPr marL="0" marR="0" marT="40640" marB="0" anchor="ctr">
                    <a:lnL w="12700" cap="flat" cmpd="sng" algn="ctr">
                      <a:solidFill>
                        <a:schemeClr val="tx1"/>
                      </a:solidFill>
                      <a:prstDash val="solid"/>
                      <a:round/>
                      <a:headEnd type="none" w="med" len="med"/>
                      <a:tailEnd type="none" w="med" len="med"/>
                    </a:lnL>
                    <a:lnR w="12700">
                      <a:solidFill>
                        <a:srgbClr val="000000"/>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F3763"/>
                    </a:solidFill>
                  </a:tcPr>
                </a:tc>
                <a:tc>
                  <a:txBody>
                    <a:bodyPr/>
                    <a:lstStyle/>
                    <a:p>
                      <a:pPr>
                        <a:lnSpc>
                          <a:spcPct val="100000"/>
                        </a:lnSpc>
                        <a:spcBef>
                          <a:spcPts val="30"/>
                        </a:spcBef>
                      </a:pPr>
                      <a:endParaRPr sz="1400" dirty="0">
                        <a:latin typeface="Times New Roman"/>
                        <a:cs typeface="Times New Roman"/>
                      </a:endParaRPr>
                    </a:p>
                    <a:p>
                      <a:pPr marL="1270" algn="ctr">
                        <a:lnSpc>
                          <a:spcPct val="100000"/>
                        </a:lnSpc>
                      </a:pPr>
                      <a:r>
                        <a:rPr sz="1100" dirty="0">
                          <a:latin typeface="MS UI Gothic"/>
                          <a:cs typeface="MS UI Gothic"/>
                        </a:rPr>
                        <a:t>採用調達</a:t>
                      </a:r>
                      <a:r>
                        <a:rPr sz="1100" spc="-10" dirty="0">
                          <a:latin typeface="MS UI Gothic"/>
                          <a:cs typeface="MS UI Gothic"/>
                        </a:rPr>
                        <a:t>チ</a:t>
                      </a:r>
                      <a:r>
                        <a:rPr sz="1100" spc="-5" dirty="0">
                          <a:latin typeface="MS UI Gothic"/>
                          <a:cs typeface="MS UI Gothic"/>
                        </a:rPr>
                        <a:t>ー</a:t>
                      </a:r>
                      <a:r>
                        <a:rPr sz="1100" dirty="0">
                          <a:latin typeface="MS UI Gothic"/>
                          <a:cs typeface="MS UI Gothic"/>
                        </a:rPr>
                        <a:t>ムが支給する</a:t>
                      </a:r>
                    </a:p>
                  </a:txBody>
                  <a:tcPr marL="0" marR="0" marT="3810" marB="0">
                    <a:lnL w="12700">
                      <a:solidFill>
                        <a:srgbClr val="000000"/>
                      </a:solidFill>
                      <a:prstDash val="solid"/>
                    </a:lnL>
                    <a:lnR w="12700">
                      <a:solidFill>
                        <a:srgbClr val="000000"/>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40" algn="ctr">
                        <a:lnSpc>
                          <a:spcPct val="100000"/>
                        </a:lnSpc>
                        <a:spcBef>
                          <a:spcPts val="980"/>
                        </a:spcBef>
                      </a:pPr>
                      <a:r>
                        <a:rPr sz="1100" dirty="0">
                          <a:latin typeface="MS UI Gothic"/>
                          <a:cs typeface="MS UI Gothic"/>
                        </a:rPr>
                        <a:t>新規案件受注時、必要</a:t>
                      </a:r>
                      <a:r>
                        <a:rPr sz="1100" spc="-10" dirty="0">
                          <a:latin typeface="MS UI Gothic"/>
                          <a:cs typeface="MS UI Gothic"/>
                        </a:rPr>
                        <a:t>に</a:t>
                      </a:r>
                      <a:r>
                        <a:rPr sz="1100" spc="-15" dirty="0">
                          <a:latin typeface="MS UI Gothic"/>
                          <a:cs typeface="MS UI Gothic"/>
                        </a:rPr>
                        <a:t>応</a:t>
                      </a:r>
                      <a:r>
                        <a:rPr sz="1100" dirty="0">
                          <a:latin typeface="MS UI Gothic"/>
                          <a:cs typeface="MS UI Gothic"/>
                        </a:rPr>
                        <a:t>じて</a:t>
                      </a:r>
                    </a:p>
                    <a:p>
                      <a:pPr marL="1905" algn="ctr">
                        <a:lnSpc>
                          <a:spcPct val="100000"/>
                        </a:lnSpc>
                      </a:pPr>
                      <a:r>
                        <a:rPr sz="1100" spc="5" dirty="0">
                          <a:latin typeface="MS UI Gothic"/>
                          <a:cs typeface="MS UI Gothic"/>
                        </a:rPr>
                        <a:t>事</a:t>
                      </a:r>
                      <a:r>
                        <a:rPr sz="1100" dirty="0">
                          <a:latin typeface="MS UI Gothic"/>
                          <a:cs typeface="MS UI Gothic"/>
                        </a:rPr>
                        <a:t>前</a:t>
                      </a:r>
                      <a:r>
                        <a:rPr sz="1100" spc="195" dirty="0">
                          <a:latin typeface="MS UI Gothic"/>
                          <a:cs typeface="MS UI Gothic"/>
                        </a:rPr>
                        <a:t>に</a:t>
                      </a:r>
                      <a:r>
                        <a:rPr sz="1100" spc="190" dirty="0">
                          <a:latin typeface="MS UI Gothic"/>
                          <a:cs typeface="MS UI Gothic"/>
                        </a:rPr>
                        <a:t>ポ</a:t>
                      </a:r>
                      <a:r>
                        <a:rPr sz="1100" spc="85" dirty="0">
                          <a:latin typeface="MS UI Gothic"/>
                          <a:cs typeface="MS UI Gothic"/>
                        </a:rPr>
                        <a:t>イ</a:t>
                      </a:r>
                      <a:r>
                        <a:rPr sz="1100" spc="90" dirty="0">
                          <a:latin typeface="MS UI Gothic"/>
                          <a:cs typeface="MS UI Gothic"/>
                        </a:rPr>
                        <a:t>ン</a:t>
                      </a:r>
                      <a:r>
                        <a:rPr sz="1100" spc="85" dirty="0">
                          <a:latin typeface="MS UI Gothic"/>
                          <a:cs typeface="MS UI Gothic"/>
                        </a:rPr>
                        <a:t>ト</a:t>
                      </a:r>
                      <a:r>
                        <a:rPr sz="1100" spc="120" dirty="0">
                          <a:latin typeface="MS UI Gothic"/>
                          <a:cs typeface="MS UI Gothic"/>
                        </a:rPr>
                        <a:t>設定</a:t>
                      </a:r>
                      <a:r>
                        <a:rPr sz="1100" spc="70" dirty="0">
                          <a:latin typeface="MS UI Gothic"/>
                          <a:cs typeface="MS UI Gothic"/>
                        </a:rPr>
                        <a:t>を</a:t>
                      </a:r>
                      <a:r>
                        <a:rPr sz="1100" spc="105" dirty="0">
                          <a:latin typeface="MS UI Gothic"/>
                          <a:cs typeface="MS UI Gothic"/>
                        </a:rPr>
                        <a:t>す</a:t>
                      </a:r>
                      <a:r>
                        <a:rPr sz="1100" spc="220" dirty="0">
                          <a:latin typeface="MS UI Gothic"/>
                          <a:cs typeface="MS UI Gothic"/>
                        </a:rPr>
                        <a:t>る</a:t>
                      </a:r>
                      <a:endParaRPr sz="1100" dirty="0">
                        <a:latin typeface="MS UI Gothic"/>
                        <a:cs typeface="MS UI Gothic"/>
                      </a:endParaRPr>
                    </a:p>
                  </a:txBody>
                  <a:tcPr marL="0" marR="0" marT="124460" marB="0">
                    <a:lnL w="12700">
                      <a:solidFill>
                        <a:srgbClr val="000000"/>
                      </a:solidFill>
                      <a:prstDash val="solid"/>
                    </a:lnL>
                    <a:lnR w="12700">
                      <a:solidFill>
                        <a:srgbClr val="000000"/>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19710">
                        <a:lnSpc>
                          <a:spcPct val="100000"/>
                        </a:lnSpc>
                        <a:spcBef>
                          <a:spcPts val="980"/>
                        </a:spcBef>
                      </a:pPr>
                      <a:r>
                        <a:rPr sz="1100" dirty="0">
                          <a:latin typeface="MS UI Gothic"/>
                          <a:cs typeface="MS UI Gothic"/>
                        </a:rPr>
                        <a:t>別紙の条件に基づ</a:t>
                      </a:r>
                      <a:r>
                        <a:rPr sz="1100" spc="-5" dirty="0">
                          <a:latin typeface="MS UI Gothic"/>
                          <a:cs typeface="MS UI Gothic"/>
                        </a:rPr>
                        <a:t>き、設</a:t>
                      </a:r>
                      <a:r>
                        <a:rPr sz="1100" spc="-15" dirty="0">
                          <a:latin typeface="MS UI Gothic"/>
                          <a:cs typeface="MS UI Gothic"/>
                        </a:rPr>
                        <a:t>定</a:t>
                      </a:r>
                      <a:r>
                        <a:rPr sz="1100" spc="-5" dirty="0">
                          <a:latin typeface="MS UI Gothic"/>
                          <a:cs typeface="MS UI Gothic"/>
                        </a:rPr>
                        <a:t>した</a:t>
                      </a:r>
                      <a:endParaRPr sz="1100" dirty="0">
                        <a:latin typeface="MS UI Gothic"/>
                        <a:cs typeface="MS UI Gothic"/>
                      </a:endParaRPr>
                    </a:p>
                    <a:p>
                      <a:pPr marL="184150">
                        <a:lnSpc>
                          <a:spcPct val="100000"/>
                        </a:lnSpc>
                      </a:pPr>
                      <a:r>
                        <a:rPr sz="1100" spc="5" dirty="0">
                          <a:latin typeface="MS UI Gothic"/>
                          <a:cs typeface="MS UI Gothic"/>
                        </a:rPr>
                        <a:t>対</a:t>
                      </a:r>
                      <a:r>
                        <a:rPr sz="1100" dirty="0">
                          <a:latin typeface="MS UI Gothic"/>
                          <a:cs typeface="MS UI Gothic"/>
                        </a:rPr>
                        <a:t>象</a:t>
                      </a:r>
                      <a:r>
                        <a:rPr sz="1100" spc="5" dirty="0">
                          <a:latin typeface="MS UI Gothic"/>
                          <a:cs typeface="MS UI Gothic"/>
                        </a:rPr>
                        <a:t>案</a:t>
                      </a:r>
                      <a:r>
                        <a:rPr sz="1100" dirty="0">
                          <a:latin typeface="MS UI Gothic"/>
                          <a:cs typeface="MS UI Gothic"/>
                        </a:rPr>
                        <a:t>件</a:t>
                      </a:r>
                      <a:r>
                        <a:rPr sz="1100" spc="180" dirty="0">
                          <a:latin typeface="MS UI Gothic"/>
                          <a:cs typeface="MS UI Gothic"/>
                        </a:rPr>
                        <a:t>へ</a:t>
                      </a:r>
                      <a:r>
                        <a:rPr sz="1100" spc="95" dirty="0">
                          <a:latin typeface="MS UI Gothic"/>
                          <a:cs typeface="MS UI Gothic"/>
                        </a:rPr>
                        <a:t>の</a:t>
                      </a:r>
                      <a:r>
                        <a:rPr sz="1100" spc="110" dirty="0">
                          <a:latin typeface="MS UI Gothic"/>
                          <a:cs typeface="MS UI Gothic"/>
                        </a:rPr>
                        <a:t>協</a:t>
                      </a:r>
                      <a:r>
                        <a:rPr sz="1100" spc="5" dirty="0">
                          <a:latin typeface="MS UI Gothic"/>
                          <a:cs typeface="MS UI Gothic"/>
                        </a:rPr>
                        <a:t>力</a:t>
                      </a:r>
                      <a:r>
                        <a:rPr sz="1100" dirty="0">
                          <a:latin typeface="MS UI Gothic"/>
                          <a:cs typeface="MS UI Gothic"/>
                        </a:rPr>
                        <a:t>者</a:t>
                      </a:r>
                      <a:r>
                        <a:rPr sz="1100" spc="235" dirty="0">
                          <a:latin typeface="MS UI Gothic"/>
                          <a:cs typeface="MS UI Gothic"/>
                        </a:rPr>
                        <a:t>を</a:t>
                      </a:r>
                      <a:r>
                        <a:rPr sz="1100" spc="5" dirty="0">
                          <a:latin typeface="MS UI Gothic"/>
                          <a:cs typeface="MS UI Gothic"/>
                        </a:rPr>
                        <a:t>集</a:t>
                      </a:r>
                      <a:r>
                        <a:rPr sz="1100" dirty="0">
                          <a:latin typeface="MS UI Gothic"/>
                          <a:cs typeface="MS UI Gothic"/>
                        </a:rPr>
                        <a:t>計</a:t>
                      </a:r>
                      <a:r>
                        <a:rPr sz="1100" spc="105" dirty="0">
                          <a:latin typeface="MS UI Gothic"/>
                          <a:cs typeface="MS UI Gothic"/>
                        </a:rPr>
                        <a:t>す</a:t>
                      </a:r>
                      <a:r>
                        <a:rPr sz="1100" spc="220" dirty="0">
                          <a:latin typeface="MS UI Gothic"/>
                          <a:cs typeface="MS UI Gothic"/>
                        </a:rPr>
                        <a:t>る</a:t>
                      </a:r>
                      <a:endParaRPr sz="1100" dirty="0">
                        <a:latin typeface="MS UI Gothic"/>
                        <a:cs typeface="MS UI Gothic"/>
                      </a:endParaRPr>
                    </a:p>
                  </a:txBody>
                  <a:tcPr marL="0" marR="0" marT="124460" marB="0">
                    <a:lnL w="12700">
                      <a:solidFill>
                        <a:srgbClr val="000000"/>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1" name="object 31"/>
          <p:cNvSpPr txBox="1"/>
          <p:nvPr/>
        </p:nvSpPr>
        <p:spPr>
          <a:xfrm>
            <a:off x="618540" y="1388370"/>
            <a:ext cx="449516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MS UI Gothic"/>
                <a:cs typeface="MS UI Gothic"/>
              </a:rPr>
              <a:t>※</a:t>
            </a:r>
            <a:r>
              <a:rPr sz="1100" spc="95" dirty="0">
                <a:latin typeface="MS UI Gothic"/>
                <a:cs typeface="MS UI Gothic"/>
              </a:rPr>
              <a:t>以下</a:t>
            </a:r>
            <a:r>
              <a:rPr sz="1100" spc="75" dirty="0">
                <a:latin typeface="MS UI Gothic"/>
                <a:cs typeface="MS UI Gothic"/>
              </a:rPr>
              <a:t>の</a:t>
            </a:r>
            <a:r>
              <a:rPr sz="1100" spc="45" dirty="0">
                <a:latin typeface="MS UI Gothic"/>
                <a:cs typeface="MS UI Gothic"/>
              </a:rPr>
              <a:t>「</a:t>
            </a:r>
            <a:r>
              <a:rPr sz="1100" spc="95" dirty="0">
                <a:latin typeface="MS UI Gothic"/>
                <a:cs typeface="MS UI Gothic"/>
              </a:rPr>
              <a:t>給与</a:t>
            </a:r>
            <a:r>
              <a:rPr sz="1100" spc="50" dirty="0">
                <a:latin typeface="MS UI Gothic"/>
                <a:cs typeface="MS UI Gothic"/>
              </a:rPr>
              <a:t>との</a:t>
            </a:r>
            <a:r>
              <a:rPr sz="1100" spc="60" dirty="0">
                <a:latin typeface="MS UI Gothic"/>
                <a:cs typeface="MS UI Gothic"/>
              </a:rPr>
              <a:t>比較</a:t>
            </a:r>
            <a:r>
              <a:rPr sz="1100" spc="30" dirty="0">
                <a:latin typeface="MS UI Gothic"/>
                <a:cs typeface="MS UI Gothic"/>
              </a:rPr>
              <a:t>」</a:t>
            </a:r>
            <a:r>
              <a:rPr sz="1100" spc="50" dirty="0">
                <a:latin typeface="MS UI Gothic"/>
                <a:cs typeface="MS UI Gothic"/>
              </a:rPr>
              <a:t>や</a:t>
            </a:r>
            <a:r>
              <a:rPr sz="1100" spc="30" dirty="0">
                <a:latin typeface="MS UI Gothic"/>
                <a:cs typeface="MS UI Gothic"/>
              </a:rPr>
              <a:t>「</a:t>
            </a:r>
            <a:r>
              <a:rPr sz="1100" spc="45" dirty="0">
                <a:latin typeface="MS UI Gothic"/>
                <a:cs typeface="MS UI Gothic"/>
              </a:rPr>
              <a:t>図</a:t>
            </a:r>
            <a:r>
              <a:rPr sz="1100" spc="65" dirty="0">
                <a:latin typeface="MS UI Gothic"/>
                <a:cs typeface="MS UI Gothic"/>
              </a:rPr>
              <a:t>解</a:t>
            </a:r>
            <a:r>
              <a:rPr sz="1100" spc="30" dirty="0">
                <a:latin typeface="MS UI Gothic"/>
                <a:cs typeface="MS UI Gothic"/>
              </a:rPr>
              <a:t>」</a:t>
            </a:r>
            <a:r>
              <a:rPr sz="1100" spc="40" dirty="0">
                <a:latin typeface="MS UI Gothic"/>
                <a:cs typeface="MS UI Gothic"/>
              </a:rPr>
              <a:t>は</a:t>
            </a:r>
            <a:r>
              <a:rPr sz="1100" spc="229" dirty="0">
                <a:latin typeface="MS UI Gothic"/>
                <a:cs typeface="MS UI Gothic"/>
              </a:rPr>
              <a:t>わ</a:t>
            </a:r>
            <a:r>
              <a:rPr sz="1100" spc="220" dirty="0">
                <a:latin typeface="MS UI Gothic"/>
                <a:cs typeface="MS UI Gothic"/>
              </a:rPr>
              <a:t>か</a:t>
            </a:r>
            <a:r>
              <a:rPr sz="1100" spc="155" dirty="0">
                <a:latin typeface="MS UI Gothic"/>
                <a:cs typeface="MS UI Gothic"/>
              </a:rPr>
              <a:t>り</a:t>
            </a:r>
            <a:r>
              <a:rPr sz="1100" spc="-15" dirty="0">
                <a:latin typeface="MS UI Gothic"/>
                <a:cs typeface="MS UI Gothic"/>
              </a:rPr>
              <a:t>易</a:t>
            </a:r>
            <a:r>
              <a:rPr sz="1100" spc="225" dirty="0">
                <a:latin typeface="MS UI Gothic"/>
                <a:cs typeface="MS UI Gothic"/>
              </a:rPr>
              <a:t>い</a:t>
            </a:r>
            <a:r>
              <a:rPr sz="1100" spc="200" dirty="0">
                <a:latin typeface="MS UI Gothic"/>
                <a:cs typeface="MS UI Gothic"/>
              </a:rPr>
              <a:t>よ</a:t>
            </a:r>
            <a:r>
              <a:rPr sz="1100" spc="335" dirty="0">
                <a:latin typeface="MS UI Gothic"/>
                <a:cs typeface="MS UI Gothic"/>
              </a:rPr>
              <a:t>う</a:t>
            </a:r>
            <a:r>
              <a:rPr sz="1100" spc="75" dirty="0">
                <a:latin typeface="MS UI Gothic"/>
                <a:cs typeface="MS UI Gothic"/>
              </a:rPr>
              <a:t>イ</a:t>
            </a:r>
            <a:r>
              <a:rPr sz="1100" spc="245" dirty="0">
                <a:latin typeface="MS UI Gothic"/>
                <a:cs typeface="MS UI Gothic"/>
              </a:rPr>
              <a:t>メ</a:t>
            </a:r>
            <a:r>
              <a:rPr sz="1100" spc="155" dirty="0">
                <a:latin typeface="MS UI Gothic"/>
                <a:cs typeface="MS UI Gothic"/>
              </a:rPr>
              <a:t>ー</a:t>
            </a:r>
            <a:r>
              <a:rPr sz="1100" spc="125" dirty="0">
                <a:latin typeface="MS UI Gothic"/>
                <a:cs typeface="MS UI Gothic"/>
              </a:rPr>
              <a:t>ジ</a:t>
            </a:r>
            <a:r>
              <a:rPr sz="1100" spc="165" dirty="0">
                <a:latin typeface="MS UI Gothic"/>
                <a:cs typeface="MS UI Gothic"/>
              </a:rPr>
              <a:t>し</a:t>
            </a:r>
            <a:r>
              <a:rPr sz="1100" spc="180" dirty="0">
                <a:latin typeface="MS UI Gothic"/>
                <a:cs typeface="MS UI Gothic"/>
              </a:rPr>
              <a:t>た</a:t>
            </a:r>
            <a:r>
              <a:rPr sz="1100" spc="204" dirty="0">
                <a:latin typeface="MS UI Gothic"/>
                <a:cs typeface="MS UI Gothic"/>
              </a:rPr>
              <a:t>も</a:t>
            </a:r>
            <a:r>
              <a:rPr sz="1100" spc="165" dirty="0">
                <a:latin typeface="MS UI Gothic"/>
                <a:cs typeface="MS UI Gothic"/>
              </a:rPr>
              <a:t>ので</a:t>
            </a:r>
            <a:r>
              <a:rPr sz="1100" spc="170" dirty="0">
                <a:latin typeface="MS UI Gothic"/>
                <a:cs typeface="MS UI Gothic"/>
              </a:rPr>
              <a:t>す</a:t>
            </a:r>
            <a:endParaRPr sz="1100">
              <a:latin typeface="MS UI Gothic"/>
              <a:cs typeface="MS UI Gothic"/>
            </a:endParaRPr>
          </a:p>
        </p:txBody>
      </p:sp>
      <p:sp>
        <p:nvSpPr>
          <p:cNvPr id="51" name="object 51"/>
          <p:cNvSpPr txBox="1">
            <a:spLocks noGrp="1"/>
          </p:cNvSpPr>
          <p:nvPr>
            <p:ph type="ftr" sz="quarter" idx="5"/>
          </p:nvPr>
        </p:nvSpPr>
        <p:spPr>
          <a:xfrm>
            <a:off x="186334" y="6744868"/>
            <a:ext cx="1945005" cy="114300"/>
          </a:xfrm>
          <a:prstGeom prst="rect">
            <a:avLst/>
          </a:prstGeom>
        </p:spPr>
        <p:txBody>
          <a:bodyPr vert="horz" wrap="square" lIns="0" tIns="0" rIns="0" bIns="0" rtlCol="0">
            <a:spAutoFit/>
          </a:bodyPr>
          <a:lstStyle>
            <a:defPPr>
              <a:defRPr lang="ja-JP"/>
            </a:defPPr>
            <a:lvl1pPr marL="0" algn="l" defTabSz="914400" rtl="0" eaLnBrk="1" latinLnBrk="0" hangingPunct="1">
              <a:defRPr kumimoji="1" sz="700" b="0" i="0" kern="1200">
                <a:solidFill>
                  <a:schemeClr val="tx1"/>
                </a:solidFill>
                <a:latin typeface="Calibri"/>
                <a:ea typeface="+mn-ea"/>
                <a:cs typeface="Calibri"/>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12700">
              <a:lnSpc>
                <a:spcPts val="760"/>
              </a:lnSpc>
            </a:pPr>
            <a:r>
              <a:rPr lang="en-US" spc="-10"/>
              <a:t>Copyright(C)</a:t>
            </a:r>
            <a:r>
              <a:rPr lang="en-US" spc="40"/>
              <a:t> </a:t>
            </a:r>
            <a:r>
              <a:rPr lang="en-US" spc="-5"/>
              <a:t>MMInternational</a:t>
            </a:r>
            <a:r>
              <a:rPr lang="en-US" spc="60"/>
              <a:t> </a:t>
            </a:r>
            <a:r>
              <a:rPr lang="en-US" spc="-5"/>
              <a:t>Inc.</a:t>
            </a:r>
            <a:r>
              <a:rPr lang="en-US"/>
              <a:t> </a:t>
            </a:r>
            <a:r>
              <a:rPr lang="en-US" spc="-5"/>
              <a:t>All</a:t>
            </a:r>
            <a:r>
              <a:rPr lang="en-US" spc="10"/>
              <a:t> </a:t>
            </a:r>
            <a:r>
              <a:rPr lang="en-US" spc="-10"/>
              <a:t>rights</a:t>
            </a:r>
            <a:r>
              <a:rPr lang="en-US" spc="35"/>
              <a:t> </a:t>
            </a:r>
            <a:r>
              <a:rPr lang="en-US" spc="-5"/>
              <a:t>reserved</a:t>
            </a:r>
            <a:endParaRPr spc="-5" dirty="0"/>
          </a:p>
        </p:txBody>
      </p:sp>
      <p:sp>
        <p:nvSpPr>
          <p:cNvPr id="52" name="object 11">
            <a:extLst>
              <a:ext uri="{FF2B5EF4-FFF2-40B4-BE49-F238E27FC236}">
                <a16:creationId xmlns:a16="http://schemas.microsoft.com/office/drawing/2014/main" id="{B1C390AA-873A-06AA-EF24-05E54262C56D}"/>
              </a:ext>
            </a:extLst>
          </p:cNvPr>
          <p:cNvSpPr txBox="1">
            <a:spLocks/>
          </p:cNvSpPr>
          <p:nvPr/>
        </p:nvSpPr>
        <p:spPr>
          <a:xfrm>
            <a:off x="8756650" y="6700474"/>
            <a:ext cx="434340" cy="134909"/>
          </a:xfrm>
          <a:prstGeom prst="rect">
            <a:avLst/>
          </a:prstGeom>
        </p:spPr>
        <p:txBody>
          <a:bodyPr vert="horz" wrap="square" lIns="0" tIns="0" rIns="0" bIns="0" rtlCol="0">
            <a:spAutoFit/>
          </a:bodyPr>
          <a:lstStyle>
            <a:defPPr>
              <a:defRPr lang="ja-JP"/>
            </a:defPPr>
            <a:lvl1pPr marL="0" algn="l" defTabSz="914400" rtl="0" eaLnBrk="1" latinLnBrk="0" hangingPunct="1">
              <a:defRPr kumimoji="1" sz="1050" b="0" i="0" kern="1200">
                <a:solidFill>
                  <a:schemeClr val="tx1"/>
                </a:solidFill>
                <a:latin typeface="MS UI Gothic"/>
                <a:ea typeface="+mn-ea"/>
                <a:cs typeface="MS UI Gothic"/>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12700">
              <a:lnSpc>
                <a:spcPts val="1240"/>
              </a:lnSpc>
            </a:pPr>
            <a:r>
              <a:rPr lang="ja-JP" altLang="en-US" sz="900" spc="95"/>
              <a:t>－</a:t>
            </a:r>
            <a:fld id="{81D60167-4931-47E6-BA6A-407CBD079E47}" type="slidenum">
              <a:rPr sz="900" spc="95" smtClean="0"/>
              <a:pPr marL="12700">
                <a:lnSpc>
                  <a:spcPts val="1240"/>
                </a:lnSpc>
              </a:pPr>
              <a:t>4</a:t>
            </a:fld>
            <a:r>
              <a:rPr sz="900" spc="95"/>
              <a:t>－</a:t>
            </a:r>
            <a:endParaRPr sz="900" spc="95" dirty="0"/>
          </a:p>
        </p:txBody>
      </p:sp>
      <p:sp>
        <p:nvSpPr>
          <p:cNvPr id="82" name="正方形/長方形 81">
            <a:extLst>
              <a:ext uri="{FF2B5EF4-FFF2-40B4-BE49-F238E27FC236}">
                <a16:creationId xmlns:a16="http://schemas.microsoft.com/office/drawing/2014/main" id="{5D6AB5FC-FD8B-4C51-99F5-91543CD9F175}"/>
              </a:ext>
            </a:extLst>
          </p:cNvPr>
          <p:cNvSpPr/>
          <p:nvPr/>
        </p:nvSpPr>
        <p:spPr>
          <a:xfrm>
            <a:off x="167265" y="908720"/>
            <a:ext cx="8791405" cy="4190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
            <a:r>
              <a:rPr lang="ja-JP" altLang="en-US" sz="1600" b="1" i="0" dirty="0">
                <a:solidFill>
                  <a:srgbClr val="FF0000"/>
                </a:solidFill>
                <a:effectLst/>
                <a:latin typeface="メイリオ" panose="020B0604030504040204" pitchFamily="50" charset="-128"/>
                <a:ea typeface="メイリオ" panose="020B0604030504040204" pitchFamily="50" charset="-128"/>
              </a:rPr>
              <a:t>インセンティブの活用により、グループ</a:t>
            </a:r>
            <a:r>
              <a:rPr lang="ja-JP" altLang="en-US" sz="1600" b="1" dirty="0">
                <a:solidFill>
                  <a:srgbClr val="FF0000"/>
                </a:solidFill>
                <a:latin typeface="メイリオ" panose="020B0604030504040204" pitchFamily="50" charset="-128"/>
                <a:ea typeface="メイリオ" panose="020B0604030504040204" pitchFamily="50" charset="-128"/>
              </a:rPr>
              <a:t>外の案件を獲得するというＫＧＩの</a:t>
            </a:r>
            <a:r>
              <a:rPr lang="ja-JP" altLang="en-US" sz="1600" b="1" i="0" dirty="0">
                <a:solidFill>
                  <a:srgbClr val="FF0000"/>
                </a:solidFill>
                <a:effectLst/>
                <a:latin typeface="メイリオ" panose="020B0604030504040204" pitchFamily="50" charset="-128"/>
                <a:ea typeface="メイリオ" panose="020B0604030504040204" pitchFamily="50" charset="-128"/>
              </a:rPr>
              <a:t>浸透につなげる</a:t>
            </a:r>
            <a:endParaRPr lang="en-US" altLang="ja-JP" sz="1600" b="1" dirty="0">
              <a:solidFill>
                <a:srgbClr val="FF0000"/>
              </a:solidFill>
              <a:latin typeface="メイリオ" panose="020B0604030504040204" pitchFamily="50" charset="-128"/>
              <a:ea typeface="メイリオ" panose="020B0604030504040204" pitchFamily="50" charset="-128"/>
            </a:endParaRPr>
          </a:p>
        </p:txBody>
      </p:sp>
      <p:sp>
        <p:nvSpPr>
          <p:cNvPr id="58" name="タイトル 2">
            <a:extLst>
              <a:ext uri="{FF2B5EF4-FFF2-40B4-BE49-F238E27FC236}">
                <a16:creationId xmlns:a16="http://schemas.microsoft.com/office/drawing/2014/main" id="{1DAD7421-9678-70D6-EB9C-1CFE3314624A}"/>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3200" b="1" dirty="0"/>
              <a:t>過去　</a:t>
            </a:r>
            <a:r>
              <a:rPr lang="en-US" altLang="ja-JP" sz="3200" b="1" dirty="0"/>
              <a:t>29</a:t>
            </a:r>
            <a:r>
              <a:rPr lang="ja-JP" altLang="en-US" sz="3200" b="1" dirty="0"/>
              <a:t>期の</a:t>
            </a:r>
            <a:r>
              <a:rPr kumimoji="1" lang="ja-JP" altLang="en-US" sz="3200" b="1" dirty="0"/>
              <a:t>インセンティブ支給の目的</a:t>
            </a:r>
            <a:endParaRPr lang="en-US" altLang="ja-JP" sz="3200" b="1" dirty="0"/>
          </a:p>
        </p:txBody>
      </p:sp>
      <p:graphicFrame>
        <p:nvGraphicFramePr>
          <p:cNvPr id="59" name="object 5"/>
          <p:cNvGraphicFramePr>
            <a:graphicFrameLocks noGrp="1"/>
          </p:cNvGraphicFramePr>
          <p:nvPr>
            <p:extLst>
              <p:ext uri="{D42A27DB-BD31-4B8C-83A1-F6EECF244321}">
                <p14:modId xmlns:p14="http://schemas.microsoft.com/office/powerpoint/2010/main" val="2975232952"/>
              </p:ext>
            </p:extLst>
          </p:nvPr>
        </p:nvGraphicFramePr>
        <p:xfrm>
          <a:off x="73118" y="3789040"/>
          <a:ext cx="8933813" cy="2741418"/>
        </p:xfrm>
        <a:graphic>
          <a:graphicData uri="http://schemas.openxmlformats.org/drawingml/2006/table">
            <a:tbl>
              <a:tblPr bandRow="1">
                <a:tableStyleId>{2D5ABB26-0587-4C30-8999-92F81FD0307C}</a:tableStyleId>
              </a:tblPr>
              <a:tblGrid>
                <a:gridCol w="281305">
                  <a:extLst>
                    <a:ext uri="{9D8B030D-6E8A-4147-A177-3AD203B41FA5}">
                      <a16:colId xmlns:a16="http://schemas.microsoft.com/office/drawing/2014/main" val="20000"/>
                    </a:ext>
                  </a:extLst>
                </a:gridCol>
                <a:gridCol w="81914">
                  <a:extLst>
                    <a:ext uri="{9D8B030D-6E8A-4147-A177-3AD203B41FA5}">
                      <a16:colId xmlns:a16="http://schemas.microsoft.com/office/drawing/2014/main" val="20001"/>
                    </a:ext>
                  </a:extLst>
                </a:gridCol>
                <a:gridCol w="267970">
                  <a:extLst>
                    <a:ext uri="{9D8B030D-6E8A-4147-A177-3AD203B41FA5}">
                      <a16:colId xmlns:a16="http://schemas.microsoft.com/office/drawing/2014/main" val="20002"/>
                    </a:ext>
                  </a:extLst>
                </a:gridCol>
                <a:gridCol w="198119">
                  <a:extLst>
                    <a:ext uri="{9D8B030D-6E8A-4147-A177-3AD203B41FA5}">
                      <a16:colId xmlns:a16="http://schemas.microsoft.com/office/drawing/2014/main" val="20003"/>
                    </a:ext>
                  </a:extLst>
                </a:gridCol>
                <a:gridCol w="418465">
                  <a:extLst>
                    <a:ext uri="{9D8B030D-6E8A-4147-A177-3AD203B41FA5}">
                      <a16:colId xmlns:a16="http://schemas.microsoft.com/office/drawing/2014/main" val="20004"/>
                    </a:ext>
                  </a:extLst>
                </a:gridCol>
                <a:gridCol w="2447925">
                  <a:extLst>
                    <a:ext uri="{9D8B030D-6E8A-4147-A177-3AD203B41FA5}">
                      <a16:colId xmlns:a16="http://schemas.microsoft.com/office/drawing/2014/main" val="20005"/>
                    </a:ext>
                  </a:extLst>
                </a:gridCol>
                <a:gridCol w="1111250">
                  <a:extLst>
                    <a:ext uri="{9D8B030D-6E8A-4147-A177-3AD203B41FA5}">
                      <a16:colId xmlns:a16="http://schemas.microsoft.com/office/drawing/2014/main" val="20006"/>
                    </a:ext>
                  </a:extLst>
                </a:gridCol>
                <a:gridCol w="487045">
                  <a:extLst>
                    <a:ext uri="{9D8B030D-6E8A-4147-A177-3AD203B41FA5}">
                      <a16:colId xmlns:a16="http://schemas.microsoft.com/office/drawing/2014/main" val="20007"/>
                    </a:ext>
                  </a:extLst>
                </a:gridCol>
                <a:gridCol w="559435">
                  <a:extLst>
                    <a:ext uri="{9D8B030D-6E8A-4147-A177-3AD203B41FA5}">
                      <a16:colId xmlns:a16="http://schemas.microsoft.com/office/drawing/2014/main" val="20008"/>
                    </a:ext>
                  </a:extLst>
                </a:gridCol>
                <a:gridCol w="3080385">
                  <a:extLst>
                    <a:ext uri="{9D8B030D-6E8A-4147-A177-3AD203B41FA5}">
                      <a16:colId xmlns:a16="http://schemas.microsoft.com/office/drawing/2014/main" val="20009"/>
                    </a:ext>
                  </a:extLst>
                </a:gridCol>
              </a:tblGrid>
              <a:tr h="416432">
                <a:tc>
                  <a:txBody>
                    <a:bodyPr/>
                    <a:lstStyle/>
                    <a:p>
                      <a:pPr>
                        <a:lnSpc>
                          <a:spcPct val="100000"/>
                        </a:lnSpc>
                        <a:spcBef>
                          <a:spcPts val="40"/>
                        </a:spcBef>
                      </a:pPr>
                      <a:endParaRPr sz="900" dirty="0">
                        <a:latin typeface="メイリオ" panose="020B0604030504040204" pitchFamily="50" charset="-128"/>
                        <a:ea typeface="メイリオ" panose="020B0604030504040204" pitchFamily="50" charset="-128"/>
                        <a:cs typeface="Times New Roman"/>
                      </a:endParaRPr>
                    </a:p>
                    <a:p>
                      <a:pPr marL="1270" algn="ctr">
                        <a:lnSpc>
                          <a:spcPct val="100000"/>
                        </a:lnSpc>
                        <a:spcBef>
                          <a:spcPts val="5"/>
                        </a:spcBef>
                      </a:pPr>
                      <a:r>
                        <a:rPr sz="900" b="1" spc="5" dirty="0">
                          <a:solidFill>
                            <a:srgbClr val="FFFFFF"/>
                          </a:solidFill>
                          <a:latin typeface="メイリオ" panose="020B0604030504040204" pitchFamily="50" charset="-128"/>
                          <a:ea typeface="メイリオ" panose="020B0604030504040204" pitchFamily="50" charset="-128"/>
                          <a:cs typeface="Yu Gothic"/>
                        </a:rPr>
                        <a:t>NO</a:t>
                      </a:r>
                      <a:endParaRPr sz="900" dirty="0">
                        <a:latin typeface="メイリオ" panose="020B0604030504040204" pitchFamily="50" charset="-128"/>
                        <a:ea typeface="メイリオ" panose="020B0604030504040204" pitchFamily="50" charset="-128"/>
                        <a:cs typeface="Yu Gothic"/>
                      </a:endParaRPr>
                    </a:p>
                  </a:txBody>
                  <a:tcPr marL="0" marR="0" marT="5080" marB="0">
                    <a:lnL w="6350">
                      <a:solidFill>
                        <a:srgbClr val="000000"/>
                      </a:solidFill>
                      <a:prstDash val="solid"/>
                    </a:lnL>
                    <a:lnR w="12700">
                      <a:solidFill>
                        <a:srgbClr val="FFFFFF"/>
                      </a:solidFill>
                      <a:prstDash val="solid"/>
                    </a:lnR>
                    <a:lnT w="6350">
                      <a:solidFill>
                        <a:srgbClr val="000000"/>
                      </a:solidFill>
                      <a:prstDash val="solid"/>
                    </a:lnT>
                    <a:lnB w="12700">
                      <a:solidFill>
                        <a:srgbClr val="FFFFFF"/>
                      </a:solidFill>
                      <a:prstDash val="solid"/>
                    </a:lnB>
                    <a:solidFill>
                      <a:srgbClr val="1F3763"/>
                    </a:solidFill>
                  </a:tcPr>
                </a:tc>
                <a:tc gridSpan="4">
                  <a:txBody>
                    <a:bodyPr/>
                    <a:lstStyle/>
                    <a:p>
                      <a:pPr>
                        <a:lnSpc>
                          <a:spcPct val="100000"/>
                        </a:lnSpc>
                        <a:spcBef>
                          <a:spcPts val="40"/>
                        </a:spcBef>
                      </a:pPr>
                      <a:endParaRPr sz="900" dirty="0">
                        <a:latin typeface="メイリオ" panose="020B0604030504040204" pitchFamily="50" charset="-128"/>
                        <a:ea typeface="メイリオ" panose="020B0604030504040204" pitchFamily="50" charset="-128"/>
                        <a:cs typeface="Times New Roman"/>
                      </a:endParaRPr>
                    </a:p>
                    <a:p>
                      <a:pPr marL="635" algn="ctr">
                        <a:lnSpc>
                          <a:spcPct val="100000"/>
                        </a:lnSpc>
                        <a:spcBef>
                          <a:spcPts val="5"/>
                        </a:spcBef>
                      </a:pPr>
                      <a:r>
                        <a:rPr sz="900" b="1" dirty="0">
                          <a:solidFill>
                            <a:srgbClr val="FFFFFF"/>
                          </a:solidFill>
                          <a:latin typeface="メイリオ" panose="020B0604030504040204" pitchFamily="50" charset="-128"/>
                          <a:ea typeface="メイリオ" panose="020B0604030504040204" pitchFamily="50" charset="-128"/>
                          <a:cs typeface="Yu Gothic"/>
                        </a:rPr>
                        <a:t>内容</a:t>
                      </a:r>
                      <a:endParaRPr sz="900" dirty="0">
                        <a:latin typeface="メイリオ" panose="020B0604030504040204" pitchFamily="50" charset="-128"/>
                        <a:ea typeface="メイリオ" panose="020B0604030504040204" pitchFamily="50" charset="-128"/>
                        <a:cs typeface="Yu Gothic"/>
                      </a:endParaRPr>
                    </a:p>
                  </a:txBody>
                  <a:tcPr marL="0" marR="0" marT="5080" marB="0">
                    <a:lnL w="12700">
                      <a:solidFill>
                        <a:srgbClr val="FFFFFF"/>
                      </a:solidFill>
                      <a:prstDash val="solid"/>
                    </a:lnL>
                    <a:lnR w="12700">
                      <a:solidFill>
                        <a:srgbClr val="FFFFFF"/>
                      </a:solidFill>
                      <a:prstDash val="solid"/>
                    </a:lnR>
                    <a:lnT w="6350">
                      <a:solidFill>
                        <a:srgbClr val="000000"/>
                      </a:solidFill>
                      <a:prstDash val="solid"/>
                    </a:lnT>
                    <a:lnB w="6350">
                      <a:solidFill>
                        <a:srgbClr val="000000"/>
                      </a:solidFill>
                      <a:prstDash val="solid"/>
                    </a:lnB>
                    <a:solidFill>
                      <a:srgbClr val="1F3763"/>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spcBef>
                          <a:spcPts val="40"/>
                        </a:spcBef>
                      </a:pPr>
                      <a:endParaRPr sz="900" dirty="0">
                        <a:latin typeface="メイリオ" panose="020B0604030504040204" pitchFamily="50" charset="-128"/>
                        <a:ea typeface="メイリオ" panose="020B0604030504040204" pitchFamily="50" charset="-128"/>
                        <a:cs typeface="Times New Roman"/>
                      </a:endParaRPr>
                    </a:p>
                    <a:p>
                      <a:pPr algn="ctr">
                        <a:lnSpc>
                          <a:spcPct val="100000"/>
                        </a:lnSpc>
                        <a:spcBef>
                          <a:spcPts val="5"/>
                        </a:spcBef>
                      </a:pPr>
                      <a:r>
                        <a:rPr sz="900" b="1" dirty="0">
                          <a:solidFill>
                            <a:srgbClr val="FFFFFF"/>
                          </a:solidFill>
                          <a:latin typeface="メイリオ" panose="020B0604030504040204" pitchFamily="50" charset="-128"/>
                          <a:ea typeface="メイリオ" panose="020B0604030504040204" pitchFamily="50" charset="-128"/>
                          <a:cs typeface="Yu Gothic"/>
                        </a:rPr>
                        <a:t>考え方</a:t>
                      </a:r>
                      <a:endParaRPr sz="900" dirty="0">
                        <a:latin typeface="メイリオ" panose="020B0604030504040204" pitchFamily="50" charset="-128"/>
                        <a:ea typeface="メイリオ" panose="020B0604030504040204" pitchFamily="50" charset="-128"/>
                        <a:cs typeface="Yu Gothic"/>
                      </a:endParaRPr>
                    </a:p>
                  </a:txBody>
                  <a:tcPr marL="0" marR="0" marT="5080" marB="0">
                    <a:lnL w="12700">
                      <a:solidFill>
                        <a:srgbClr val="FFFFFF"/>
                      </a:solidFill>
                      <a:prstDash val="solid"/>
                    </a:lnL>
                    <a:lnR w="12700">
                      <a:solidFill>
                        <a:srgbClr val="FFFFFF"/>
                      </a:solidFill>
                      <a:prstDash val="solid"/>
                    </a:lnR>
                    <a:lnT w="6350">
                      <a:solidFill>
                        <a:srgbClr val="000000"/>
                      </a:solidFill>
                      <a:prstDash val="solid"/>
                    </a:lnT>
                    <a:lnB w="6350">
                      <a:solidFill>
                        <a:srgbClr val="000000"/>
                      </a:solidFill>
                      <a:prstDash val="solid"/>
                    </a:lnB>
                    <a:solidFill>
                      <a:srgbClr val="1F3763"/>
                    </a:solidFill>
                  </a:tcPr>
                </a:tc>
                <a:tc>
                  <a:txBody>
                    <a:bodyPr/>
                    <a:lstStyle/>
                    <a:p>
                      <a:pPr>
                        <a:lnSpc>
                          <a:spcPct val="100000"/>
                        </a:lnSpc>
                        <a:spcBef>
                          <a:spcPts val="40"/>
                        </a:spcBef>
                      </a:pPr>
                      <a:endParaRPr sz="900">
                        <a:latin typeface="メイリオ" panose="020B0604030504040204" pitchFamily="50" charset="-128"/>
                        <a:ea typeface="メイリオ" panose="020B0604030504040204" pitchFamily="50" charset="-128"/>
                        <a:cs typeface="Times New Roman"/>
                      </a:endParaRPr>
                    </a:p>
                    <a:p>
                      <a:pPr marL="98425">
                        <a:lnSpc>
                          <a:spcPct val="100000"/>
                        </a:lnSpc>
                        <a:spcBef>
                          <a:spcPts val="5"/>
                        </a:spcBef>
                      </a:pPr>
                      <a:r>
                        <a:rPr sz="900" b="1" dirty="0">
                          <a:solidFill>
                            <a:srgbClr val="FFFFFF"/>
                          </a:solidFill>
                          <a:latin typeface="メイリオ" panose="020B0604030504040204" pitchFamily="50" charset="-128"/>
                          <a:ea typeface="メイリオ" panose="020B0604030504040204" pitchFamily="50" charset="-128"/>
                          <a:cs typeface="Yu Gothic"/>
                        </a:rPr>
                        <a:t>支給対象者の決定</a:t>
                      </a:r>
                      <a:endParaRPr sz="900">
                        <a:latin typeface="メイリオ" panose="020B0604030504040204" pitchFamily="50" charset="-128"/>
                        <a:ea typeface="メイリオ" panose="020B0604030504040204" pitchFamily="50" charset="-128"/>
                        <a:cs typeface="Yu Gothic"/>
                      </a:endParaRPr>
                    </a:p>
                  </a:txBody>
                  <a:tcPr marL="0" marR="0" marT="5080" marB="0">
                    <a:lnL w="12700">
                      <a:solidFill>
                        <a:srgbClr val="FFFFFF"/>
                      </a:solidFill>
                      <a:prstDash val="solid"/>
                    </a:lnL>
                    <a:lnR w="12700">
                      <a:solidFill>
                        <a:srgbClr val="FFFFFF"/>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128905" marR="121285">
                        <a:lnSpc>
                          <a:spcPct val="100000"/>
                        </a:lnSpc>
                        <a:spcBef>
                          <a:spcPts val="535"/>
                        </a:spcBef>
                      </a:pPr>
                      <a:r>
                        <a:rPr sz="900" b="1" dirty="0">
                          <a:solidFill>
                            <a:srgbClr val="FFFFFF"/>
                          </a:solidFill>
                          <a:latin typeface="メイリオ" panose="020B0604030504040204" pitchFamily="50" charset="-128"/>
                          <a:ea typeface="メイリオ" panose="020B0604030504040204" pitchFamily="50" charset="-128"/>
                          <a:cs typeface="Yu Gothic"/>
                        </a:rPr>
                        <a:t>支給 頻度</a:t>
                      </a:r>
                      <a:endParaRPr sz="900">
                        <a:latin typeface="メイリオ" panose="020B0604030504040204" pitchFamily="50" charset="-128"/>
                        <a:ea typeface="メイリオ" panose="020B0604030504040204" pitchFamily="50" charset="-128"/>
                        <a:cs typeface="Yu Gothic"/>
                      </a:endParaRPr>
                    </a:p>
                  </a:txBody>
                  <a:tcPr marL="0" marR="0" marT="67945" marB="0">
                    <a:lnL w="12700">
                      <a:solidFill>
                        <a:srgbClr val="FFFFFF"/>
                      </a:solidFill>
                      <a:prstDash val="solid"/>
                    </a:lnL>
                    <a:lnR w="12700">
                      <a:solidFill>
                        <a:srgbClr val="FFFFFF"/>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108585" marR="42545" indent="-56515">
                        <a:lnSpc>
                          <a:spcPct val="100000"/>
                        </a:lnSpc>
                        <a:spcBef>
                          <a:spcPts val="535"/>
                        </a:spcBef>
                      </a:pPr>
                      <a:r>
                        <a:rPr sz="900" b="1" dirty="0">
                          <a:solidFill>
                            <a:srgbClr val="FFFFFF"/>
                          </a:solidFill>
                          <a:latin typeface="メイリオ" panose="020B0604030504040204" pitchFamily="50" charset="-128"/>
                          <a:ea typeface="メイリオ" panose="020B0604030504040204" pitchFamily="50" charset="-128"/>
                          <a:cs typeface="Yu Gothic"/>
                        </a:rPr>
                        <a:t>ポイント 支給日</a:t>
                      </a:r>
                      <a:endParaRPr sz="900">
                        <a:latin typeface="メイリオ" panose="020B0604030504040204" pitchFamily="50" charset="-128"/>
                        <a:ea typeface="メイリオ" panose="020B0604030504040204" pitchFamily="50" charset="-128"/>
                        <a:cs typeface="Yu Gothic"/>
                      </a:endParaRPr>
                    </a:p>
                  </a:txBody>
                  <a:tcPr marL="0" marR="0" marT="67945" marB="0">
                    <a:lnL w="12700">
                      <a:solidFill>
                        <a:srgbClr val="FFFFFF"/>
                      </a:solidFill>
                      <a:prstDash val="solid"/>
                    </a:lnL>
                    <a:lnR w="12700">
                      <a:solidFill>
                        <a:srgbClr val="FFFFFF"/>
                      </a:solidFill>
                      <a:prstDash val="solid"/>
                    </a:lnR>
                    <a:lnT w="6350">
                      <a:solidFill>
                        <a:srgbClr val="000000"/>
                      </a:solidFill>
                      <a:prstDash val="solid"/>
                    </a:lnT>
                    <a:lnB w="6350">
                      <a:solidFill>
                        <a:srgbClr val="000000"/>
                      </a:solidFill>
                      <a:prstDash val="solid"/>
                    </a:lnB>
                    <a:solidFill>
                      <a:srgbClr val="1F3763"/>
                    </a:solidFill>
                  </a:tcPr>
                </a:tc>
                <a:tc>
                  <a:txBody>
                    <a:bodyPr/>
                    <a:lstStyle/>
                    <a:p>
                      <a:pPr>
                        <a:lnSpc>
                          <a:spcPct val="100000"/>
                        </a:lnSpc>
                        <a:spcBef>
                          <a:spcPts val="40"/>
                        </a:spcBef>
                      </a:pPr>
                      <a:endParaRPr sz="900">
                        <a:latin typeface="メイリオ" panose="020B0604030504040204" pitchFamily="50" charset="-128"/>
                        <a:ea typeface="メイリオ" panose="020B0604030504040204" pitchFamily="50" charset="-128"/>
                        <a:cs typeface="Times New Roman"/>
                      </a:endParaRPr>
                    </a:p>
                    <a:p>
                      <a:pPr marL="1905" algn="ctr">
                        <a:lnSpc>
                          <a:spcPct val="100000"/>
                        </a:lnSpc>
                        <a:spcBef>
                          <a:spcPts val="5"/>
                        </a:spcBef>
                      </a:pPr>
                      <a:r>
                        <a:rPr sz="900" b="1" dirty="0">
                          <a:solidFill>
                            <a:srgbClr val="FFFFFF"/>
                          </a:solidFill>
                          <a:latin typeface="メイリオ" panose="020B0604030504040204" pitchFamily="50" charset="-128"/>
                          <a:ea typeface="メイリオ" panose="020B0604030504040204" pitchFamily="50" charset="-128"/>
                          <a:cs typeface="Yu Gothic"/>
                        </a:rPr>
                        <a:t>備考</a:t>
                      </a:r>
                      <a:endParaRPr sz="900">
                        <a:latin typeface="メイリオ" panose="020B0604030504040204" pitchFamily="50" charset="-128"/>
                        <a:ea typeface="メイリオ" panose="020B0604030504040204" pitchFamily="50" charset="-128"/>
                        <a:cs typeface="Yu Gothic"/>
                      </a:endParaRPr>
                    </a:p>
                  </a:txBody>
                  <a:tcPr marL="0" marR="0" marT="5080" marB="0">
                    <a:lnL w="12700">
                      <a:solidFill>
                        <a:srgbClr val="FFFFFF"/>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extLst>
                  <a:ext uri="{0D108BD9-81ED-4DB2-BD59-A6C34878D82A}">
                    <a16:rowId xmlns:a16="http://schemas.microsoft.com/office/drawing/2014/main" val="10000"/>
                  </a:ext>
                </a:extLst>
              </a:tr>
              <a:tr h="581151">
                <a:tc>
                  <a:txBody>
                    <a:bodyPr/>
                    <a:lstStyle/>
                    <a:p>
                      <a:pPr>
                        <a:lnSpc>
                          <a:spcPct val="100000"/>
                        </a:lnSpc>
                        <a:spcBef>
                          <a:spcPts val="20"/>
                        </a:spcBef>
                      </a:pPr>
                      <a:endParaRPr sz="1400">
                        <a:latin typeface="メイリオ" panose="020B0604030504040204" pitchFamily="50" charset="-128"/>
                        <a:ea typeface="メイリオ" panose="020B0604030504040204" pitchFamily="50" charset="-128"/>
                        <a:cs typeface="Times New Roman"/>
                      </a:endParaRPr>
                    </a:p>
                    <a:p>
                      <a:pPr algn="ctr">
                        <a:lnSpc>
                          <a:spcPct val="100000"/>
                        </a:lnSpc>
                      </a:pPr>
                      <a:r>
                        <a:rPr sz="1050" b="1" dirty="0">
                          <a:solidFill>
                            <a:srgbClr val="FFFFFF"/>
                          </a:solidFill>
                          <a:latin typeface="メイリオ" panose="020B0604030504040204" pitchFamily="50" charset="-128"/>
                          <a:ea typeface="メイリオ" panose="020B0604030504040204" pitchFamily="50" charset="-128"/>
                          <a:cs typeface="Yu Gothic"/>
                        </a:rPr>
                        <a:t>①</a:t>
                      </a:r>
                      <a:endParaRPr sz="1050">
                        <a:latin typeface="メイリオ" panose="020B0604030504040204" pitchFamily="50" charset="-128"/>
                        <a:ea typeface="メイリオ" panose="020B0604030504040204" pitchFamily="50" charset="-128"/>
                        <a:cs typeface="Yu Gothic"/>
                      </a:endParaRPr>
                    </a:p>
                  </a:txBody>
                  <a:tcPr marL="0" marR="0" marT="2540" marB="0">
                    <a:lnL w="6350">
                      <a:solidFill>
                        <a:srgbClr val="000000"/>
                      </a:solidFill>
                      <a:prstDash val="solid"/>
                    </a:lnL>
                    <a:lnR w="6350">
                      <a:solidFill>
                        <a:srgbClr val="000000"/>
                      </a:solidFill>
                      <a:prstDash val="solid"/>
                    </a:lnR>
                    <a:lnT w="12700">
                      <a:solidFill>
                        <a:srgbClr val="FFFFFF"/>
                      </a:solidFill>
                      <a:prstDash val="solid"/>
                    </a:lnT>
                    <a:lnB w="12700">
                      <a:solidFill>
                        <a:srgbClr val="FFFFFF"/>
                      </a:solidFill>
                      <a:prstDash val="solid"/>
                    </a:lnB>
                    <a:solidFill>
                      <a:srgbClr val="1F3763"/>
                    </a:solidFill>
                  </a:tcPr>
                </a:tc>
                <a:tc gridSpan="4">
                  <a:txBody>
                    <a:bodyPr/>
                    <a:lstStyle/>
                    <a:p>
                      <a:pPr>
                        <a:lnSpc>
                          <a:spcPct val="100000"/>
                        </a:lnSpc>
                      </a:pPr>
                      <a:endParaRPr sz="900">
                        <a:latin typeface="メイリオ" panose="020B0604030504040204" pitchFamily="50" charset="-128"/>
                        <a:ea typeface="メイリオ" panose="020B0604030504040204" pitchFamily="50" charset="-128"/>
                        <a:cs typeface="Times New Roman"/>
                      </a:endParaRPr>
                    </a:p>
                    <a:p>
                      <a:pPr marL="5715">
                        <a:lnSpc>
                          <a:spcPct val="100000"/>
                        </a:lnSpc>
                        <a:spcBef>
                          <a:spcPts val="715"/>
                        </a:spcBef>
                      </a:pPr>
                      <a:r>
                        <a:rPr sz="900" dirty="0">
                          <a:latin typeface="メイリオ" panose="020B0604030504040204" pitchFamily="50" charset="-128"/>
                          <a:ea typeface="メイリオ" panose="020B0604030504040204" pitchFamily="50" charset="-128"/>
                          <a:cs typeface="MS UI Gothic"/>
                        </a:rPr>
                        <a:t>業績連動型</a:t>
                      </a:r>
                      <a:endParaRPr sz="900">
                        <a:latin typeface="メイリオ" panose="020B0604030504040204" pitchFamily="50" charset="-128"/>
                        <a:ea typeface="メイリオ" panose="020B0604030504040204" pitchFamily="50" charset="-128"/>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6350">
                        <a:lnSpc>
                          <a:spcPct val="100000"/>
                        </a:lnSpc>
                        <a:spcBef>
                          <a:spcPts val="670"/>
                        </a:spcBef>
                      </a:pPr>
                      <a:r>
                        <a:rPr sz="900" dirty="0">
                          <a:latin typeface="メイリオ" panose="020B0604030504040204" pitchFamily="50" charset="-128"/>
                          <a:ea typeface="メイリオ" panose="020B0604030504040204" pitchFamily="50" charset="-128"/>
                          <a:cs typeface="MS UI Gothic"/>
                        </a:rPr>
                        <a:t>①新規外販案件の粗利</a:t>
                      </a:r>
                      <a:r>
                        <a:rPr sz="900" spc="25" dirty="0">
                          <a:latin typeface="メイリオ" panose="020B0604030504040204" pitchFamily="50" charset="-128"/>
                          <a:ea typeface="メイリオ" panose="020B0604030504040204" pitchFamily="50" charset="-128"/>
                          <a:cs typeface="MS UI Gothic"/>
                        </a:rPr>
                        <a:t> </a:t>
                      </a:r>
                      <a:r>
                        <a:rPr sz="900" dirty="0">
                          <a:latin typeface="メイリオ" panose="020B0604030504040204" pitchFamily="50" charset="-128"/>
                          <a:ea typeface="メイリオ" panose="020B0604030504040204" pitchFamily="50" charset="-128"/>
                          <a:cs typeface="MS UI Gothic"/>
                        </a:rPr>
                        <a:t>×</a:t>
                      </a:r>
                      <a:r>
                        <a:rPr sz="900" spc="10" dirty="0">
                          <a:latin typeface="メイリオ" panose="020B0604030504040204" pitchFamily="50" charset="-128"/>
                          <a:ea typeface="メイリオ" panose="020B0604030504040204" pitchFamily="50" charset="-128"/>
                          <a:cs typeface="MS UI Gothic"/>
                        </a:rPr>
                        <a:t> </a:t>
                      </a:r>
                      <a:r>
                        <a:rPr sz="900" dirty="0">
                          <a:latin typeface="メイリオ" panose="020B0604030504040204" pitchFamily="50" charset="-128"/>
                          <a:ea typeface="メイリオ" panose="020B0604030504040204" pitchFamily="50" charset="-128"/>
                          <a:cs typeface="MS UI Gothic"/>
                        </a:rPr>
                        <a:t>②支給率 </a:t>
                      </a:r>
                      <a:r>
                        <a:rPr sz="900" spc="65" dirty="0">
                          <a:latin typeface="メイリオ" panose="020B0604030504040204" pitchFamily="50" charset="-128"/>
                          <a:ea typeface="メイリオ" panose="020B0604030504040204" pitchFamily="50" charset="-128"/>
                          <a:cs typeface="MS UI Gothic"/>
                        </a:rPr>
                        <a:t> </a:t>
                      </a:r>
                      <a:r>
                        <a:rPr sz="900" dirty="0">
                          <a:latin typeface="メイリオ" panose="020B0604030504040204" pitchFamily="50" charset="-128"/>
                          <a:ea typeface="メイリオ" panose="020B0604030504040204" pitchFamily="50" charset="-128"/>
                          <a:cs typeface="MS UI Gothic"/>
                        </a:rPr>
                        <a:t>＋ </a:t>
                      </a:r>
                      <a:r>
                        <a:rPr sz="900" spc="50" dirty="0">
                          <a:latin typeface="メイリオ" panose="020B0604030504040204" pitchFamily="50" charset="-128"/>
                          <a:ea typeface="メイリオ" panose="020B0604030504040204" pitchFamily="50" charset="-128"/>
                          <a:cs typeface="MS UI Gothic"/>
                        </a:rPr>
                        <a:t> </a:t>
                      </a:r>
                      <a:r>
                        <a:rPr sz="900" dirty="0">
                          <a:latin typeface="メイリオ" panose="020B0604030504040204" pitchFamily="50" charset="-128"/>
                          <a:ea typeface="メイリオ" panose="020B0604030504040204" pitchFamily="50" charset="-128"/>
                          <a:cs typeface="MS UI Gothic"/>
                        </a:rPr>
                        <a:t>α</a:t>
                      </a:r>
                      <a:endParaRPr sz="900">
                        <a:latin typeface="メイリオ" panose="020B0604030504040204" pitchFamily="50" charset="-128"/>
                        <a:ea typeface="メイリオ" panose="020B0604030504040204" pitchFamily="50" charset="-128"/>
                        <a:cs typeface="MS UI Gothic"/>
                      </a:endParaRPr>
                    </a:p>
                    <a:p>
                      <a:pPr>
                        <a:lnSpc>
                          <a:spcPct val="100000"/>
                        </a:lnSpc>
                        <a:spcBef>
                          <a:spcPts val="45"/>
                        </a:spcBef>
                      </a:pPr>
                      <a:endParaRPr sz="900">
                        <a:latin typeface="メイリオ" panose="020B0604030504040204" pitchFamily="50" charset="-128"/>
                        <a:ea typeface="メイリオ" panose="020B0604030504040204" pitchFamily="50" charset="-128"/>
                        <a:cs typeface="Times New Roman"/>
                      </a:endParaRPr>
                    </a:p>
                    <a:p>
                      <a:pPr marL="82550">
                        <a:lnSpc>
                          <a:spcPct val="100000"/>
                        </a:lnSpc>
                      </a:pPr>
                      <a:r>
                        <a:rPr sz="900" dirty="0">
                          <a:latin typeface="メイリオ" panose="020B0604030504040204" pitchFamily="50" charset="-128"/>
                          <a:ea typeface="メイリオ" panose="020B0604030504040204" pitchFamily="50" charset="-128"/>
                          <a:cs typeface="MS UI Gothic"/>
                        </a:rPr>
                        <a:t>※支給率</a:t>
                      </a:r>
                      <a:r>
                        <a:rPr sz="900" spc="65" dirty="0">
                          <a:latin typeface="メイリオ" panose="020B0604030504040204" pitchFamily="50" charset="-128"/>
                          <a:ea typeface="メイリオ" panose="020B0604030504040204" pitchFamily="50" charset="-128"/>
                          <a:cs typeface="MS UI Gothic"/>
                        </a:rPr>
                        <a:t>＝1％～10％</a:t>
                      </a:r>
                      <a:endParaRPr sz="900">
                        <a:latin typeface="メイリオ" panose="020B0604030504040204" pitchFamily="50" charset="-128"/>
                        <a:ea typeface="メイリオ" panose="020B0604030504040204" pitchFamily="50" charset="-128"/>
                        <a:cs typeface="MS UI Gothic"/>
                      </a:endParaRPr>
                    </a:p>
                  </a:txBody>
                  <a:tcPr marL="0" marR="0" marT="850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pPr>
                      <a:endParaRPr sz="900" dirty="0">
                        <a:latin typeface="メイリオ" panose="020B0604030504040204" pitchFamily="50" charset="-128"/>
                        <a:ea typeface="メイリオ" panose="020B0604030504040204" pitchFamily="50" charset="-128"/>
                        <a:cs typeface="Times New Roman"/>
                      </a:endParaRPr>
                    </a:p>
                    <a:p>
                      <a:pPr>
                        <a:lnSpc>
                          <a:spcPct val="100000"/>
                        </a:lnSpc>
                      </a:pPr>
                      <a:endParaRPr sz="900" dirty="0">
                        <a:latin typeface="メイリオ" panose="020B0604030504040204" pitchFamily="50" charset="-128"/>
                        <a:ea typeface="メイリオ" panose="020B0604030504040204" pitchFamily="50" charset="-128"/>
                        <a:cs typeface="Times New Roman"/>
                      </a:endParaRPr>
                    </a:p>
                    <a:p>
                      <a:pPr>
                        <a:lnSpc>
                          <a:spcPct val="100000"/>
                        </a:lnSpc>
                      </a:pPr>
                      <a:endParaRPr sz="900" dirty="0">
                        <a:latin typeface="メイリオ" panose="020B0604030504040204" pitchFamily="50" charset="-128"/>
                        <a:ea typeface="メイリオ" panose="020B0604030504040204" pitchFamily="50" charset="-128"/>
                        <a:cs typeface="Times New Roman"/>
                      </a:endParaRPr>
                    </a:p>
                    <a:p>
                      <a:pPr>
                        <a:lnSpc>
                          <a:spcPct val="100000"/>
                        </a:lnSpc>
                        <a:spcBef>
                          <a:spcPts val="15"/>
                        </a:spcBef>
                      </a:pPr>
                      <a:endParaRPr sz="800" dirty="0">
                        <a:latin typeface="メイリオ" panose="020B0604030504040204" pitchFamily="50" charset="-128"/>
                        <a:ea typeface="メイリオ" panose="020B0604030504040204" pitchFamily="50" charset="-128"/>
                        <a:cs typeface="Times New Roman"/>
                      </a:endParaRPr>
                    </a:p>
                    <a:p>
                      <a:pPr marL="6350">
                        <a:lnSpc>
                          <a:spcPct val="100000"/>
                        </a:lnSpc>
                      </a:pPr>
                      <a:r>
                        <a:rPr sz="900" dirty="0">
                          <a:latin typeface="メイリオ" panose="020B0604030504040204" pitchFamily="50" charset="-128"/>
                          <a:ea typeface="メイリオ" panose="020B0604030504040204" pitchFamily="50" charset="-128"/>
                          <a:cs typeface="MS UI Gothic"/>
                        </a:rPr>
                        <a:t>案件ご</a:t>
                      </a:r>
                      <a:r>
                        <a:rPr sz="900" spc="-5" dirty="0">
                          <a:latin typeface="メイリオ" panose="020B0604030504040204" pitchFamily="50" charset="-128"/>
                          <a:ea typeface="メイリオ" panose="020B0604030504040204" pitchFamily="50" charset="-128"/>
                          <a:cs typeface="MS UI Gothic"/>
                        </a:rPr>
                        <a:t>と</a:t>
                      </a:r>
                      <a:r>
                        <a:rPr sz="900" dirty="0">
                          <a:latin typeface="メイリオ" panose="020B0604030504040204" pitchFamily="50" charset="-128"/>
                          <a:ea typeface="メイリオ" panose="020B0604030504040204" pitchFamily="50" charset="-128"/>
                          <a:cs typeface="MS UI Gothic"/>
                        </a:rPr>
                        <a:t>に決定</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pPr>
                      <a:endParaRPr sz="900">
                        <a:latin typeface="メイリオ" panose="020B0604030504040204" pitchFamily="50" charset="-128"/>
                        <a:ea typeface="メイリオ" panose="020B0604030504040204" pitchFamily="50" charset="-128"/>
                        <a:cs typeface="Times New Roman"/>
                      </a:endParaRPr>
                    </a:p>
                    <a:p>
                      <a:pPr>
                        <a:lnSpc>
                          <a:spcPct val="100000"/>
                        </a:lnSpc>
                      </a:pPr>
                      <a:endParaRPr sz="900">
                        <a:latin typeface="メイリオ" panose="020B0604030504040204" pitchFamily="50" charset="-128"/>
                        <a:ea typeface="メイリオ" panose="020B0604030504040204" pitchFamily="50" charset="-128"/>
                        <a:cs typeface="Times New Roman"/>
                      </a:endParaRPr>
                    </a:p>
                    <a:p>
                      <a:pPr>
                        <a:lnSpc>
                          <a:spcPct val="100000"/>
                        </a:lnSpc>
                      </a:pPr>
                      <a:endParaRPr sz="900">
                        <a:latin typeface="メイリオ" panose="020B0604030504040204" pitchFamily="50" charset="-128"/>
                        <a:ea typeface="メイリオ" panose="020B0604030504040204" pitchFamily="50" charset="-128"/>
                        <a:cs typeface="Times New Roman"/>
                      </a:endParaRPr>
                    </a:p>
                    <a:p>
                      <a:pPr>
                        <a:lnSpc>
                          <a:spcPct val="100000"/>
                        </a:lnSpc>
                        <a:spcBef>
                          <a:spcPts val="15"/>
                        </a:spcBef>
                      </a:pPr>
                      <a:endParaRPr sz="800">
                        <a:latin typeface="メイリオ" panose="020B0604030504040204" pitchFamily="50" charset="-128"/>
                        <a:ea typeface="メイリオ" panose="020B0604030504040204" pitchFamily="50" charset="-128"/>
                        <a:cs typeface="Times New Roman"/>
                      </a:endParaRPr>
                    </a:p>
                    <a:p>
                      <a:pPr marL="128905">
                        <a:lnSpc>
                          <a:spcPct val="100000"/>
                        </a:lnSpc>
                      </a:pPr>
                      <a:r>
                        <a:rPr sz="900" dirty="0">
                          <a:latin typeface="メイリオ" panose="020B0604030504040204" pitchFamily="50" charset="-128"/>
                          <a:ea typeface="メイリオ" panose="020B0604030504040204" pitchFamily="50" charset="-128"/>
                          <a:cs typeface="MS UI Gothic"/>
                        </a:rPr>
                        <a:t>毎月</a:t>
                      </a:r>
                      <a:endParaRPr sz="900">
                        <a:latin typeface="メイリオ" panose="020B0604030504040204" pitchFamily="50" charset="-128"/>
                        <a:ea typeface="メイリオ" panose="020B0604030504040204" pitchFamily="50" charset="-128"/>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3">
                  <a:txBody>
                    <a:bodyPr/>
                    <a:lstStyle/>
                    <a:p>
                      <a:pPr>
                        <a:lnSpc>
                          <a:spcPct val="100000"/>
                        </a:lnSpc>
                      </a:pPr>
                      <a:endParaRPr sz="900">
                        <a:latin typeface="メイリオ" panose="020B0604030504040204" pitchFamily="50" charset="-128"/>
                        <a:ea typeface="メイリオ" panose="020B0604030504040204" pitchFamily="50" charset="-128"/>
                        <a:cs typeface="Times New Roman"/>
                      </a:endParaRPr>
                    </a:p>
                    <a:p>
                      <a:pPr>
                        <a:lnSpc>
                          <a:spcPct val="100000"/>
                        </a:lnSpc>
                      </a:pPr>
                      <a:endParaRPr sz="900">
                        <a:latin typeface="メイリオ" panose="020B0604030504040204" pitchFamily="50" charset="-128"/>
                        <a:ea typeface="メイリオ" panose="020B0604030504040204" pitchFamily="50" charset="-128"/>
                        <a:cs typeface="Times New Roman"/>
                      </a:endParaRPr>
                    </a:p>
                    <a:p>
                      <a:pPr>
                        <a:lnSpc>
                          <a:spcPct val="100000"/>
                        </a:lnSpc>
                      </a:pPr>
                      <a:endParaRPr sz="900">
                        <a:latin typeface="メイリオ" panose="020B0604030504040204" pitchFamily="50" charset="-128"/>
                        <a:ea typeface="メイリオ" panose="020B0604030504040204" pitchFamily="50" charset="-128"/>
                        <a:cs typeface="Times New Roman"/>
                      </a:endParaRPr>
                    </a:p>
                    <a:p>
                      <a:pPr>
                        <a:lnSpc>
                          <a:spcPct val="100000"/>
                        </a:lnSpc>
                      </a:pPr>
                      <a:endParaRPr sz="900">
                        <a:latin typeface="メイリオ" panose="020B0604030504040204" pitchFamily="50" charset="-128"/>
                        <a:ea typeface="メイリオ" panose="020B0604030504040204" pitchFamily="50" charset="-128"/>
                        <a:cs typeface="Times New Roman"/>
                      </a:endParaRPr>
                    </a:p>
                    <a:p>
                      <a:pPr>
                        <a:lnSpc>
                          <a:spcPct val="100000"/>
                        </a:lnSpc>
                      </a:pPr>
                      <a:endParaRPr sz="900">
                        <a:latin typeface="メイリオ" panose="020B0604030504040204" pitchFamily="50" charset="-128"/>
                        <a:ea typeface="メイリオ" panose="020B0604030504040204" pitchFamily="50" charset="-128"/>
                        <a:cs typeface="Times New Roman"/>
                      </a:endParaRPr>
                    </a:p>
                    <a:p>
                      <a:pPr marL="166370">
                        <a:lnSpc>
                          <a:spcPct val="100000"/>
                        </a:lnSpc>
                        <a:spcBef>
                          <a:spcPts val="615"/>
                        </a:spcBef>
                      </a:pPr>
                      <a:r>
                        <a:rPr sz="900" dirty="0">
                          <a:solidFill>
                            <a:srgbClr val="FF0000"/>
                          </a:solidFill>
                          <a:latin typeface="メイリオ" panose="020B0604030504040204" pitchFamily="50" charset="-128"/>
                          <a:ea typeface="メイリオ" panose="020B0604030504040204" pitchFamily="50" charset="-128"/>
                          <a:cs typeface="MS UI Gothic"/>
                        </a:rPr>
                        <a:t>翌月</a:t>
                      </a:r>
                      <a:endParaRPr sz="900">
                        <a:latin typeface="メイリオ" panose="020B0604030504040204" pitchFamily="50" charset="-128"/>
                        <a:ea typeface="メイリオ" panose="020B0604030504040204" pitchFamily="50" charset="-128"/>
                        <a:cs typeface="MS UI Gothic"/>
                      </a:endParaRPr>
                    </a:p>
                    <a:p>
                      <a:pPr marL="143510">
                        <a:lnSpc>
                          <a:spcPct val="100000"/>
                        </a:lnSpc>
                      </a:pPr>
                      <a:r>
                        <a:rPr sz="900" spc="-5" dirty="0">
                          <a:solidFill>
                            <a:srgbClr val="FF0000"/>
                          </a:solidFill>
                          <a:latin typeface="メイリオ" panose="020B0604030504040204" pitchFamily="50" charset="-128"/>
                          <a:ea typeface="メイリオ" panose="020B0604030504040204" pitchFamily="50" charset="-128"/>
                          <a:cs typeface="MS UI Gothic"/>
                        </a:rPr>
                        <a:t>1</a:t>
                      </a:r>
                      <a:r>
                        <a:rPr sz="900" dirty="0">
                          <a:solidFill>
                            <a:srgbClr val="FF0000"/>
                          </a:solidFill>
                          <a:latin typeface="メイリオ" panose="020B0604030504040204" pitchFamily="50" charset="-128"/>
                          <a:ea typeface="メイリオ" panose="020B0604030504040204" pitchFamily="50" charset="-128"/>
                          <a:cs typeface="MS UI Gothic"/>
                        </a:rPr>
                        <a:t>6日</a:t>
                      </a:r>
                      <a:endParaRPr sz="900">
                        <a:latin typeface="メイリオ" panose="020B0604030504040204" pitchFamily="50" charset="-128"/>
                        <a:ea typeface="メイリオ" panose="020B0604030504040204" pitchFamily="50" charset="-128"/>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a:lnSpc>
                          <a:spcPct val="100000"/>
                        </a:lnSpc>
                        <a:spcBef>
                          <a:spcPts val="5"/>
                        </a:spcBef>
                      </a:pPr>
                      <a:endParaRPr sz="1050">
                        <a:latin typeface="メイリオ" panose="020B0604030504040204" pitchFamily="50" charset="-128"/>
                        <a:ea typeface="メイリオ" panose="020B0604030504040204" pitchFamily="50" charset="-128"/>
                        <a:cs typeface="Times New Roman"/>
                      </a:endParaRPr>
                    </a:p>
                    <a:p>
                      <a:pPr marL="6985">
                        <a:lnSpc>
                          <a:spcPct val="100000"/>
                        </a:lnSpc>
                      </a:pPr>
                      <a:r>
                        <a:rPr sz="900" spc="5" dirty="0">
                          <a:latin typeface="メイリオ" panose="020B0604030504040204" pitchFamily="50" charset="-128"/>
                          <a:ea typeface="メイリオ" panose="020B0604030504040204" pitchFamily="50" charset="-128"/>
                          <a:cs typeface="MS UI Gothic"/>
                        </a:rPr>
                        <a:t>・「</a:t>
                      </a:r>
                      <a:r>
                        <a:rPr sz="900" dirty="0">
                          <a:latin typeface="メイリオ" panose="020B0604030504040204" pitchFamily="50" charset="-128"/>
                          <a:ea typeface="メイリオ" panose="020B0604030504040204" pitchFamily="50" charset="-128"/>
                          <a:cs typeface="MS UI Gothic"/>
                        </a:rPr>
                        <a:t>支給率</a:t>
                      </a:r>
                      <a:r>
                        <a:rPr sz="900" spc="5" dirty="0">
                          <a:latin typeface="メイリオ" panose="020B0604030504040204" pitchFamily="50" charset="-128"/>
                          <a:ea typeface="メイリオ" panose="020B0604030504040204" pitchFamily="50" charset="-128"/>
                          <a:cs typeface="MS UI Gothic"/>
                        </a:rPr>
                        <a:t>（</a:t>
                      </a:r>
                      <a:r>
                        <a:rPr sz="900" spc="-5" dirty="0">
                          <a:latin typeface="メイリオ" panose="020B0604030504040204" pitchFamily="50" charset="-128"/>
                          <a:ea typeface="メイリオ" panose="020B0604030504040204" pitchFamily="50" charset="-128"/>
                          <a:cs typeface="MS UI Gothic"/>
                        </a:rPr>
                        <a:t>1</a:t>
                      </a:r>
                      <a:r>
                        <a:rPr sz="900" dirty="0">
                          <a:latin typeface="メイリオ" panose="020B0604030504040204" pitchFamily="50" charset="-128"/>
                          <a:ea typeface="メイリオ" panose="020B0604030504040204" pitchFamily="50" charset="-128"/>
                          <a:cs typeface="MS UI Gothic"/>
                        </a:rPr>
                        <a:t>％～</a:t>
                      </a:r>
                      <a:r>
                        <a:rPr sz="900" spc="-5" dirty="0">
                          <a:latin typeface="メイリオ" panose="020B0604030504040204" pitchFamily="50" charset="-128"/>
                          <a:ea typeface="メイリオ" panose="020B0604030504040204" pitchFamily="50" charset="-128"/>
                          <a:cs typeface="MS UI Gothic"/>
                        </a:rPr>
                        <a:t>1</a:t>
                      </a:r>
                      <a:r>
                        <a:rPr sz="900" dirty="0">
                          <a:latin typeface="メイリオ" panose="020B0604030504040204" pitchFamily="50" charset="-128"/>
                          <a:ea typeface="メイリオ" panose="020B0604030504040204" pitchFamily="50" charset="-128"/>
                          <a:cs typeface="MS UI Gothic"/>
                        </a:rPr>
                        <a:t>0％</a:t>
                      </a:r>
                      <a:r>
                        <a:rPr sz="900" spc="5" dirty="0">
                          <a:latin typeface="メイリオ" panose="020B0604030504040204" pitchFamily="50" charset="-128"/>
                          <a:ea typeface="メイリオ" panose="020B0604030504040204" pitchFamily="50" charset="-128"/>
                          <a:cs typeface="MS UI Gothic"/>
                        </a:rPr>
                        <a:t>）」</a:t>
                      </a:r>
                      <a:r>
                        <a:rPr sz="900" spc="-5" dirty="0">
                          <a:latin typeface="メイリオ" panose="020B0604030504040204" pitchFamily="50" charset="-128"/>
                          <a:ea typeface="メイリオ" panose="020B0604030504040204" pitchFamily="50" charset="-128"/>
                          <a:cs typeface="MS UI Gothic"/>
                        </a:rPr>
                        <a:t>は、案件</a:t>
                      </a:r>
                      <a:r>
                        <a:rPr sz="900" dirty="0">
                          <a:latin typeface="メイリオ" panose="020B0604030504040204" pitchFamily="50" charset="-128"/>
                          <a:ea typeface="メイリオ" panose="020B0604030504040204" pitchFamily="50" charset="-128"/>
                          <a:cs typeface="MS UI Gothic"/>
                        </a:rPr>
                        <a:t>ご</a:t>
                      </a:r>
                      <a:r>
                        <a:rPr sz="900" spc="-10" dirty="0">
                          <a:latin typeface="メイリオ" panose="020B0604030504040204" pitchFamily="50" charset="-128"/>
                          <a:ea typeface="メイリオ" panose="020B0604030504040204" pitchFamily="50" charset="-128"/>
                          <a:cs typeface="MS UI Gothic"/>
                        </a:rPr>
                        <a:t>と</a:t>
                      </a:r>
                      <a:r>
                        <a:rPr sz="900" dirty="0">
                          <a:latin typeface="メイリオ" panose="020B0604030504040204" pitchFamily="50" charset="-128"/>
                          <a:ea typeface="メイリオ" panose="020B0604030504040204" pitchFamily="50" charset="-128"/>
                          <a:cs typeface="MS UI Gothic"/>
                        </a:rPr>
                        <a:t>に判断</a:t>
                      </a:r>
                      <a:r>
                        <a:rPr sz="900" spc="-5" dirty="0">
                          <a:latin typeface="メイリオ" panose="020B0604030504040204" pitchFamily="50" charset="-128"/>
                          <a:ea typeface="メイリオ" panose="020B0604030504040204" pitchFamily="50" charset="-128"/>
                          <a:cs typeface="MS UI Gothic"/>
                        </a:rPr>
                        <a:t>す</a:t>
                      </a:r>
                      <a:r>
                        <a:rPr sz="900" dirty="0">
                          <a:latin typeface="メイリオ" panose="020B0604030504040204" pitchFamily="50" charset="-128"/>
                          <a:ea typeface="メイリオ" panose="020B0604030504040204" pitchFamily="50" charset="-128"/>
                          <a:cs typeface="MS UI Gothic"/>
                        </a:rPr>
                        <a:t>る</a:t>
                      </a:r>
                      <a:endParaRPr sz="900">
                        <a:latin typeface="メイリオ" panose="020B0604030504040204" pitchFamily="50" charset="-128"/>
                        <a:ea typeface="メイリオ" panose="020B0604030504040204" pitchFamily="50" charset="-128"/>
                        <a:cs typeface="MS UI Gothic"/>
                      </a:endParaRPr>
                    </a:p>
                    <a:p>
                      <a:pPr marL="6985">
                        <a:lnSpc>
                          <a:spcPct val="100000"/>
                        </a:lnSpc>
                      </a:pPr>
                      <a:r>
                        <a:rPr sz="900" spc="5" dirty="0">
                          <a:latin typeface="メイリオ" panose="020B0604030504040204" pitchFamily="50" charset="-128"/>
                          <a:ea typeface="メイリオ" panose="020B0604030504040204" pitchFamily="50" charset="-128"/>
                          <a:cs typeface="MS UI Gothic"/>
                        </a:rPr>
                        <a:t>・</a:t>
                      </a:r>
                      <a:r>
                        <a:rPr sz="900" spc="30" dirty="0">
                          <a:latin typeface="メイリオ" panose="020B0604030504040204" pitchFamily="50" charset="-128"/>
                          <a:ea typeface="メイリオ" panose="020B0604030504040204" pitchFamily="50" charset="-128"/>
                          <a:cs typeface="MS UI Gothic"/>
                        </a:rPr>
                        <a:t>対象者</a:t>
                      </a:r>
                      <a:r>
                        <a:rPr sz="900" spc="20" dirty="0">
                          <a:latin typeface="メイリオ" panose="020B0604030504040204" pitchFamily="50" charset="-128"/>
                          <a:ea typeface="メイリオ" panose="020B0604030504040204" pitchFamily="50" charset="-128"/>
                          <a:cs typeface="MS UI Gothic"/>
                        </a:rPr>
                        <a:t>は</a:t>
                      </a:r>
                      <a:r>
                        <a:rPr sz="900" spc="15" dirty="0">
                          <a:latin typeface="メイリオ" panose="020B0604030504040204" pitchFamily="50" charset="-128"/>
                          <a:ea typeface="メイリオ" panose="020B0604030504040204" pitchFamily="50" charset="-128"/>
                          <a:cs typeface="MS UI Gothic"/>
                        </a:rPr>
                        <a:t>、</a:t>
                      </a:r>
                      <a:r>
                        <a:rPr sz="900" spc="25" dirty="0">
                          <a:latin typeface="メイリオ" panose="020B0604030504040204" pitchFamily="50" charset="-128"/>
                          <a:ea typeface="メイリオ" panose="020B0604030504040204" pitchFamily="50" charset="-128"/>
                          <a:cs typeface="MS UI Gothic"/>
                        </a:rPr>
                        <a:t>複数名</a:t>
                      </a:r>
                      <a:r>
                        <a:rPr sz="900" spc="10" dirty="0">
                          <a:latin typeface="メイリオ" panose="020B0604030504040204" pitchFamily="50" charset="-128"/>
                          <a:ea typeface="メイリオ" panose="020B0604030504040204" pitchFamily="50" charset="-128"/>
                          <a:cs typeface="MS UI Gothic"/>
                        </a:rPr>
                        <a:t>を</a:t>
                      </a:r>
                      <a:r>
                        <a:rPr sz="900" spc="30" dirty="0">
                          <a:latin typeface="メイリオ" panose="020B0604030504040204" pitchFamily="50" charset="-128"/>
                          <a:ea typeface="メイリオ" panose="020B0604030504040204" pitchFamily="50" charset="-128"/>
                          <a:cs typeface="MS UI Gothic"/>
                        </a:rPr>
                        <a:t>選出</a:t>
                      </a:r>
                      <a:r>
                        <a:rPr sz="900" spc="20" dirty="0">
                          <a:latin typeface="メイリオ" panose="020B0604030504040204" pitchFamily="50" charset="-128"/>
                          <a:ea typeface="メイリオ" panose="020B0604030504040204" pitchFamily="50" charset="-128"/>
                          <a:cs typeface="MS UI Gothic"/>
                        </a:rPr>
                        <a:t>す</a:t>
                      </a:r>
                      <a:r>
                        <a:rPr sz="900" spc="185" dirty="0">
                          <a:latin typeface="メイリオ" panose="020B0604030504040204" pitchFamily="50" charset="-128"/>
                          <a:ea typeface="メイリオ" panose="020B0604030504040204" pitchFamily="50" charset="-128"/>
                          <a:cs typeface="MS UI Gothic"/>
                        </a:rPr>
                        <a:t>る</a:t>
                      </a:r>
                      <a:r>
                        <a:rPr sz="900" spc="170" dirty="0">
                          <a:latin typeface="メイリオ" panose="020B0604030504040204" pitchFamily="50" charset="-128"/>
                          <a:ea typeface="メイリオ" panose="020B0604030504040204" pitchFamily="50" charset="-128"/>
                          <a:cs typeface="MS UI Gothic"/>
                        </a:rPr>
                        <a:t>こ</a:t>
                      </a:r>
                      <a:r>
                        <a:rPr sz="900" spc="265" dirty="0">
                          <a:latin typeface="メイリオ" panose="020B0604030504040204" pitchFamily="50" charset="-128"/>
                          <a:ea typeface="メイリオ" panose="020B0604030504040204" pitchFamily="50" charset="-128"/>
                          <a:cs typeface="MS UI Gothic"/>
                        </a:rPr>
                        <a:t>と</a:t>
                      </a:r>
                      <a:r>
                        <a:rPr sz="900" spc="150" dirty="0">
                          <a:latin typeface="メイリオ" panose="020B0604030504040204" pitchFamily="50" charset="-128"/>
                          <a:ea typeface="メイリオ" panose="020B0604030504040204" pitchFamily="50" charset="-128"/>
                          <a:cs typeface="MS UI Gothic"/>
                        </a:rPr>
                        <a:t>が</a:t>
                      </a:r>
                      <a:r>
                        <a:rPr sz="900" spc="135" dirty="0">
                          <a:latin typeface="メイリオ" panose="020B0604030504040204" pitchFamily="50" charset="-128"/>
                          <a:ea typeface="メイリオ" panose="020B0604030504040204" pitchFamily="50" charset="-128"/>
                          <a:cs typeface="MS UI Gothic"/>
                        </a:rPr>
                        <a:t>あ</a:t>
                      </a:r>
                      <a:r>
                        <a:rPr sz="900" spc="175" dirty="0">
                          <a:latin typeface="メイリオ" panose="020B0604030504040204" pitchFamily="50" charset="-128"/>
                          <a:ea typeface="メイリオ" panose="020B0604030504040204" pitchFamily="50" charset="-128"/>
                          <a:cs typeface="MS UI Gothic"/>
                        </a:rPr>
                        <a:t>る</a:t>
                      </a:r>
                      <a:endParaRPr sz="900">
                        <a:latin typeface="メイリオ" panose="020B0604030504040204" pitchFamily="50" charset="-128"/>
                        <a:ea typeface="メイリオ" panose="020B0604030504040204" pitchFamily="50" charset="-128"/>
                        <a:cs typeface="MS UI Gothic"/>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581279">
                <a:tc>
                  <a:txBody>
                    <a:bodyPr/>
                    <a:lstStyle/>
                    <a:p>
                      <a:pPr>
                        <a:lnSpc>
                          <a:spcPct val="100000"/>
                        </a:lnSpc>
                        <a:spcBef>
                          <a:spcPts val="25"/>
                        </a:spcBef>
                      </a:pPr>
                      <a:endParaRPr sz="1400">
                        <a:latin typeface="メイリオ" panose="020B0604030504040204" pitchFamily="50" charset="-128"/>
                        <a:ea typeface="メイリオ" panose="020B0604030504040204" pitchFamily="50" charset="-128"/>
                        <a:cs typeface="Times New Roman"/>
                      </a:endParaRPr>
                    </a:p>
                    <a:p>
                      <a:pPr algn="ctr">
                        <a:lnSpc>
                          <a:spcPct val="100000"/>
                        </a:lnSpc>
                      </a:pPr>
                      <a:r>
                        <a:rPr sz="1050" b="1" dirty="0">
                          <a:solidFill>
                            <a:srgbClr val="FFFFFF"/>
                          </a:solidFill>
                          <a:latin typeface="メイリオ" panose="020B0604030504040204" pitchFamily="50" charset="-128"/>
                          <a:ea typeface="メイリオ" panose="020B0604030504040204" pitchFamily="50" charset="-128"/>
                          <a:cs typeface="Yu Gothic"/>
                        </a:rPr>
                        <a:t>②</a:t>
                      </a:r>
                      <a:endParaRPr sz="1050">
                        <a:latin typeface="メイリオ" panose="020B0604030504040204" pitchFamily="50" charset="-128"/>
                        <a:ea typeface="メイリオ" panose="020B0604030504040204" pitchFamily="50" charset="-128"/>
                        <a:cs typeface="Yu Gothic"/>
                      </a:endParaRPr>
                    </a:p>
                  </a:txBody>
                  <a:tcPr marL="0" marR="0" marT="3175" marB="0">
                    <a:lnL w="6350">
                      <a:solidFill>
                        <a:srgbClr val="000000"/>
                      </a:solidFill>
                      <a:prstDash val="solid"/>
                    </a:lnL>
                    <a:lnR w="6350">
                      <a:solidFill>
                        <a:srgbClr val="000000"/>
                      </a:solidFill>
                      <a:prstDash val="solid"/>
                    </a:lnR>
                    <a:lnT w="12700">
                      <a:solidFill>
                        <a:srgbClr val="FFFFFF"/>
                      </a:solidFill>
                      <a:prstDash val="solid"/>
                    </a:lnT>
                    <a:lnB w="12700">
                      <a:solidFill>
                        <a:srgbClr val="FFFFFF"/>
                      </a:solidFill>
                      <a:prstDash val="solid"/>
                    </a:lnB>
                    <a:solidFill>
                      <a:srgbClr val="1F3763"/>
                    </a:solidFill>
                  </a:tcPr>
                </a:tc>
                <a:tc gridSpan="4">
                  <a:txBody>
                    <a:bodyPr/>
                    <a:lstStyle/>
                    <a:p>
                      <a:pPr>
                        <a:lnSpc>
                          <a:spcPct val="100000"/>
                        </a:lnSpc>
                      </a:pPr>
                      <a:endParaRPr sz="900">
                        <a:latin typeface="メイリオ" panose="020B0604030504040204" pitchFamily="50" charset="-128"/>
                        <a:ea typeface="メイリオ" panose="020B0604030504040204" pitchFamily="50" charset="-128"/>
                        <a:cs typeface="Times New Roman"/>
                      </a:endParaRPr>
                    </a:p>
                    <a:p>
                      <a:pPr marL="5715">
                        <a:lnSpc>
                          <a:spcPct val="100000"/>
                        </a:lnSpc>
                        <a:spcBef>
                          <a:spcPts val="715"/>
                        </a:spcBef>
                      </a:pPr>
                      <a:r>
                        <a:rPr sz="900" dirty="0">
                          <a:latin typeface="メイリオ" panose="020B0604030504040204" pitchFamily="50" charset="-128"/>
                          <a:ea typeface="メイリオ" panose="020B0604030504040204" pitchFamily="50" charset="-128"/>
                          <a:cs typeface="MS UI Gothic"/>
                        </a:rPr>
                        <a:t>業務貢献連動型</a:t>
                      </a:r>
                      <a:endParaRPr sz="900">
                        <a:latin typeface="メイリオ" panose="020B0604030504040204" pitchFamily="50" charset="-128"/>
                        <a:ea typeface="メイリオ" panose="020B0604030504040204" pitchFamily="50" charset="-128"/>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6350">
                        <a:lnSpc>
                          <a:spcPct val="100000"/>
                        </a:lnSpc>
                        <a:spcBef>
                          <a:spcPts val="670"/>
                        </a:spcBef>
                      </a:pPr>
                      <a:r>
                        <a:rPr sz="900" dirty="0">
                          <a:latin typeface="メイリオ" panose="020B0604030504040204" pitchFamily="50" charset="-128"/>
                          <a:ea typeface="メイリオ" panose="020B0604030504040204" pitchFamily="50" charset="-128"/>
                          <a:cs typeface="MS UI Gothic"/>
                        </a:rPr>
                        <a:t>①業務件数</a:t>
                      </a:r>
                      <a:r>
                        <a:rPr sz="900" spc="25" dirty="0">
                          <a:latin typeface="メイリオ" panose="020B0604030504040204" pitchFamily="50" charset="-128"/>
                          <a:ea typeface="メイリオ" panose="020B0604030504040204" pitchFamily="50" charset="-128"/>
                          <a:cs typeface="MS UI Gothic"/>
                        </a:rPr>
                        <a:t> </a:t>
                      </a:r>
                      <a:r>
                        <a:rPr sz="900" dirty="0">
                          <a:latin typeface="メイリオ" panose="020B0604030504040204" pitchFamily="50" charset="-128"/>
                          <a:ea typeface="メイリオ" panose="020B0604030504040204" pitchFamily="50" charset="-128"/>
                          <a:cs typeface="MS UI Gothic"/>
                        </a:rPr>
                        <a:t>×</a:t>
                      </a:r>
                      <a:r>
                        <a:rPr sz="900" spc="10" dirty="0">
                          <a:latin typeface="メイリオ" panose="020B0604030504040204" pitchFamily="50" charset="-128"/>
                          <a:ea typeface="メイリオ" panose="020B0604030504040204" pitchFamily="50" charset="-128"/>
                          <a:cs typeface="MS UI Gothic"/>
                        </a:rPr>
                        <a:t> </a:t>
                      </a:r>
                      <a:r>
                        <a:rPr sz="900" dirty="0">
                          <a:latin typeface="メイリオ" panose="020B0604030504040204" pitchFamily="50" charset="-128"/>
                          <a:ea typeface="メイリオ" panose="020B0604030504040204" pitchFamily="50" charset="-128"/>
                          <a:cs typeface="MS UI Gothic"/>
                        </a:rPr>
                        <a:t>②</a:t>
                      </a:r>
                      <a:r>
                        <a:rPr sz="900" spc="-5" dirty="0">
                          <a:latin typeface="メイリオ" panose="020B0604030504040204" pitchFamily="50" charset="-128"/>
                          <a:ea typeface="メイリオ" panose="020B0604030504040204" pitchFamily="50" charset="-128"/>
                          <a:cs typeface="MS UI Gothic"/>
                        </a:rPr>
                        <a:t>1</a:t>
                      </a:r>
                      <a:r>
                        <a:rPr sz="900" dirty="0">
                          <a:latin typeface="メイリオ" panose="020B0604030504040204" pitchFamily="50" charset="-128"/>
                          <a:ea typeface="メイリオ" panose="020B0604030504040204" pitchFamily="50" charset="-128"/>
                          <a:cs typeface="MS UI Gothic"/>
                        </a:rPr>
                        <a:t>0</a:t>
                      </a:r>
                      <a:r>
                        <a:rPr sz="900" spc="-5" dirty="0">
                          <a:latin typeface="メイリオ" panose="020B0604030504040204" pitchFamily="50" charset="-128"/>
                          <a:ea typeface="メイリオ" panose="020B0604030504040204" pitchFamily="50" charset="-128"/>
                          <a:cs typeface="MS UI Gothic"/>
                        </a:rPr>
                        <a:t>,</a:t>
                      </a:r>
                      <a:r>
                        <a:rPr sz="900" dirty="0">
                          <a:latin typeface="メイリオ" panose="020B0604030504040204" pitchFamily="50" charset="-128"/>
                          <a:ea typeface="メイリオ" panose="020B0604030504040204" pitchFamily="50" charset="-128"/>
                          <a:cs typeface="MS UI Gothic"/>
                        </a:rPr>
                        <a:t>00</a:t>
                      </a:r>
                      <a:r>
                        <a:rPr sz="900" spc="-5" dirty="0">
                          <a:latin typeface="メイリオ" panose="020B0604030504040204" pitchFamily="50" charset="-128"/>
                          <a:ea typeface="メイリオ" panose="020B0604030504040204" pitchFamily="50" charset="-128"/>
                          <a:cs typeface="MS UI Gothic"/>
                        </a:rPr>
                        <a:t>0ポイン</a:t>
                      </a:r>
                      <a:r>
                        <a:rPr sz="900" dirty="0">
                          <a:latin typeface="メイリオ" panose="020B0604030504040204" pitchFamily="50" charset="-128"/>
                          <a:ea typeface="メイリオ" panose="020B0604030504040204" pitchFamily="50" charset="-128"/>
                          <a:cs typeface="MS UI Gothic"/>
                        </a:rPr>
                        <a:t>ト</a:t>
                      </a:r>
                      <a:r>
                        <a:rPr sz="900" spc="65" dirty="0">
                          <a:latin typeface="メイリオ" panose="020B0604030504040204" pitchFamily="50" charset="-128"/>
                          <a:ea typeface="メイリオ" panose="020B0604030504040204" pitchFamily="50" charset="-128"/>
                          <a:cs typeface="MS UI Gothic"/>
                        </a:rPr>
                        <a:t> </a:t>
                      </a:r>
                      <a:r>
                        <a:rPr sz="900" dirty="0">
                          <a:latin typeface="メイリオ" panose="020B0604030504040204" pitchFamily="50" charset="-128"/>
                          <a:ea typeface="メイリオ" panose="020B0604030504040204" pitchFamily="50" charset="-128"/>
                          <a:cs typeface="MS UI Gothic"/>
                        </a:rPr>
                        <a:t>×</a:t>
                      </a:r>
                      <a:r>
                        <a:rPr sz="900" spc="10" dirty="0">
                          <a:latin typeface="メイリオ" panose="020B0604030504040204" pitchFamily="50" charset="-128"/>
                          <a:ea typeface="メイリオ" panose="020B0604030504040204" pitchFamily="50" charset="-128"/>
                          <a:cs typeface="MS UI Gothic"/>
                        </a:rPr>
                        <a:t> </a:t>
                      </a:r>
                      <a:r>
                        <a:rPr sz="900" dirty="0">
                          <a:latin typeface="メイリオ" panose="020B0604030504040204" pitchFamily="50" charset="-128"/>
                          <a:ea typeface="メイリオ" panose="020B0604030504040204" pitchFamily="50" charset="-128"/>
                          <a:cs typeface="MS UI Gothic"/>
                        </a:rPr>
                        <a:t>③支給率</a:t>
                      </a:r>
                    </a:p>
                    <a:p>
                      <a:pPr>
                        <a:lnSpc>
                          <a:spcPct val="100000"/>
                        </a:lnSpc>
                        <a:spcBef>
                          <a:spcPts val="45"/>
                        </a:spcBef>
                      </a:pPr>
                      <a:endParaRPr sz="900" dirty="0">
                        <a:latin typeface="メイリオ" panose="020B0604030504040204" pitchFamily="50" charset="-128"/>
                        <a:ea typeface="メイリオ" panose="020B0604030504040204" pitchFamily="50" charset="-128"/>
                        <a:cs typeface="Times New Roman"/>
                      </a:endParaRPr>
                    </a:p>
                    <a:p>
                      <a:pPr marL="82550">
                        <a:lnSpc>
                          <a:spcPct val="100000"/>
                        </a:lnSpc>
                      </a:pPr>
                      <a:r>
                        <a:rPr sz="900" dirty="0">
                          <a:latin typeface="メイリオ" panose="020B0604030504040204" pitchFamily="50" charset="-128"/>
                          <a:ea typeface="メイリオ" panose="020B0604030504040204" pitchFamily="50" charset="-128"/>
                          <a:cs typeface="MS UI Gothic"/>
                        </a:rPr>
                        <a:t>※支給率</a:t>
                      </a:r>
                      <a:r>
                        <a:rPr sz="900" spc="85" dirty="0">
                          <a:latin typeface="メイリオ" panose="020B0604030504040204" pitchFamily="50" charset="-128"/>
                          <a:ea typeface="メイリオ" panose="020B0604030504040204" pitchFamily="50" charset="-128"/>
                          <a:cs typeface="MS UI Gothic"/>
                        </a:rPr>
                        <a:t>＝1％～100％</a:t>
                      </a:r>
                      <a:endParaRPr sz="900" dirty="0">
                        <a:latin typeface="メイリオ" panose="020B0604030504040204" pitchFamily="50" charset="-128"/>
                        <a:ea typeface="メイリオ" panose="020B0604030504040204" pitchFamily="50" charset="-128"/>
                        <a:cs typeface="MS UI Gothic"/>
                      </a:endParaRPr>
                    </a:p>
                  </a:txBody>
                  <a:tcPr marL="0" marR="0" marT="850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a:lnSpc>
                          <a:spcPct val="100000"/>
                        </a:lnSpc>
                        <a:spcBef>
                          <a:spcPts val="5"/>
                        </a:spcBef>
                      </a:pPr>
                      <a:endParaRPr sz="1050" dirty="0">
                        <a:latin typeface="メイリオ" panose="020B0604030504040204" pitchFamily="50" charset="-128"/>
                        <a:ea typeface="メイリオ" panose="020B0604030504040204" pitchFamily="50" charset="-128"/>
                        <a:cs typeface="Times New Roman"/>
                      </a:endParaRPr>
                    </a:p>
                    <a:p>
                      <a:pPr marL="6985">
                        <a:lnSpc>
                          <a:spcPct val="100000"/>
                        </a:lnSpc>
                      </a:pPr>
                      <a:r>
                        <a:rPr sz="900" spc="5" dirty="0">
                          <a:latin typeface="メイリオ" panose="020B0604030504040204" pitchFamily="50" charset="-128"/>
                          <a:ea typeface="メイリオ" panose="020B0604030504040204" pitchFamily="50" charset="-128"/>
                          <a:cs typeface="MS UI Gothic"/>
                        </a:rPr>
                        <a:t>・「</a:t>
                      </a:r>
                      <a:r>
                        <a:rPr sz="900" dirty="0">
                          <a:latin typeface="メイリオ" panose="020B0604030504040204" pitchFamily="50" charset="-128"/>
                          <a:ea typeface="メイリオ" panose="020B0604030504040204" pitchFamily="50" charset="-128"/>
                          <a:cs typeface="MS UI Gothic"/>
                        </a:rPr>
                        <a:t>支給率</a:t>
                      </a:r>
                      <a:r>
                        <a:rPr sz="900" spc="5" dirty="0">
                          <a:latin typeface="メイリオ" panose="020B0604030504040204" pitchFamily="50" charset="-128"/>
                          <a:ea typeface="メイリオ" panose="020B0604030504040204" pitchFamily="50" charset="-128"/>
                          <a:cs typeface="MS UI Gothic"/>
                        </a:rPr>
                        <a:t>（</a:t>
                      </a:r>
                      <a:r>
                        <a:rPr sz="900" spc="-5" dirty="0">
                          <a:latin typeface="メイリオ" panose="020B0604030504040204" pitchFamily="50" charset="-128"/>
                          <a:ea typeface="メイリオ" panose="020B0604030504040204" pitchFamily="50" charset="-128"/>
                          <a:cs typeface="MS UI Gothic"/>
                        </a:rPr>
                        <a:t>1</a:t>
                      </a:r>
                      <a:r>
                        <a:rPr sz="900" dirty="0">
                          <a:latin typeface="メイリオ" panose="020B0604030504040204" pitchFamily="50" charset="-128"/>
                          <a:ea typeface="メイリオ" panose="020B0604030504040204" pitchFamily="50" charset="-128"/>
                          <a:cs typeface="MS UI Gothic"/>
                        </a:rPr>
                        <a:t>％～</a:t>
                      </a:r>
                      <a:r>
                        <a:rPr sz="900" spc="-5" dirty="0">
                          <a:latin typeface="メイリオ" panose="020B0604030504040204" pitchFamily="50" charset="-128"/>
                          <a:ea typeface="メイリオ" panose="020B0604030504040204" pitchFamily="50" charset="-128"/>
                          <a:cs typeface="MS UI Gothic"/>
                        </a:rPr>
                        <a:t>1</a:t>
                      </a:r>
                      <a:r>
                        <a:rPr sz="900" dirty="0">
                          <a:latin typeface="メイリオ" panose="020B0604030504040204" pitchFamily="50" charset="-128"/>
                          <a:ea typeface="メイリオ" panose="020B0604030504040204" pitchFamily="50" charset="-128"/>
                          <a:cs typeface="MS UI Gothic"/>
                        </a:rPr>
                        <a:t>0</a:t>
                      </a:r>
                      <a:r>
                        <a:rPr sz="900" spc="-5" dirty="0">
                          <a:latin typeface="メイリオ" panose="020B0604030504040204" pitchFamily="50" charset="-128"/>
                          <a:ea typeface="メイリオ" panose="020B0604030504040204" pitchFamily="50" charset="-128"/>
                          <a:cs typeface="MS UI Gothic"/>
                        </a:rPr>
                        <a:t>0</a:t>
                      </a:r>
                      <a:r>
                        <a:rPr sz="900" dirty="0">
                          <a:latin typeface="メイリオ" panose="020B0604030504040204" pitchFamily="50" charset="-128"/>
                          <a:ea typeface="メイリオ" panose="020B0604030504040204" pitchFamily="50" charset="-128"/>
                          <a:cs typeface="MS UI Gothic"/>
                        </a:rPr>
                        <a:t>％</a:t>
                      </a:r>
                      <a:r>
                        <a:rPr sz="900" spc="5" dirty="0">
                          <a:latin typeface="メイリオ" panose="020B0604030504040204" pitchFamily="50" charset="-128"/>
                          <a:ea typeface="メイリオ" panose="020B0604030504040204" pitchFamily="50" charset="-128"/>
                          <a:cs typeface="MS UI Gothic"/>
                        </a:rPr>
                        <a:t>）」</a:t>
                      </a:r>
                      <a:r>
                        <a:rPr sz="900" spc="-5" dirty="0">
                          <a:latin typeface="メイリオ" panose="020B0604030504040204" pitchFamily="50" charset="-128"/>
                          <a:ea typeface="メイリオ" panose="020B0604030504040204" pitchFamily="50" charset="-128"/>
                          <a:cs typeface="MS UI Gothic"/>
                        </a:rPr>
                        <a:t>は、案件</a:t>
                      </a:r>
                      <a:r>
                        <a:rPr sz="900" dirty="0">
                          <a:latin typeface="メイリオ" panose="020B0604030504040204" pitchFamily="50" charset="-128"/>
                          <a:ea typeface="メイリオ" panose="020B0604030504040204" pitchFamily="50" charset="-128"/>
                          <a:cs typeface="MS UI Gothic"/>
                        </a:rPr>
                        <a:t>ご</a:t>
                      </a:r>
                      <a:r>
                        <a:rPr sz="900" spc="-10" dirty="0">
                          <a:latin typeface="メイリオ" panose="020B0604030504040204" pitchFamily="50" charset="-128"/>
                          <a:ea typeface="メイリオ" panose="020B0604030504040204" pitchFamily="50" charset="-128"/>
                          <a:cs typeface="MS UI Gothic"/>
                        </a:rPr>
                        <a:t>と</a:t>
                      </a:r>
                      <a:r>
                        <a:rPr sz="900" dirty="0">
                          <a:latin typeface="メイリオ" panose="020B0604030504040204" pitchFamily="50" charset="-128"/>
                          <a:ea typeface="メイリオ" panose="020B0604030504040204" pitchFamily="50" charset="-128"/>
                          <a:cs typeface="MS UI Gothic"/>
                        </a:rPr>
                        <a:t>に判断</a:t>
                      </a:r>
                      <a:r>
                        <a:rPr sz="900" spc="-5" dirty="0">
                          <a:latin typeface="メイリオ" panose="020B0604030504040204" pitchFamily="50" charset="-128"/>
                          <a:ea typeface="メイリオ" panose="020B0604030504040204" pitchFamily="50" charset="-128"/>
                          <a:cs typeface="MS UI Gothic"/>
                        </a:rPr>
                        <a:t>す</a:t>
                      </a:r>
                      <a:r>
                        <a:rPr sz="900" dirty="0">
                          <a:latin typeface="メイリオ" panose="020B0604030504040204" pitchFamily="50" charset="-128"/>
                          <a:ea typeface="メイリオ" panose="020B0604030504040204" pitchFamily="50" charset="-128"/>
                          <a:cs typeface="MS UI Gothic"/>
                        </a:rPr>
                        <a:t>る</a:t>
                      </a:r>
                    </a:p>
                    <a:p>
                      <a:pPr marL="6985">
                        <a:lnSpc>
                          <a:spcPct val="100000"/>
                        </a:lnSpc>
                      </a:pPr>
                      <a:r>
                        <a:rPr sz="900" spc="5" dirty="0">
                          <a:latin typeface="メイリオ" panose="020B0604030504040204" pitchFamily="50" charset="-128"/>
                          <a:ea typeface="メイリオ" panose="020B0604030504040204" pitchFamily="50" charset="-128"/>
                          <a:cs typeface="MS UI Gothic"/>
                        </a:rPr>
                        <a:t>・「</a:t>
                      </a:r>
                      <a:r>
                        <a:rPr sz="900" dirty="0">
                          <a:latin typeface="メイリオ" panose="020B0604030504040204" pitchFamily="50" charset="-128"/>
                          <a:ea typeface="メイリオ" panose="020B0604030504040204" pitchFamily="50" charset="-128"/>
                          <a:cs typeface="MS UI Gothic"/>
                        </a:rPr>
                        <a:t>業務件数</a:t>
                      </a:r>
                      <a:r>
                        <a:rPr sz="900" spc="5" dirty="0">
                          <a:latin typeface="メイリオ" panose="020B0604030504040204" pitchFamily="50" charset="-128"/>
                          <a:ea typeface="メイリオ" panose="020B0604030504040204" pitchFamily="50" charset="-128"/>
                          <a:cs typeface="MS UI Gothic"/>
                        </a:rPr>
                        <a:t>」</a:t>
                      </a:r>
                      <a:r>
                        <a:rPr sz="900" dirty="0">
                          <a:latin typeface="メイリオ" panose="020B0604030504040204" pitchFamily="50" charset="-128"/>
                          <a:ea typeface="メイリオ" panose="020B0604030504040204" pitchFamily="50" charset="-128"/>
                          <a:cs typeface="MS UI Gothic"/>
                        </a:rPr>
                        <a:t>の業務内容</a:t>
                      </a:r>
                      <a:r>
                        <a:rPr sz="900" spc="-5" dirty="0">
                          <a:latin typeface="メイリオ" panose="020B0604030504040204" pitchFamily="50" charset="-128"/>
                          <a:ea typeface="メイリオ" panose="020B0604030504040204" pitchFamily="50" charset="-128"/>
                          <a:cs typeface="MS UI Gothic"/>
                        </a:rPr>
                        <a:t>は、月</a:t>
                      </a:r>
                      <a:r>
                        <a:rPr sz="900" dirty="0">
                          <a:latin typeface="メイリオ" panose="020B0604030504040204" pitchFamily="50" charset="-128"/>
                          <a:ea typeface="メイリオ" panose="020B0604030504040204" pitchFamily="50" charset="-128"/>
                          <a:cs typeface="MS UI Gothic"/>
                        </a:rPr>
                        <a:t>ご</a:t>
                      </a:r>
                      <a:r>
                        <a:rPr sz="900" spc="-10" dirty="0">
                          <a:latin typeface="メイリオ" panose="020B0604030504040204" pitchFamily="50" charset="-128"/>
                          <a:ea typeface="メイリオ" panose="020B0604030504040204" pitchFamily="50" charset="-128"/>
                          <a:cs typeface="MS UI Gothic"/>
                        </a:rPr>
                        <a:t>と</a:t>
                      </a:r>
                      <a:r>
                        <a:rPr sz="900" dirty="0">
                          <a:latin typeface="メイリオ" panose="020B0604030504040204" pitchFamily="50" charset="-128"/>
                          <a:ea typeface="メイリオ" panose="020B0604030504040204" pitchFamily="50" charset="-128"/>
                          <a:cs typeface="MS UI Gothic"/>
                        </a:rPr>
                        <a:t>に変更</a:t>
                      </a:r>
                      <a:r>
                        <a:rPr sz="900" spc="-5" dirty="0">
                          <a:latin typeface="メイリオ" panose="020B0604030504040204" pitchFamily="50" charset="-128"/>
                          <a:ea typeface="メイリオ" panose="020B0604030504040204" pitchFamily="50" charset="-128"/>
                          <a:cs typeface="MS UI Gothic"/>
                        </a:rPr>
                        <a:t>す</a:t>
                      </a:r>
                      <a:r>
                        <a:rPr sz="900" dirty="0">
                          <a:latin typeface="メイリオ" panose="020B0604030504040204" pitchFamily="50" charset="-128"/>
                          <a:ea typeface="メイリオ" panose="020B0604030504040204" pitchFamily="50" charset="-128"/>
                          <a:cs typeface="MS UI Gothic"/>
                        </a:rPr>
                        <a:t>るこ</a:t>
                      </a:r>
                      <a:r>
                        <a:rPr sz="900" spc="-10" dirty="0">
                          <a:latin typeface="メイリオ" panose="020B0604030504040204" pitchFamily="50" charset="-128"/>
                          <a:ea typeface="メイリオ" panose="020B0604030504040204" pitchFamily="50" charset="-128"/>
                          <a:cs typeface="MS UI Gothic"/>
                        </a:rPr>
                        <a:t>と</a:t>
                      </a:r>
                      <a:r>
                        <a:rPr sz="900" dirty="0">
                          <a:latin typeface="メイリオ" panose="020B0604030504040204" pitchFamily="50" charset="-128"/>
                          <a:ea typeface="メイリオ" panose="020B0604030504040204" pitchFamily="50" charset="-128"/>
                          <a:cs typeface="MS UI Gothic"/>
                        </a:rPr>
                        <a:t>が</a:t>
                      </a:r>
                      <a:r>
                        <a:rPr sz="900" spc="-10" dirty="0">
                          <a:latin typeface="メイリオ" panose="020B0604030504040204" pitchFamily="50" charset="-128"/>
                          <a:ea typeface="メイリオ" panose="020B0604030504040204" pitchFamily="50" charset="-128"/>
                          <a:cs typeface="MS UI Gothic"/>
                        </a:rPr>
                        <a:t>あ</a:t>
                      </a:r>
                      <a:r>
                        <a:rPr sz="900" dirty="0">
                          <a:latin typeface="メイリオ" panose="020B0604030504040204" pitchFamily="50" charset="-128"/>
                          <a:ea typeface="メイリオ" panose="020B0604030504040204" pitchFamily="50" charset="-128"/>
                          <a:cs typeface="MS UI Gothic"/>
                        </a:rPr>
                        <a:t>る</a:t>
                      </a: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581278">
                <a:tc>
                  <a:txBody>
                    <a:bodyPr/>
                    <a:lstStyle/>
                    <a:p>
                      <a:pPr>
                        <a:lnSpc>
                          <a:spcPct val="100000"/>
                        </a:lnSpc>
                        <a:spcBef>
                          <a:spcPts val="20"/>
                        </a:spcBef>
                      </a:pPr>
                      <a:endParaRPr sz="1400">
                        <a:latin typeface="メイリオ" panose="020B0604030504040204" pitchFamily="50" charset="-128"/>
                        <a:ea typeface="メイリオ" panose="020B0604030504040204" pitchFamily="50" charset="-128"/>
                        <a:cs typeface="Times New Roman"/>
                      </a:endParaRPr>
                    </a:p>
                    <a:p>
                      <a:pPr algn="ctr">
                        <a:lnSpc>
                          <a:spcPct val="100000"/>
                        </a:lnSpc>
                        <a:spcBef>
                          <a:spcPts val="5"/>
                        </a:spcBef>
                      </a:pPr>
                      <a:r>
                        <a:rPr sz="1050" b="1" dirty="0">
                          <a:solidFill>
                            <a:srgbClr val="FFFFFF"/>
                          </a:solidFill>
                          <a:latin typeface="メイリオ" panose="020B0604030504040204" pitchFamily="50" charset="-128"/>
                          <a:ea typeface="メイリオ" panose="020B0604030504040204" pitchFamily="50" charset="-128"/>
                          <a:cs typeface="Yu Gothic"/>
                        </a:rPr>
                        <a:t>③</a:t>
                      </a:r>
                      <a:endParaRPr sz="1050">
                        <a:latin typeface="メイリオ" panose="020B0604030504040204" pitchFamily="50" charset="-128"/>
                        <a:ea typeface="メイリオ" panose="020B0604030504040204" pitchFamily="50" charset="-128"/>
                        <a:cs typeface="Yu Gothic"/>
                      </a:endParaRPr>
                    </a:p>
                  </a:txBody>
                  <a:tcPr marL="0" marR="0" marT="2540" marB="0">
                    <a:lnL w="6350">
                      <a:solidFill>
                        <a:srgbClr val="000000"/>
                      </a:solidFill>
                      <a:prstDash val="solid"/>
                    </a:lnL>
                    <a:lnR w="6350">
                      <a:solidFill>
                        <a:srgbClr val="000000"/>
                      </a:solidFill>
                      <a:prstDash val="solid"/>
                    </a:lnR>
                    <a:lnT w="12700">
                      <a:solidFill>
                        <a:srgbClr val="FFFFFF"/>
                      </a:solidFill>
                      <a:prstDash val="solid"/>
                    </a:lnT>
                    <a:lnB w="28575">
                      <a:solidFill>
                        <a:srgbClr val="FF0000"/>
                      </a:solidFill>
                      <a:prstDash val="solid"/>
                    </a:lnB>
                    <a:solidFill>
                      <a:srgbClr val="1F3763"/>
                    </a:solidFill>
                  </a:tcPr>
                </a:tc>
                <a:tc gridSpan="4">
                  <a:txBody>
                    <a:bodyPr/>
                    <a:lstStyle/>
                    <a:p>
                      <a:pPr>
                        <a:lnSpc>
                          <a:spcPct val="100000"/>
                        </a:lnSpc>
                      </a:pPr>
                      <a:endParaRPr sz="900" dirty="0">
                        <a:latin typeface="メイリオ" panose="020B0604030504040204" pitchFamily="50" charset="-128"/>
                        <a:ea typeface="メイリオ" panose="020B0604030504040204" pitchFamily="50" charset="-128"/>
                        <a:cs typeface="Times New Roman"/>
                      </a:endParaRPr>
                    </a:p>
                    <a:p>
                      <a:pPr marL="5715">
                        <a:lnSpc>
                          <a:spcPct val="100000"/>
                        </a:lnSpc>
                        <a:spcBef>
                          <a:spcPts val="720"/>
                        </a:spcBef>
                      </a:pPr>
                      <a:r>
                        <a:rPr sz="900" spc="180" dirty="0">
                          <a:latin typeface="メイリオ" panose="020B0604030504040204" pitchFamily="50" charset="-128"/>
                          <a:ea typeface="メイリオ" panose="020B0604030504040204" pitchFamily="50" charset="-128"/>
                          <a:cs typeface="MS UI Gothic"/>
                        </a:rPr>
                        <a:t>MMI</a:t>
                      </a:r>
                      <a:r>
                        <a:rPr sz="900" spc="120" dirty="0">
                          <a:latin typeface="メイリオ" panose="020B0604030504040204" pitchFamily="50" charset="-128"/>
                          <a:ea typeface="メイリオ" panose="020B0604030504040204" pitchFamily="50" charset="-128"/>
                          <a:cs typeface="MS UI Gothic"/>
                        </a:rPr>
                        <a:t>ア</a:t>
                      </a:r>
                      <a:r>
                        <a:rPr sz="900" spc="155" dirty="0">
                          <a:latin typeface="メイリオ" panose="020B0604030504040204" pitchFamily="50" charset="-128"/>
                          <a:ea typeface="メイリオ" panose="020B0604030504040204" pitchFamily="50" charset="-128"/>
                          <a:cs typeface="MS UI Gothic"/>
                        </a:rPr>
                        <a:t>ワ</a:t>
                      </a:r>
                      <a:r>
                        <a:rPr sz="900" spc="75" dirty="0">
                          <a:latin typeface="メイリオ" panose="020B0604030504040204" pitchFamily="50" charset="-128"/>
                          <a:ea typeface="メイリオ" panose="020B0604030504040204" pitchFamily="50" charset="-128"/>
                          <a:cs typeface="MS UI Gothic"/>
                        </a:rPr>
                        <a:t>ー</a:t>
                      </a:r>
                      <a:r>
                        <a:rPr sz="900" spc="65" dirty="0">
                          <a:latin typeface="メイリオ" panose="020B0604030504040204" pitchFamily="50" charset="-128"/>
                          <a:ea typeface="メイリオ" panose="020B0604030504040204" pitchFamily="50" charset="-128"/>
                          <a:cs typeface="MS UI Gothic"/>
                        </a:rPr>
                        <a:t>ド</a:t>
                      </a:r>
                      <a:r>
                        <a:rPr sz="900" spc="90" dirty="0">
                          <a:latin typeface="メイリオ" panose="020B0604030504040204" pitchFamily="50" charset="-128"/>
                          <a:ea typeface="メイリオ" panose="020B0604030504040204" pitchFamily="50" charset="-128"/>
                          <a:cs typeface="MS UI Gothic"/>
                        </a:rPr>
                        <a:t>型</a:t>
                      </a:r>
                      <a:endParaRPr sz="900" dirty="0">
                        <a:latin typeface="メイリオ" panose="020B0604030504040204" pitchFamily="50" charset="-128"/>
                        <a:ea typeface="メイリオ" panose="020B0604030504040204" pitchFamily="50" charset="-128"/>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900" dirty="0">
                        <a:latin typeface="メイリオ" panose="020B0604030504040204" pitchFamily="50" charset="-128"/>
                        <a:ea typeface="メイリオ" panose="020B0604030504040204" pitchFamily="50" charset="-128"/>
                        <a:cs typeface="Times New Roman"/>
                      </a:endParaRPr>
                    </a:p>
                    <a:p>
                      <a:pPr marL="6350">
                        <a:lnSpc>
                          <a:spcPct val="100000"/>
                        </a:lnSpc>
                        <a:spcBef>
                          <a:spcPts val="720"/>
                        </a:spcBef>
                      </a:pPr>
                      <a:r>
                        <a:rPr sz="900" dirty="0">
                          <a:latin typeface="メイリオ" panose="020B0604030504040204" pitchFamily="50" charset="-128"/>
                          <a:ea typeface="メイリオ" panose="020B0604030504040204" pitchFamily="50" charset="-128"/>
                          <a:cs typeface="MS UI Gothic"/>
                        </a:rPr>
                        <a:t>特に外販</a:t>
                      </a:r>
                      <a:r>
                        <a:rPr sz="900" spc="-10" dirty="0">
                          <a:latin typeface="メイリオ" panose="020B0604030504040204" pitchFamily="50" charset="-128"/>
                          <a:ea typeface="メイリオ" panose="020B0604030504040204" pitchFamily="50" charset="-128"/>
                          <a:cs typeface="MS UI Gothic"/>
                        </a:rPr>
                        <a:t>へ</a:t>
                      </a:r>
                      <a:r>
                        <a:rPr sz="900" dirty="0">
                          <a:latin typeface="メイリオ" panose="020B0604030504040204" pitchFamily="50" charset="-128"/>
                          <a:ea typeface="メイリオ" panose="020B0604030504040204" pitchFamily="50" charset="-128"/>
                          <a:cs typeface="MS UI Gothic"/>
                        </a:rPr>
                        <a:t>の高い貢献度が認</a:t>
                      </a:r>
                      <a:r>
                        <a:rPr sz="900" spc="-10" dirty="0">
                          <a:latin typeface="メイリオ" panose="020B0604030504040204" pitchFamily="50" charset="-128"/>
                          <a:ea typeface="メイリオ" panose="020B0604030504040204" pitchFamily="50" charset="-128"/>
                          <a:cs typeface="MS UI Gothic"/>
                        </a:rPr>
                        <a:t>め</a:t>
                      </a:r>
                      <a:r>
                        <a:rPr sz="900" dirty="0">
                          <a:latin typeface="メイリオ" panose="020B0604030504040204" pitchFamily="50" charset="-128"/>
                          <a:ea typeface="メイリオ" panose="020B0604030504040204" pitchFamily="50" charset="-128"/>
                          <a:cs typeface="MS UI Gothic"/>
                        </a:rPr>
                        <a:t>ら</a:t>
                      </a:r>
                      <a:r>
                        <a:rPr sz="900" spc="-10" dirty="0">
                          <a:latin typeface="メイリオ" panose="020B0604030504040204" pitchFamily="50" charset="-128"/>
                          <a:ea typeface="メイリオ" panose="020B0604030504040204" pitchFamily="50" charset="-128"/>
                          <a:cs typeface="MS UI Gothic"/>
                        </a:rPr>
                        <a:t>れ</a:t>
                      </a:r>
                      <a:r>
                        <a:rPr sz="900" dirty="0">
                          <a:latin typeface="メイリオ" panose="020B0604030504040204" pitchFamily="50" charset="-128"/>
                          <a:ea typeface="メイリオ" panose="020B0604030504040204" pitchFamily="50" charset="-128"/>
                          <a:cs typeface="MS UI Gothic"/>
                        </a:rPr>
                        <a:t>る者</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a:lnSpc>
                          <a:spcPct val="100000"/>
                        </a:lnSpc>
                      </a:pPr>
                      <a:endParaRPr sz="900">
                        <a:latin typeface="メイリオ" panose="020B0604030504040204" pitchFamily="50" charset="-128"/>
                        <a:ea typeface="メイリオ" panose="020B0604030504040204" pitchFamily="50" charset="-128"/>
                        <a:cs typeface="Times New Roman"/>
                      </a:endParaRPr>
                    </a:p>
                    <a:p>
                      <a:pPr marL="6350">
                        <a:lnSpc>
                          <a:spcPct val="100000"/>
                        </a:lnSpc>
                        <a:spcBef>
                          <a:spcPts val="720"/>
                        </a:spcBef>
                      </a:pPr>
                      <a:r>
                        <a:rPr sz="900" dirty="0">
                          <a:latin typeface="メイリオ" panose="020B0604030504040204" pitchFamily="50" charset="-128"/>
                          <a:ea typeface="メイリオ" panose="020B0604030504040204" pitchFamily="50" charset="-128"/>
                          <a:cs typeface="MS UI Gothic"/>
                        </a:rPr>
                        <a:t>都度決定</a:t>
                      </a:r>
                      <a:endParaRPr sz="900">
                        <a:latin typeface="メイリオ" panose="020B0604030504040204" pitchFamily="50" charset="-128"/>
                        <a:ea typeface="メイリオ" panose="020B0604030504040204" pitchFamily="50" charset="-128"/>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a:lnSpc>
                          <a:spcPct val="100000"/>
                        </a:lnSpc>
                      </a:pPr>
                      <a:endParaRPr sz="900">
                        <a:latin typeface="メイリオ" panose="020B0604030504040204" pitchFamily="50" charset="-128"/>
                        <a:ea typeface="メイリオ" panose="020B0604030504040204" pitchFamily="50" charset="-128"/>
                        <a:cs typeface="Times New Roman"/>
                      </a:endParaRPr>
                    </a:p>
                    <a:p>
                      <a:pPr marL="128905">
                        <a:lnSpc>
                          <a:spcPct val="100000"/>
                        </a:lnSpc>
                        <a:spcBef>
                          <a:spcPts val="720"/>
                        </a:spcBef>
                      </a:pPr>
                      <a:r>
                        <a:rPr sz="900" dirty="0">
                          <a:latin typeface="メイリオ" panose="020B0604030504040204" pitchFamily="50" charset="-128"/>
                          <a:ea typeface="メイリオ" panose="020B0604030504040204" pitchFamily="50" charset="-128"/>
                          <a:cs typeface="MS UI Gothic"/>
                        </a:rPr>
                        <a:t>都度</a:t>
                      </a:r>
                      <a:endParaRPr sz="900">
                        <a:latin typeface="メイリオ" panose="020B0604030504040204" pitchFamily="50" charset="-128"/>
                        <a:ea typeface="メイリオ" panose="020B0604030504040204" pitchFamily="50" charset="-128"/>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a:lnSpc>
                          <a:spcPct val="100000"/>
                        </a:lnSpc>
                      </a:pPr>
                      <a:endParaRPr sz="900" dirty="0">
                        <a:latin typeface="メイリオ" panose="020B0604030504040204" pitchFamily="50" charset="-128"/>
                        <a:ea typeface="メイリオ" panose="020B0604030504040204" pitchFamily="50" charset="-128"/>
                        <a:cs typeface="Times New Roman"/>
                      </a:endParaRPr>
                    </a:p>
                    <a:p>
                      <a:pPr marL="6985">
                        <a:lnSpc>
                          <a:spcPct val="100000"/>
                        </a:lnSpc>
                        <a:spcBef>
                          <a:spcPts val="720"/>
                        </a:spcBef>
                      </a:pPr>
                      <a:r>
                        <a:rPr sz="900" spc="5" dirty="0">
                          <a:latin typeface="メイリオ" panose="020B0604030504040204" pitchFamily="50" charset="-128"/>
                          <a:ea typeface="メイリオ" panose="020B0604030504040204" pitchFamily="50" charset="-128"/>
                          <a:cs typeface="MS UI Gothic"/>
                        </a:rPr>
                        <a:t>・</a:t>
                      </a:r>
                      <a:r>
                        <a:rPr sz="900" spc="30" dirty="0">
                          <a:latin typeface="メイリオ" panose="020B0604030504040204" pitchFamily="50" charset="-128"/>
                          <a:ea typeface="メイリオ" panose="020B0604030504040204" pitchFamily="50" charset="-128"/>
                          <a:cs typeface="MS UI Gothic"/>
                        </a:rPr>
                        <a:t>毎月必</a:t>
                      </a:r>
                      <a:r>
                        <a:rPr sz="900" spc="15" dirty="0">
                          <a:latin typeface="メイリオ" panose="020B0604030504040204" pitchFamily="50" charset="-128"/>
                          <a:ea typeface="メイリオ" panose="020B0604030504040204" pitchFamily="50" charset="-128"/>
                          <a:cs typeface="MS UI Gothic"/>
                        </a:rPr>
                        <a:t>ず</a:t>
                      </a:r>
                      <a:r>
                        <a:rPr sz="900" spc="30" dirty="0">
                          <a:latin typeface="メイリオ" panose="020B0604030504040204" pitchFamily="50" charset="-128"/>
                          <a:ea typeface="メイリオ" panose="020B0604030504040204" pitchFamily="50" charset="-128"/>
                          <a:cs typeface="MS UI Gothic"/>
                        </a:rPr>
                        <a:t>選出</a:t>
                      </a:r>
                      <a:r>
                        <a:rPr sz="900" spc="20" dirty="0">
                          <a:latin typeface="メイリオ" panose="020B0604030504040204" pitchFamily="50" charset="-128"/>
                          <a:ea typeface="メイリオ" panose="020B0604030504040204" pitchFamily="50" charset="-128"/>
                          <a:cs typeface="MS UI Gothic"/>
                        </a:rPr>
                        <a:t>す</a:t>
                      </a:r>
                      <a:r>
                        <a:rPr sz="900" spc="155" dirty="0">
                          <a:latin typeface="メイリオ" panose="020B0604030504040204" pitchFamily="50" charset="-128"/>
                          <a:ea typeface="メイリオ" panose="020B0604030504040204" pitchFamily="50" charset="-128"/>
                          <a:cs typeface="MS UI Gothic"/>
                        </a:rPr>
                        <a:t>る</a:t>
                      </a:r>
                      <a:r>
                        <a:rPr sz="900" spc="165" dirty="0">
                          <a:latin typeface="メイリオ" panose="020B0604030504040204" pitchFamily="50" charset="-128"/>
                          <a:ea typeface="メイリオ" panose="020B0604030504040204" pitchFamily="50" charset="-128"/>
                          <a:cs typeface="MS UI Gothic"/>
                        </a:rPr>
                        <a:t>の</a:t>
                      </a:r>
                      <a:r>
                        <a:rPr sz="900" spc="155" dirty="0">
                          <a:latin typeface="メイリオ" panose="020B0604030504040204" pitchFamily="50" charset="-128"/>
                          <a:ea typeface="メイリオ" panose="020B0604030504040204" pitchFamily="50" charset="-128"/>
                          <a:cs typeface="MS UI Gothic"/>
                        </a:rPr>
                        <a:t>で</a:t>
                      </a:r>
                      <a:r>
                        <a:rPr sz="900" spc="114" dirty="0">
                          <a:latin typeface="メイリオ" panose="020B0604030504040204" pitchFamily="50" charset="-128"/>
                          <a:ea typeface="メイリオ" panose="020B0604030504040204" pitchFamily="50" charset="-128"/>
                          <a:cs typeface="MS UI Gothic"/>
                        </a:rPr>
                        <a:t>は</a:t>
                      </a:r>
                      <a:r>
                        <a:rPr sz="900" spc="100" dirty="0">
                          <a:latin typeface="メイリオ" panose="020B0604030504040204" pitchFamily="50" charset="-128"/>
                          <a:ea typeface="メイリオ" panose="020B0604030504040204" pitchFamily="50" charset="-128"/>
                          <a:cs typeface="MS UI Gothic"/>
                        </a:rPr>
                        <a:t>な</a:t>
                      </a:r>
                      <a:r>
                        <a:rPr sz="900" spc="310" dirty="0">
                          <a:latin typeface="メイリオ" panose="020B0604030504040204" pitchFamily="50" charset="-128"/>
                          <a:ea typeface="メイリオ" panose="020B0604030504040204" pitchFamily="50" charset="-128"/>
                          <a:cs typeface="MS UI Gothic"/>
                        </a:rPr>
                        <a:t>く</a:t>
                      </a:r>
                      <a:r>
                        <a:rPr sz="900" spc="35" dirty="0">
                          <a:latin typeface="メイリオ" panose="020B0604030504040204" pitchFamily="50" charset="-128"/>
                          <a:ea typeface="メイリオ" panose="020B0604030504040204" pitchFamily="50" charset="-128"/>
                          <a:cs typeface="MS UI Gothic"/>
                        </a:rPr>
                        <a:t>、</a:t>
                      </a:r>
                      <a:r>
                        <a:rPr sz="900" spc="55" dirty="0">
                          <a:latin typeface="メイリオ" panose="020B0604030504040204" pitchFamily="50" charset="-128"/>
                          <a:ea typeface="メイリオ" panose="020B0604030504040204" pitchFamily="50" charset="-128"/>
                          <a:cs typeface="MS UI Gothic"/>
                        </a:rPr>
                        <a:t>人選</a:t>
                      </a:r>
                      <a:r>
                        <a:rPr sz="900" spc="30" dirty="0">
                          <a:latin typeface="メイリオ" panose="020B0604030504040204" pitchFamily="50" charset="-128"/>
                          <a:ea typeface="メイリオ" panose="020B0604030504040204" pitchFamily="50" charset="-128"/>
                          <a:cs typeface="MS UI Gothic"/>
                        </a:rPr>
                        <a:t>さ</a:t>
                      </a:r>
                      <a:r>
                        <a:rPr sz="900" spc="70" dirty="0">
                          <a:latin typeface="メイリオ" panose="020B0604030504040204" pitchFamily="50" charset="-128"/>
                          <a:ea typeface="メイリオ" panose="020B0604030504040204" pitchFamily="50" charset="-128"/>
                          <a:cs typeface="MS UI Gothic"/>
                        </a:rPr>
                        <a:t>れ</a:t>
                      </a:r>
                      <a:r>
                        <a:rPr sz="900" spc="100" dirty="0">
                          <a:latin typeface="メイリオ" panose="020B0604030504040204" pitchFamily="50" charset="-128"/>
                          <a:ea typeface="メイリオ" panose="020B0604030504040204" pitchFamily="50" charset="-128"/>
                          <a:cs typeface="MS UI Gothic"/>
                        </a:rPr>
                        <a:t>な</a:t>
                      </a:r>
                      <a:r>
                        <a:rPr sz="900" spc="105" dirty="0">
                          <a:latin typeface="メイリオ" panose="020B0604030504040204" pitchFamily="50" charset="-128"/>
                          <a:ea typeface="メイリオ" panose="020B0604030504040204" pitchFamily="50" charset="-128"/>
                          <a:cs typeface="MS UI Gothic"/>
                        </a:rPr>
                        <a:t>い</a:t>
                      </a:r>
                      <a:r>
                        <a:rPr sz="900" spc="130" dirty="0">
                          <a:latin typeface="メイリオ" panose="020B0604030504040204" pitchFamily="50" charset="-128"/>
                          <a:ea typeface="メイリオ" panose="020B0604030504040204" pitchFamily="50" charset="-128"/>
                          <a:cs typeface="MS UI Gothic"/>
                        </a:rPr>
                        <a:t>月</a:t>
                      </a:r>
                      <a:r>
                        <a:rPr sz="900" spc="110" dirty="0">
                          <a:latin typeface="メイリオ" panose="020B0604030504040204" pitchFamily="50" charset="-128"/>
                          <a:ea typeface="メイリオ" panose="020B0604030504040204" pitchFamily="50" charset="-128"/>
                          <a:cs typeface="MS UI Gothic"/>
                        </a:rPr>
                        <a:t>が</a:t>
                      </a:r>
                      <a:r>
                        <a:rPr sz="900" spc="95" dirty="0">
                          <a:latin typeface="メイリオ" panose="020B0604030504040204" pitchFamily="50" charset="-128"/>
                          <a:ea typeface="メイリオ" panose="020B0604030504040204" pitchFamily="50" charset="-128"/>
                          <a:cs typeface="MS UI Gothic"/>
                        </a:rPr>
                        <a:t>あ</a:t>
                      </a:r>
                      <a:r>
                        <a:rPr sz="900" spc="175" dirty="0">
                          <a:latin typeface="メイリオ" panose="020B0604030504040204" pitchFamily="50" charset="-128"/>
                          <a:ea typeface="メイリオ" panose="020B0604030504040204" pitchFamily="50" charset="-128"/>
                          <a:cs typeface="MS UI Gothic"/>
                        </a:rPr>
                        <a:t>る</a:t>
                      </a:r>
                      <a:endParaRPr sz="900" dirty="0">
                        <a:latin typeface="メイリオ" panose="020B0604030504040204" pitchFamily="50" charset="-128"/>
                        <a:ea typeface="メイリオ" panose="020B0604030504040204" pitchFamily="50" charset="-128"/>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extLst>
                  <a:ext uri="{0D108BD9-81ED-4DB2-BD59-A6C34878D82A}">
                    <a16:rowId xmlns:a16="http://schemas.microsoft.com/office/drawing/2014/main" val="10003"/>
                  </a:ext>
                </a:extLst>
              </a:tr>
              <a:tr h="109347">
                <a:tc rowSpan="4">
                  <a:txBody>
                    <a:bodyPr/>
                    <a:lstStyle/>
                    <a:p>
                      <a:pPr>
                        <a:lnSpc>
                          <a:spcPct val="100000"/>
                        </a:lnSpc>
                        <a:spcBef>
                          <a:spcPts val="25"/>
                        </a:spcBef>
                      </a:pPr>
                      <a:endParaRPr sz="1400" dirty="0">
                        <a:latin typeface="メイリオ" panose="020B0604030504040204" pitchFamily="50" charset="-128"/>
                        <a:ea typeface="メイリオ" panose="020B0604030504040204" pitchFamily="50" charset="-128"/>
                        <a:cs typeface="Times New Roman"/>
                      </a:endParaRPr>
                    </a:p>
                    <a:p>
                      <a:pPr marL="73660">
                        <a:lnSpc>
                          <a:spcPct val="100000"/>
                        </a:lnSpc>
                      </a:pPr>
                      <a:r>
                        <a:rPr sz="1050" b="1" dirty="0">
                          <a:solidFill>
                            <a:srgbClr val="FFFFFF"/>
                          </a:solidFill>
                          <a:latin typeface="メイリオ" panose="020B0604030504040204" pitchFamily="50" charset="-128"/>
                          <a:ea typeface="メイリオ" panose="020B0604030504040204" pitchFamily="50" charset="-128"/>
                          <a:cs typeface="Yu Gothic"/>
                        </a:rPr>
                        <a:t>④</a:t>
                      </a:r>
                      <a:endParaRPr sz="1050" dirty="0">
                        <a:latin typeface="メイリオ" panose="020B0604030504040204" pitchFamily="50" charset="-128"/>
                        <a:ea typeface="メイリオ" panose="020B0604030504040204" pitchFamily="50" charset="-128"/>
                        <a:cs typeface="Yu Gothic"/>
                      </a:endParaRPr>
                    </a:p>
                  </a:txBody>
                  <a:tcPr marL="0" marR="0" marT="3175" marB="0">
                    <a:lnL w="38100">
                      <a:solidFill>
                        <a:srgbClr val="FF0000"/>
                      </a:solidFill>
                      <a:prstDash val="solid"/>
                    </a:lnL>
                    <a:lnR w="6350">
                      <a:solidFill>
                        <a:srgbClr val="000000"/>
                      </a:solidFill>
                      <a:prstDash val="solid"/>
                    </a:lnR>
                    <a:lnT w="28575">
                      <a:solidFill>
                        <a:srgbClr val="FF0000"/>
                      </a:solidFill>
                      <a:prstDash val="solid"/>
                    </a:lnT>
                    <a:lnB w="28575">
                      <a:solidFill>
                        <a:srgbClr val="FF0000"/>
                      </a:solidFill>
                      <a:prstDash val="solid"/>
                    </a:lnB>
                    <a:solidFill>
                      <a:srgbClr val="1F3763"/>
                    </a:solidFill>
                  </a:tcPr>
                </a:tc>
                <a:tc gridSpan="4">
                  <a:txBody>
                    <a:bodyPr/>
                    <a:lstStyle/>
                    <a:p>
                      <a:pPr>
                        <a:lnSpc>
                          <a:spcPct val="100000"/>
                        </a:lnSpc>
                      </a:pPr>
                      <a:endParaRPr sz="500" dirty="0">
                        <a:latin typeface="メイリオ" panose="020B0604030504040204" pitchFamily="50" charset="-128"/>
                        <a:ea typeface="メイリオ" panose="020B0604030504040204" pitchFamily="50" charset="-128"/>
                        <a:cs typeface="Times New Roman"/>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solidFill>
                      <a:schemeClr val="bg1"/>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rowSpan="4">
                  <a:txBody>
                    <a:bodyPr/>
                    <a:lstStyle/>
                    <a:p>
                      <a:pPr>
                        <a:lnSpc>
                          <a:spcPct val="100000"/>
                        </a:lnSpc>
                      </a:pPr>
                      <a:endParaRPr sz="900" dirty="0">
                        <a:latin typeface="メイリオ" panose="020B0604030504040204" pitchFamily="50" charset="-128"/>
                        <a:ea typeface="メイリオ" panose="020B0604030504040204" pitchFamily="50" charset="-128"/>
                        <a:cs typeface="Times New Roman"/>
                      </a:endParaRPr>
                    </a:p>
                    <a:p>
                      <a:pPr marL="6350">
                        <a:lnSpc>
                          <a:spcPct val="100000"/>
                        </a:lnSpc>
                        <a:spcBef>
                          <a:spcPts val="720"/>
                        </a:spcBef>
                      </a:pPr>
                      <a:r>
                        <a:rPr sz="900" dirty="0">
                          <a:latin typeface="メイリオ" panose="020B0604030504040204" pitchFamily="50" charset="-128"/>
                          <a:ea typeface="メイリオ" panose="020B0604030504040204" pitchFamily="50" charset="-128"/>
                          <a:cs typeface="MS UI Gothic"/>
                        </a:rPr>
                        <a:t>現場の採用</a:t>
                      </a:r>
                      <a:r>
                        <a:rPr sz="900" spc="-10" dirty="0">
                          <a:latin typeface="メイリオ" panose="020B0604030504040204" pitchFamily="50" charset="-128"/>
                          <a:ea typeface="メイリオ" panose="020B0604030504040204" pitchFamily="50" charset="-128"/>
                          <a:cs typeface="MS UI Gothic"/>
                        </a:rPr>
                        <a:t>まで</a:t>
                      </a:r>
                      <a:r>
                        <a:rPr sz="900" dirty="0">
                          <a:latin typeface="メイリオ" panose="020B0604030504040204" pitchFamily="50" charset="-128"/>
                          <a:ea typeface="メイリオ" panose="020B0604030504040204" pitchFamily="50" charset="-128"/>
                          <a:cs typeface="MS UI Gothic"/>
                        </a:rPr>
                        <a:t>のヘ</a:t>
                      </a:r>
                      <a:r>
                        <a:rPr sz="900" spc="-10" dirty="0">
                          <a:latin typeface="メイリオ" panose="020B0604030504040204" pitchFamily="50" charset="-128"/>
                          <a:ea typeface="メイリオ" panose="020B0604030504040204" pitchFamily="50" charset="-128"/>
                          <a:cs typeface="MS UI Gothic"/>
                        </a:rPr>
                        <a:t>ル</a:t>
                      </a:r>
                      <a:r>
                        <a:rPr sz="900" dirty="0">
                          <a:latin typeface="メイリオ" panose="020B0604030504040204" pitchFamily="50" charset="-128"/>
                          <a:ea typeface="メイリオ" panose="020B0604030504040204" pitchFamily="50" charset="-128"/>
                          <a:cs typeface="MS UI Gothic"/>
                        </a:rPr>
                        <a:t>プ</a:t>
                      </a: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rowSpan="4">
                  <a:txBody>
                    <a:bodyPr/>
                    <a:lstStyle/>
                    <a:p>
                      <a:pPr>
                        <a:lnSpc>
                          <a:spcPct val="100000"/>
                        </a:lnSpc>
                      </a:pPr>
                      <a:endParaRPr sz="900" dirty="0">
                        <a:latin typeface="メイリオ" panose="020B0604030504040204" pitchFamily="50" charset="-128"/>
                        <a:ea typeface="メイリオ" panose="020B0604030504040204" pitchFamily="50" charset="-128"/>
                        <a:cs typeface="Times New Roman"/>
                      </a:endParaRPr>
                    </a:p>
                    <a:p>
                      <a:pPr marL="6350">
                        <a:lnSpc>
                          <a:spcPct val="100000"/>
                        </a:lnSpc>
                        <a:spcBef>
                          <a:spcPts val="720"/>
                        </a:spcBef>
                      </a:pPr>
                      <a:r>
                        <a:rPr sz="900" dirty="0">
                          <a:latin typeface="メイリオ" panose="020B0604030504040204" pitchFamily="50" charset="-128"/>
                          <a:ea typeface="メイリオ" panose="020B0604030504040204" pitchFamily="50" charset="-128"/>
                          <a:cs typeface="MS UI Gothic"/>
                        </a:rPr>
                        <a:t>案件ご</a:t>
                      </a:r>
                      <a:r>
                        <a:rPr sz="900" spc="-5" dirty="0">
                          <a:latin typeface="メイリオ" panose="020B0604030504040204" pitchFamily="50" charset="-128"/>
                          <a:ea typeface="メイリオ" panose="020B0604030504040204" pitchFamily="50" charset="-128"/>
                          <a:cs typeface="MS UI Gothic"/>
                        </a:rPr>
                        <a:t>と</a:t>
                      </a:r>
                      <a:r>
                        <a:rPr sz="900" dirty="0">
                          <a:latin typeface="メイリオ" panose="020B0604030504040204" pitchFamily="50" charset="-128"/>
                          <a:ea typeface="メイリオ" panose="020B0604030504040204" pitchFamily="50" charset="-128"/>
                          <a:cs typeface="MS UI Gothic"/>
                        </a:rPr>
                        <a:t>に決定</a:t>
                      </a: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rowSpan="4">
                  <a:txBody>
                    <a:bodyPr/>
                    <a:lstStyle/>
                    <a:p>
                      <a:pPr>
                        <a:lnSpc>
                          <a:spcPct val="100000"/>
                        </a:lnSpc>
                      </a:pPr>
                      <a:endParaRPr sz="900">
                        <a:latin typeface="メイリオ" panose="020B0604030504040204" pitchFamily="50" charset="-128"/>
                        <a:ea typeface="メイリオ" panose="020B0604030504040204" pitchFamily="50" charset="-128"/>
                        <a:cs typeface="Times New Roman"/>
                      </a:endParaRPr>
                    </a:p>
                    <a:p>
                      <a:pPr marL="128905">
                        <a:lnSpc>
                          <a:spcPct val="100000"/>
                        </a:lnSpc>
                        <a:spcBef>
                          <a:spcPts val="720"/>
                        </a:spcBef>
                      </a:pPr>
                      <a:r>
                        <a:rPr sz="900" dirty="0">
                          <a:latin typeface="メイリオ" panose="020B0604030504040204" pitchFamily="50" charset="-128"/>
                          <a:ea typeface="メイリオ" panose="020B0604030504040204" pitchFamily="50" charset="-128"/>
                          <a:cs typeface="MS UI Gothic"/>
                        </a:rPr>
                        <a:t>都度</a:t>
                      </a:r>
                      <a:endParaRPr sz="900">
                        <a:latin typeface="メイリオ" panose="020B0604030504040204" pitchFamily="50" charset="-128"/>
                        <a:ea typeface="メイリオ" panose="020B0604030504040204" pitchFamily="50" charset="-128"/>
                        <a:cs typeface="MS UI Gothic"/>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rowSpan="4">
                  <a:txBody>
                    <a:bodyPr/>
                    <a:lstStyle/>
                    <a:p>
                      <a:pPr>
                        <a:lnSpc>
                          <a:spcPct val="100000"/>
                        </a:lnSpc>
                        <a:spcBef>
                          <a:spcPts val="5"/>
                        </a:spcBef>
                      </a:pPr>
                      <a:endParaRPr sz="1050">
                        <a:latin typeface="メイリオ" panose="020B0604030504040204" pitchFamily="50" charset="-128"/>
                        <a:ea typeface="メイリオ" panose="020B0604030504040204" pitchFamily="50" charset="-128"/>
                        <a:cs typeface="Times New Roman"/>
                      </a:endParaRPr>
                    </a:p>
                    <a:p>
                      <a:pPr marL="166370">
                        <a:lnSpc>
                          <a:spcPct val="100000"/>
                        </a:lnSpc>
                      </a:pPr>
                      <a:r>
                        <a:rPr sz="900" dirty="0">
                          <a:solidFill>
                            <a:srgbClr val="FF0000"/>
                          </a:solidFill>
                          <a:latin typeface="メイリオ" panose="020B0604030504040204" pitchFamily="50" charset="-128"/>
                          <a:ea typeface="メイリオ" panose="020B0604030504040204" pitchFamily="50" charset="-128"/>
                          <a:cs typeface="MS UI Gothic"/>
                        </a:rPr>
                        <a:t>翌月</a:t>
                      </a:r>
                      <a:endParaRPr sz="900">
                        <a:latin typeface="メイリオ" panose="020B0604030504040204" pitchFamily="50" charset="-128"/>
                        <a:ea typeface="メイリオ" panose="020B0604030504040204" pitchFamily="50" charset="-128"/>
                        <a:cs typeface="MS UI Gothic"/>
                      </a:endParaRPr>
                    </a:p>
                    <a:p>
                      <a:pPr marL="143510">
                        <a:lnSpc>
                          <a:spcPct val="100000"/>
                        </a:lnSpc>
                      </a:pPr>
                      <a:r>
                        <a:rPr sz="900" spc="-5" dirty="0">
                          <a:solidFill>
                            <a:srgbClr val="FF0000"/>
                          </a:solidFill>
                          <a:latin typeface="メイリオ" panose="020B0604030504040204" pitchFamily="50" charset="-128"/>
                          <a:ea typeface="メイリオ" panose="020B0604030504040204" pitchFamily="50" charset="-128"/>
                          <a:cs typeface="MS UI Gothic"/>
                        </a:rPr>
                        <a:t>1</a:t>
                      </a:r>
                      <a:r>
                        <a:rPr sz="900" dirty="0">
                          <a:solidFill>
                            <a:srgbClr val="FF0000"/>
                          </a:solidFill>
                          <a:latin typeface="メイリオ" panose="020B0604030504040204" pitchFamily="50" charset="-128"/>
                          <a:ea typeface="メイリオ" panose="020B0604030504040204" pitchFamily="50" charset="-128"/>
                          <a:cs typeface="MS UI Gothic"/>
                        </a:rPr>
                        <a:t>6日</a:t>
                      </a:r>
                      <a:endParaRPr sz="900">
                        <a:latin typeface="メイリオ" panose="020B0604030504040204" pitchFamily="50" charset="-128"/>
                        <a:ea typeface="メイリオ" panose="020B0604030504040204" pitchFamily="50" charset="-128"/>
                        <a:cs typeface="MS UI Gothic"/>
                      </a:endParaRPr>
                    </a:p>
                  </a:txBody>
                  <a:tcPr marL="0" marR="0" marT="635"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rowSpan="4">
                  <a:txBody>
                    <a:bodyPr/>
                    <a:lstStyle/>
                    <a:p>
                      <a:pPr>
                        <a:lnSpc>
                          <a:spcPct val="100000"/>
                        </a:lnSpc>
                        <a:spcBef>
                          <a:spcPts val="5"/>
                        </a:spcBef>
                      </a:pPr>
                      <a:endParaRPr sz="1050">
                        <a:latin typeface="メイリオ" panose="020B0604030504040204" pitchFamily="50" charset="-128"/>
                        <a:ea typeface="メイリオ" panose="020B0604030504040204" pitchFamily="50" charset="-128"/>
                        <a:cs typeface="Times New Roman"/>
                      </a:endParaRPr>
                    </a:p>
                    <a:p>
                      <a:pPr marL="6985">
                        <a:lnSpc>
                          <a:spcPct val="100000"/>
                        </a:lnSpc>
                      </a:pPr>
                      <a:r>
                        <a:rPr sz="900" spc="5" dirty="0">
                          <a:latin typeface="メイリオ" panose="020B0604030504040204" pitchFamily="50" charset="-128"/>
                          <a:ea typeface="メイリオ" panose="020B0604030504040204" pitchFamily="50" charset="-128"/>
                          <a:cs typeface="MS UI Gothic"/>
                        </a:rPr>
                        <a:t>・</a:t>
                      </a:r>
                      <a:r>
                        <a:rPr sz="900" spc="30" dirty="0">
                          <a:latin typeface="メイリオ" panose="020B0604030504040204" pitchFamily="50" charset="-128"/>
                          <a:ea typeface="メイリオ" panose="020B0604030504040204" pitchFamily="50" charset="-128"/>
                          <a:cs typeface="MS UI Gothic"/>
                        </a:rPr>
                        <a:t>毎月必</a:t>
                      </a:r>
                      <a:r>
                        <a:rPr sz="900" spc="15" dirty="0">
                          <a:latin typeface="メイリオ" panose="020B0604030504040204" pitchFamily="50" charset="-128"/>
                          <a:ea typeface="メイリオ" panose="020B0604030504040204" pitchFamily="50" charset="-128"/>
                          <a:cs typeface="MS UI Gothic"/>
                        </a:rPr>
                        <a:t>ず</a:t>
                      </a:r>
                      <a:r>
                        <a:rPr sz="900" spc="30" dirty="0">
                          <a:latin typeface="メイリオ" panose="020B0604030504040204" pitchFamily="50" charset="-128"/>
                          <a:ea typeface="メイリオ" panose="020B0604030504040204" pitchFamily="50" charset="-128"/>
                          <a:cs typeface="MS UI Gothic"/>
                        </a:rPr>
                        <a:t>該当案件</a:t>
                      </a:r>
                      <a:r>
                        <a:rPr sz="900" spc="25" dirty="0">
                          <a:latin typeface="メイリオ" panose="020B0604030504040204" pitchFamily="50" charset="-128"/>
                          <a:ea typeface="メイリオ" panose="020B0604030504040204" pitchFamily="50" charset="-128"/>
                          <a:cs typeface="MS UI Gothic"/>
                        </a:rPr>
                        <a:t>が</a:t>
                      </a:r>
                      <a:r>
                        <a:rPr sz="900" spc="30" dirty="0">
                          <a:latin typeface="メイリオ" panose="020B0604030504040204" pitchFamily="50" charset="-128"/>
                          <a:ea typeface="メイリオ" panose="020B0604030504040204" pitchFamily="50" charset="-128"/>
                          <a:cs typeface="MS UI Gothic"/>
                        </a:rPr>
                        <a:t>発生</a:t>
                      </a:r>
                      <a:r>
                        <a:rPr sz="900" spc="20" dirty="0">
                          <a:latin typeface="メイリオ" panose="020B0604030504040204" pitchFamily="50" charset="-128"/>
                          <a:ea typeface="メイリオ" panose="020B0604030504040204" pitchFamily="50" charset="-128"/>
                          <a:cs typeface="MS UI Gothic"/>
                        </a:rPr>
                        <a:t>す</a:t>
                      </a:r>
                      <a:r>
                        <a:rPr sz="900" spc="170" dirty="0">
                          <a:latin typeface="メイリオ" panose="020B0604030504040204" pitchFamily="50" charset="-128"/>
                          <a:ea typeface="メイリオ" panose="020B0604030504040204" pitchFamily="50" charset="-128"/>
                          <a:cs typeface="MS UI Gothic"/>
                        </a:rPr>
                        <a:t>る</a:t>
                      </a:r>
                      <a:r>
                        <a:rPr sz="900" spc="165" dirty="0">
                          <a:latin typeface="メイリオ" panose="020B0604030504040204" pitchFamily="50" charset="-128"/>
                          <a:ea typeface="メイリオ" panose="020B0604030504040204" pitchFamily="50" charset="-128"/>
                          <a:cs typeface="MS UI Gothic"/>
                        </a:rPr>
                        <a:t>も</a:t>
                      </a:r>
                      <a:r>
                        <a:rPr sz="900" spc="155" dirty="0">
                          <a:latin typeface="メイリオ" panose="020B0604030504040204" pitchFamily="50" charset="-128"/>
                          <a:ea typeface="メイリオ" panose="020B0604030504040204" pitchFamily="50" charset="-128"/>
                          <a:cs typeface="MS UI Gothic"/>
                        </a:rPr>
                        <a:t>の</a:t>
                      </a:r>
                      <a:r>
                        <a:rPr sz="900" spc="145" dirty="0">
                          <a:latin typeface="メイリオ" panose="020B0604030504040204" pitchFamily="50" charset="-128"/>
                          <a:ea typeface="メイリオ" panose="020B0604030504040204" pitchFamily="50" charset="-128"/>
                          <a:cs typeface="MS UI Gothic"/>
                        </a:rPr>
                        <a:t>で</a:t>
                      </a:r>
                      <a:r>
                        <a:rPr sz="900" spc="114" dirty="0">
                          <a:latin typeface="メイリオ" panose="020B0604030504040204" pitchFamily="50" charset="-128"/>
                          <a:ea typeface="メイリオ" panose="020B0604030504040204" pitchFamily="50" charset="-128"/>
                          <a:cs typeface="MS UI Gothic"/>
                        </a:rPr>
                        <a:t>は</a:t>
                      </a:r>
                      <a:r>
                        <a:rPr sz="900" spc="100" dirty="0">
                          <a:latin typeface="メイリオ" panose="020B0604030504040204" pitchFamily="50" charset="-128"/>
                          <a:ea typeface="メイリオ" panose="020B0604030504040204" pitchFamily="50" charset="-128"/>
                          <a:cs typeface="MS UI Gothic"/>
                        </a:rPr>
                        <a:t>な</a:t>
                      </a:r>
                      <a:r>
                        <a:rPr sz="900" spc="165" dirty="0">
                          <a:latin typeface="メイリオ" panose="020B0604030504040204" pitchFamily="50" charset="-128"/>
                          <a:ea typeface="メイリオ" panose="020B0604030504040204" pitchFamily="50" charset="-128"/>
                          <a:cs typeface="MS UI Gothic"/>
                        </a:rPr>
                        <a:t>い</a:t>
                      </a:r>
                      <a:endParaRPr sz="900">
                        <a:latin typeface="メイリオ" panose="020B0604030504040204" pitchFamily="50" charset="-128"/>
                        <a:ea typeface="メイリオ" panose="020B0604030504040204" pitchFamily="50" charset="-128"/>
                        <a:cs typeface="MS UI Gothic"/>
                      </a:endParaRPr>
                    </a:p>
                    <a:p>
                      <a:pPr marL="6985">
                        <a:lnSpc>
                          <a:spcPct val="100000"/>
                        </a:lnSpc>
                      </a:pPr>
                      <a:r>
                        <a:rPr sz="900" spc="5" dirty="0">
                          <a:latin typeface="メイリオ" panose="020B0604030504040204" pitchFamily="50" charset="-128"/>
                          <a:ea typeface="メイリオ" panose="020B0604030504040204" pitchFamily="50" charset="-128"/>
                          <a:cs typeface="MS UI Gothic"/>
                        </a:rPr>
                        <a:t>・</a:t>
                      </a:r>
                      <a:r>
                        <a:rPr sz="900" dirty="0">
                          <a:latin typeface="メイリオ" panose="020B0604030504040204" pitchFamily="50" charset="-128"/>
                          <a:ea typeface="メイリオ" panose="020B0604030504040204" pitchFamily="50" charset="-128"/>
                          <a:cs typeface="MS UI Gothic"/>
                        </a:rPr>
                        <a:t>対象案件</a:t>
                      </a:r>
                      <a:r>
                        <a:rPr sz="900" spc="5" dirty="0">
                          <a:latin typeface="メイリオ" panose="020B0604030504040204" pitchFamily="50" charset="-128"/>
                          <a:ea typeface="メイリオ" panose="020B0604030504040204" pitchFamily="50" charset="-128"/>
                          <a:cs typeface="MS UI Gothic"/>
                        </a:rPr>
                        <a:t>・</a:t>
                      </a:r>
                      <a:r>
                        <a:rPr sz="900" dirty="0">
                          <a:latin typeface="メイリオ" panose="020B0604030504040204" pitchFamily="50" charset="-128"/>
                          <a:ea typeface="メイリオ" panose="020B0604030504040204" pitchFamily="50" charset="-128"/>
                          <a:cs typeface="MS UI Gothic"/>
                        </a:rPr>
                        <a:t>対象期間</a:t>
                      </a:r>
                      <a:r>
                        <a:rPr sz="900" spc="5" dirty="0">
                          <a:latin typeface="メイリオ" panose="020B0604030504040204" pitchFamily="50" charset="-128"/>
                          <a:ea typeface="メイリオ" panose="020B0604030504040204" pitchFamily="50" charset="-128"/>
                          <a:cs typeface="MS UI Gothic"/>
                        </a:rPr>
                        <a:t>・</a:t>
                      </a:r>
                      <a:r>
                        <a:rPr sz="900" spc="55" dirty="0">
                          <a:latin typeface="メイリオ" panose="020B0604030504040204" pitchFamily="50" charset="-128"/>
                          <a:ea typeface="メイリオ" panose="020B0604030504040204" pitchFamily="50" charset="-128"/>
                          <a:cs typeface="MS UI Gothic"/>
                        </a:rPr>
                        <a:t>支給</a:t>
                      </a:r>
                      <a:r>
                        <a:rPr sz="900" spc="40" dirty="0">
                          <a:latin typeface="メイリオ" panose="020B0604030504040204" pitchFamily="50" charset="-128"/>
                          <a:ea typeface="メイリオ" panose="020B0604030504040204" pitchFamily="50" charset="-128"/>
                          <a:cs typeface="MS UI Gothic"/>
                        </a:rPr>
                        <a:t>ポ</a:t>
                      </a:r>
                      <a:r>
                        <a:rPr sz="900" spc="55" dirty="0">
                          <a:latin typeface="メイリオ" panose="020B0604030504040204" pitchFamily="50" charset="-128"/>
                          <a:ea typeface="メイリオ" panose="020B0604030504040204" pitchFamily="50" charset="-128"/>
                          <a:cs typeface="MS UI Gothic"/>
                        </a:rPr>
                        <a:t>イ</a:t>
                      </a:r>
                      <a:r>
                        <a:rPr sz="900" spc="140" dirty="0">
                          <a:latin typeface="メイリオ" panose="020B0604030504040204" pitchFamily="50" charset="-128"/>
                          <a:ea typeface="メイリオ" panose="020B0604030504040204" pitchFamily="50" charset="-128"/>
                          <a:cs typeface="MS UI Gothic"/>
                        </a:rPr>
                        <a:t>ン</a:t>
                      </a:r>
                      <a:r>
                        <a:rPr sz="900" spc="45" dirty="0">
                          <a:latin typeface="メイリオ" panose="020B0604030504040204" pitchFamily="50" charset="-128"/>
                          <a:ea typeface="メイリオ" panose="020B0604030504040204" pitchFamily="50" charset="-128"/>
                          <a:cs typeface="MS UI Gothic"/>
                        </a:rPr>
                        <a:t>ト</a:t>
                      </a:r>
                      <a:r>
                        <a:rPr sz="900" spc="65" dirty="0">
                          <a:latin typeface="メイリオ" panose="020B0604030504040204" pitchFamily="50" charset="-128"/>
                          <a:ea typeface="メイリオ" panose="020B0604030504040204" pitchFamily="50" charset="-128"/>
                          <a:cs typeface="MS UI Gothic"/>
                        </a:rPr>
                        <a:t>数</a:t>
                      </a:r>
                      <a:r>
                        <a:rPr sz="900" spc="50" dirty="0">
                          <a:latin typeface="メイリオ" panose="020B0604030504040204" pitchFamily="50" charset="-128"/>
                          <a:ea typeface="メイリオ" panose="020B0604030504040204" pitchFamily="50" charset="-128"/>
                          <a:cs typeface="MS UI Gothic"/>
                        </a:rPr>
                        <a:t>は</a:t>
                      </a:r>
                      <a:r>
                        <a:rPr sz="900" spc="55" dirty="0">
                          <a:latin typeface="メイリオ" panose="020B0604030504040204" pitchFamily="50" charset="-128"/>
                          <a:ea typeface="メイリオ" panose="020B0604030504040204" pitchFamily="50" charset="-128"/>
                          <a:cs typeface="MS UI Gothic"/>
                        </a:rPr>
                        <a:t>事前</a:t>
                      </a:r>
                      <a:r>
                        <a:rPr sz="900" spc="45" dirty="0">
                          <a:latin typeface="メイリオ" panose="020B0604030504040204" pitchFamily="50" charset="-128"/>
                          <a:ea typeface="メイリオ" panose="020B0604030504040204" pitchFamily="50" charset="-128"/>
                          <a:cs typeface="MS UI Gothic"/>
                        </a:rPr>
                        <a:t>に</a:t>
                      </a:r>
                      <a:r>
                        <a:rPr sz="900" spc="30" dirty="0">
                          <a:latin typeface="メイリオ" panose="020B0604030504040204" pitchFamily="50" charset="-128"/>
                          <a:ea typeface="メイリオ" panose="020B0604030504040204" pitchFamily="50" charset="-128"/>
                          <a:cs typeface="MS UI Gothic"/>
                        </a:rPr>
                        <a:t>決定</a:t>
                      </a:r>
                      <a:r>
                        <a:rPr sz="900" spc="20" dirty="0">
                          <a:latin typeface="メイリオ" panose="020B0604030504040204" pitchFamily="50" charset="-128"/>
                          <a:ea typeface="メイリオ" panose="020B0604030504040204" pitchFamily="50" charset="-128"/>
                          <a:cs typeface="MS UI Gothic"/>
                        </a:rPr>
                        <a:t>す</a:t>
                      </a:r>
                      <a:r>
                        <a:rPr sz="900" spc="175" dirty="0">
                          <a:latin typeface="メイリオ" panose="020B0604030504040204" pitchFamily="50" charset="-128"/>
                          <a:ea typeface="メイリオ" panose="020B0604030504040204" pitchFamily="50" charset="-128"/>
                          <a:cs typeface="MS UI Gothic"/>
                        </a:rPr>
                        <a:t>る</a:t>
                      </a:r>
                      <a:endParaRPr sz="900">
                        <a:latin typeface="メイリオ" panose="020B0604030504040204" pitchFamily="50" charset="-128"/>
                        <a:ea typeface="メイリオ" panose="020B0604030504040204" pitchFamily="50" charset="-128"/>
                        <a:cs typeface="MS UI Gothic"/>
                      </a:endParaRPr>
                    </a:p>
                  </a:txBody>
                  <a:tcPr marL="0" marR="0" marT="635" marB="0">
                    <a:lnL w="6350">
                      <a:solidFill>
                        <a:srgbClr val="000000"/>
                      </a:solidFill>
                      <a:prstDash val="solid"/>
                    </a:lnL>
                    <a:lnR w="28575">
                      <a:solidFill>
                        <a:srgbClr val="FF0000"/>
                      </a:solidFill>
                      <a:prstDash val="solid"/>
                    </a:lnR>
                    <a:lnT w="28575">
                      <a:solidFill>
                        <a:srgbClr val="FF0000"/>
                      </a:solidFill>
                      <a:prstDash val="solid"/>
                    </a:lnT>
                    <a:lnB w="28575">
                      <a:solidFill>
                        <a:srgbClr val="FF0000"/>
                      </a:solidFill>
                      <a:prstDash val="solid"/>
                    </a:lnB>
                  </a:tcPr>
                </a:tc>
                <a:extLst>
                  <a:ext uri="{0D108BD9-81ED-4DB2-BD59-A6C34878D82A}">
                    <a16:rowId xmlns:a16="http://schemas.microsoft.com/office/drawing/2014/main" val="10004"/>
                  </a:ext>
                </a:extLst>
              </a:tr>
              <a:tr h="126491">
                <a:tc vMerge="1">
                  <a:txBody>
                    <a:bodyPr/>
                    <a:lstStyle/>
                    <a:p>
                      <a:endParaRPr/>
                    </a:p>
                  </a:txBody>
                  <a:tcPr marL="0" marR="0" marT="3175" marB="0">
                    <a:lnL w="38100">
                      <a:solidFill>
                        <a:srgbClr val="FF0000"/>
                      </a:solidFill>
                      <a:prstDash val="solid"/>
                    </a:lnL>
                    <a:lnR w="6350">
                      <a:solidFill>
                        <a:srgbClr val="000000"/>
                      </a:solidFill>
                      <a:prstDash val="solid"/>
                    </a:lnR>
                    <a:lnT w="28575">
                      <a:solidFill>
                        <a:srgbClr val="FF0000"/>
                      </a:solidFill>
                      <a:prstDash val="solid"/>
                    </a:lnT>
                    <a:lnB w="28575">
                      <a:solidFill>
                        <a:srgbClr val="FF0000"/>
                      </a:solidFill>
                      <a:prstDash val="solid"/>
                    </a:lnB>
                    <a:solidFill>
                      <a:srgbClr val="1F3763"/>
                    </a:solidFill>
                  </a:tcPr>
                </a:tc>
                <a:tc gridSpan="2">
                  <a:txBody>
                    <a:bodyPr/>
                    <a:lstStyle/>
                    <a:p>
                      <a:pPr marL="5715">
                        <a:lnSpc>
                          <a:spcPts val="894"/>
                        </a:lnSpc>
                      </a:pPr>
                      <a:endParaRPr sz="900" dirty="0">
                        <a:latin typeface="メイリオ" panose="020B0604030504040204" pitchFamily="50" charset="-128"/>
                        <a:ea typeface="メイリオ" panose="020B0604030504040204" pitchFamily="50" charset="-128"/>
                        <a:cs typeface="MS UI Gothic"/>
                      </a:endParaRPr>
                    </a:p>
                  </a:txBody>
                  <a:tcPr marL="0" marR="0" marT="0" marB="0">
                    <a:lnL w="6350">
                      <a:solidFill>
                        <a:srgbClr val="000000"/>
                      </a:solidFill>
                      <a:prstDash val="solid"/>
                    </a:lnL>
                    <a:lnB w="28575">
                      <a:solidFill>
                        <a:srgbClr val="FFFFFF"/>
                      </a:solidFill>
                      <a:prstDash val="solid"/>
                    </a:lnB>
                    <a:solidFill>
                      <a:schemeClr val="bg1"/>
                    </a:solidFill>
                  </a:tcPr>
                </a:tc>
                <a:tc hMerge="1">
                  <a:txBody>
                    <a:bodyPr/>
                    <a:lstStyle/>
                    <a:p>
                      <a:endParaRPr/>
                    </a:p>
                  </a:txBody>
                  <a:tcPr marL="0" marR="0" marT="0" marB="0"/>
                </a:tc>
                <a:tc gridSpan="2">
                  <a:txBody>
                    <a:bodyPr/>
                    <a:lstStyle/>
                    <a:p>
                      <a:pPr>
                        <a:lnSpc>
                          <a:spcPct val="100000"/>
                        </a:lnSpc>
                      </a:pPr>
                      <a:endParaRPr sz="600" dirty="0">
                        <a:latin typeface="メイリオ" panose="020B0604030504040204" pitchFamily="50" charset="-128"/>
                        <a:ea typeface="メイリオ" panose="020B0604030504040204" pitchFamily="50" charset="-128"/>
                        <a:cs typeface="Times New Roman"/>
                      </a:endParaRPr>
                    </a:p>
                  </a:txBody>
                  <a:tcPr marL="0" marR="0" marT="0" marB="0">
                    <a:lnR w="6350">
                      <a:solidFill>
                        <a:srgbClr val="000000"/>
                      </a:solidFill>
                      <a:prstDash val="solid"/>
                    </a:lnR>
                    <a:lnB w="28575">
                      <a:solidFill>
                        <a:srgbClr val="FFFFFF"/>
                      </a:solidFill>
                      <a:prstDash val="solid"/>
                    </a:lnB>
                  </a:tcPr>
                </a:tc>
                <a:tc hMerge="1">
                  <a:txBody>
                    <a:bodyPr/>
                    <a:lstStyle/>
                    <a:p>
                      <a:endParaRPr/>
                    </a:p>
                  </a:txBody>
                  <a:tcPr marL="0" marR="0" marT="0" marB="0"/>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635"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635" marB="0">
                    <a:lnL w="6350">
                      <a:solidFill>
                        <a:srgbClr val="000000"/>
                      </a:solidFill>
                      <a:prstDash val="solid"/>
                    </a:lnL>
                    <a:lnR w="28575">
                      <a:solidFill>
                        <a:srgbClr val="FF0000"/>
                      </a:solidFill>
                      <a:prstDash val="solid"/>
                    </a:lnR>
                    <a:lnT w="28575">
                      <a:solidFill>
                        <a:srgbClr val="FF0000"/>
                      </a:solidFill>
                      <a:prstDash val="solid"/>
                    </a:lnT>
                    <a:lnB w="28575">
                      <a:solidFill>
                        <a:srgbClr val="FF0000"/>
                      </a:solidFill>
                      <a:prstDash val="solid"/>
                    </a:lnB>
                  </a:tcPr>
                </a:tc>
                <a:extLst>
                  <a:ext uri="{0D108BD9-81ED-4DB2-BD59-A6C34878D82A}">
                    <a16:rowId xmlns:a16="http://schemas.microsoft.com/office/drawing/2014/main" val="10005"/>
                  </a:ext>
                </a:extLst>
              </a:tr>
              <a:tr h="137160">
                <a:tc vMerge="1">
                  <a:txBody>
                    <a:bodyPr/>
                    <a:lstStyle/>
                    <a:p>
                      <a:endParaRPr/>
                    </a:p>
                  </a:txBody>
                  <a:tcPr marL="0" marR="0" marT="3175" marB="0">
                    <a:lnL w="38100">
                      <a:solidFill>
                        <a:srgbClr val="FF0000"/>
                      </a:solidFill>
                      <a:prstDash val="solid"/>
                    </a:lnL>
                    <a:lnR w="6350">
                      <a:solidFill>
                        <a:srgbClr val="000000"/>
                      </a:solidFill>
                      <a:prstDash val="solid"/>
                    </a:lnR>
                    <a:lnT w="28575">
                      <a:solidFill>
                        <a:srgbClr val="FF0000"/>
                      </a:solidFill>
                      <a:prstDash val="solid"/>
                    </a:lnT>
                    <a:lnB w="28575">
                      <a:solidFill>
                        <a:srgbClr val="FF0000"/>
                      </a:solidFill>
                      <a:prstDash val="solid"/>
                    </a:lnB>
                    <a:solidFill>
                      <a:srgbClr val="1F3763"/>
                    </a:solidFill>
                  </a:tcPr>
                </a:tc>
                <a:tc>
                  <a:txBody>
                    <a:bodyPr/>
                    <a:lstStyle/>
                    <a:p>
                      <a:pPr>
                        <a:lnSpc>
                          <a:spcPct val="100000"/>
                        </a:lnSpc>
                      </a:pPr>
                      <a:endParaRPr sz="700">
                        <a:latin typeface="メイリオ" panose="020B0604030504040204" pitchFamily="50" charset="-128"/>
                        <a:ea typeface="メイリオ" panose="020B0604030504040204" pitchFamily="50" charset="-128"/>
                        <a:cs typeface="Times New Roman"/>
                      </a:endParaRPr>
                    </a:p>
                  </a:txBody>
                  <a:tcPr marL="0" marR="0" marT="0" marB="0">
                    <a:lnL w="6350">
                      <a:solidFill>
                        <a:srgbClr val="000000"/>
                      </a:solidFill>
                      <a:prstDash val="solid"/>
                    </a:lnL>
                    <a:lnT w="28575">
                      <a:solidFill>
                        <a:srgbClr val="FFFFFF"/>
                      </a:solidFill>
                      <a:prstDash val="solid"/>
                    </a:lnT>
                    <a:lnB w="28575">
                      <a:solidFill>
                        <a:srgbClr val="FFFFFF"/>
                      </a:solidFill>
                      <a:prstDash val="solid"/>
                    </a:lnB>
                  </a:tcPr>
                </a:tc>
                <a:tc gridSpan="2">
                  <a:txBody>
                    <a:bodyPr/>
                    <a:lstStyle/>
                    <a:p>
                      <a:pPr>
                        <a:lnSpc>
                          <a:spcPts val="980"/>
                        </a:lnSpc>
                      </a:pPr>
                      <a:r>
                        <a:rPr sz="900" dirty="0">
                          <a:latin typeface="メイリオ" panose="020B0604030504040204" pitchFamily="50" charset="-128"/>
                          <a:ea typeface="メイリオ" panose="020B0604030504040204" pitchFamily="50" charset="-128"/>
                          <a:cs typeface="MS UI Gothic"/>
                        </a:rPr>
                        <a:t>採用調達</a:t>
                      </a:r>
                    </a:p>
                  </a:txBody>
                  <a:tcPr marL="0" marR="0" marT="0" marB="0">
                    <a:lnT w="28575">
                      <a:solidFill>
                        <a:srgbClr val="FFFFFF"/>
                      </a:solidFill>
                      <a:prstDash val="solid"/>
                    </a:lnT>
                    <a:lnB w="28575">
                      <a:solidFill>
                        <a:srgbClr val="FFFFFF"/>
                      </a:solidFill>
                      <a:prstDash val="solid"/>
                    </a:lnB>
                    <a:solidFill>
                      <a:schemeClr val="bg1"/>
                    </a:solidFill>
                  </a:tcPr>
                </a:tc>
                <a:tc hMerge="1">
                  <a:txBody>
                    <a:bodyPr/>
                    <a:lstStyle/>
                    <a:p>
                      <a:endParaRPr/>
                    </a:p>
                  </a:txBody>
                  <a:tcPr marL="0" marR="0" marT="0" marB="0"/>
                </a:tc>
                <a:tc>
                  <a:txBody>
                    <a:bodyPr/>
                    <a:lstStyle/>
                    <a:p>
                      <a:pPr>
                        <a:lnSpc>
                          <a:spcPct val="100000"/>
                        </a:lnSpc>
                      </a:pPr>
                      <a:endParaRPr sz="700" dirty="0">
                        <a:latin typeface="メイリオ" panose="020B0604030504040204" pitchFamily="50" charset="-128"/>
                        <a:ea typeface="メイリオ" panose="020B0604030504040204" pitchFamily="50" charset="-128"/>
                        <a:cs typeface="Times New Roman"/>
                      </a:endParaRPr>
                    </a:p>
                  </a:txBody>
                  <a:tcPr marL="0" marR="0" marT="0" marB="0">
                    <a:lnR w="6350">
                      <a:solidFill>
                        <a:srgbClr val="000000"/>
                      </a:solidFill>
                      <a:prstDash val="solid"/>
                    </a:lnR>
                    <a:lnT w="28575">
                      <a:solidFill>
                        <a:srgbClr val="FFFFFF"/>
                      </a:solidFill>
                      <a:prstDash val="solid"/>
                    </a:lnT>
                    <a:lnB w="28575">
                      <a:solidFill>
                        <a:srgbClr val="FFFFFF"/>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635"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635" marB="0">
                    <a:lnL w="6350">
                      <a:solidFill>
                        <a:srgbClr val="000000"/>
                      </a:solidFill>
                      <a:prstDash val="solid"/>
                    </a:lnL>
                    <a:lnR w="28575">
                      <a:solidFill>
                        <a:srgbClr val="FF0000"/>
                      </a:solidFill>
                      <a:prstDash val="solid"/>
                    </a:lnR>
                    <a:lnT w="28575">
                      <a:solidFill>
                        <a:srgbClr val="FF0000"/>
                      </a:solidFill>
                      <a:prstDash val="solid"/>
                    </a:lnT>
                    <a:lnB w="28575">
                      <a:solidFill>
                        <a:srgbClr val="FF0000"/>
                      </a:solidFill>
                      <a:prstDash val="solid"/>
                    </a:lnB>
                  </a:tcPr>
                </a:tc>
                <a:extLst>
                  <a:ext uri="{0D108BD9-81ED-4DB2-BD59-A6C34878D82A}">
                    <a16:rowId xmlns:a16="http://schemas.microsoft.com/office/drawing/2014/main" val="10006"/>
                  </a:ext>
                </a:extLst>
              </a:tr>
              <a:tr h="208280">
                <a:tc vMerge="1">
                  <a:txBody>
                    <a:bodyPr/>
                    <a:lstStyle/>
                    <a:p>
                      <a:endParaRPr/>
                    </a:p>
                  </a:txBody>
                  <a:tcPr marL="0" marR="0" marT="3175" marB="0">
                    <a:lnL w="38100">
                      <a:solidFill>
                        <a:srgbClr val="FF0000"/>
                      </a:solidFill>
                      <a:prstDash val="solid"/>
                    </a:lnL>
                    <a:lnR w="6350">
                      <a:solidFill>
                        <a:srgbClr val="000000"/>
                      </a:solidFill>
                      <a:prstDash val="solid"/>
                    </a:lnR>
                    <a:lnT w="28575">
                      <a:solidFill>
                        <a:srgbClr val="FF0000"/>
                      </a:solidFill>
                      <a:prstDash val="solid"/>
                    </a:lnT>
                    <a:lnB w="28575">
                      <a:solidFill>
                        <a:srgbClr val="FF0000"/>
                      </a:solidFill>
                      <a:prstDash val="solid"/>
                    </a:lnB>
                    <a:solidFill>
                      <a:srgbClr val="1F3763"/>
                    </a:solidFill>
                  </a:tcPr>
                </a:tc>
                <a:tc gridSpan="4">
                  <a:txBody>
                    <a:bodyPr/>
                    <a:lstStyle/>
                    <a:p>
                      <a:pPr marL="81915">
                        <a:lnSpc>
                          <a:spcPts val="980"/>
                        </a:lnSpc>
                      </a:pPr>
                      <a:r>
                        <a:rPr sz="900" dirty="0">
                          <a:latin typeface="メイリオ" panose="020B0604030504040204" pitchFamily="50" charset="-128"/>
                          <a:ea typeface="メイリオ" panose="020B0604030504040204" pitchFamily="50" charset="-128"/>
                          <a:cs typeface="MS UI Gothic"/>
                        </a:rPr>
                        <a:t>業務ヘ</a:t>
                      </a:r>
                      <a:r>
                        <a:rPr sz="900" spc="-10" dirty="0">
                          <a:latin typeface="メイリオ" panose="020B0604030504040204" pitchFamily="50" charset="-128"/>
                          <a:ea typeface="メイリオ" panose="020B0604030504040204" pitchFamily="50" charset="-128"/>
                          <a:cs typeface="MS UI Gothic"/>
                        </a:rPr>
                        <a:t>ルプ</a:t>
                      </a:r>
                      <a:r>
                        <a:rPr sz="900" dirty="0">
                          <a:latin typeface="メイリオ" panose="020B0604030504040204" pitchFamily="50" charset="-128"/>
                          <a:ea typeface="メイリオ" panose="020B0604030504040204" pitchFamily="50" charset="-128"/>
                          <a:cs typeface="MS UI Gothic"/>
                        </a:rPr>
                        <a:t>型</a:t>
                      </a:r>
                    </a:p>
                  </a:txBody>
                  <a:tcPr marL="0" marR="0" marT="0" marB="0">
                    <a:lnL w="6350">
                      <a:solidFill>
                        <a:srgbClr val="000000"/>
                      </a:solidFill>
                      <a:prstDash val="solid"/>
                    </a:lnL>
                    <a:lnR w="6350">
                      <a:solidFill>
                        <a:srgbClr val="000000"/>
                      </a:solidFill>
                      <a:prstDash val="solid"/>
                    </a:lnR>
                    <a:lnT w="28575">
                      <a:solidFill>
                        <a:srgbClr val="FFFFFF"/>
                      </a:solidFill>
                      <a:prstDash val="solid"/>
                    </a:lnT>
                    <a:lnB w="28575">
                      <a:solidFill>
                        <a:srgbClr val="FF0000"/>
                      </a:solidFill>
                      <a:prstDash val="solid"/>
                    </a:lnB>
                    <a:solidFill>
                      <a:schemeClr val="bg1"/>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635"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635" marB="0">
                    <a:lnL w="6350">
                      <a:solidFill>
                        <a:srgbClr val="000000"/>
                      </a:solidFill>
                      <a:prstDash val="solid"/>
                    </a:lnL>
                    <a:lnR w="28575">
                      <a:solidFill>
                        <a:srgbClr val="FF0000"/>
                      </a:solidFill>
                      <a:prstDash val="solid"/>
                    </a:lnR>
                    <a:lnT w="28575">
                      <a:solidFill>
                        <a:srgbClr val="FF0000"/>
                      </a:solidFill>
                      <a:prstDash val="solid"/>
                    </a:lnT>
                    <a:lnB w="28575">
                      <a:solidFill>
                        <a:srgbClr val="FF0000"/>
                      </a:solidFill>
                      <a:prstDash val="soli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203079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3200" b="1" i="0" u="none" strike="noStrike" kern="0" cap="none" spc="-1" normalizeH="0" baseline="0" noProof="0" dirty="0">
                <a:ln>
                  <a:noFill/>
                </a:ln>
                <a:effectLst/>
                <a:uLnTx/>
                <a:uFillTx/>
              </a:rPr>
              <a:t>今後　</a:t>
            </a:r>
            <a:r>
              <a:rPr kumimoji="0" lang="en-US" altLang="ja-JP" sz="3200" b="1" i="0" u="none" strike="noStrike" kern="0" cap="none" spc="-1" normalizeH="0" baseline="0" noProof="0" dirty="0">
                <a:ln>
                  <a:noFill/>
                </a:ln>
                <a:effectLst/>
                <a:uLnTx/>
                <a:uFillTx/>
              </a:rPr>
              <a:t>30</a:t>
            </a:r>
            <a:r>
              <a:rPr kumimoji="0" lang="ja-JP" altLang="en-US" sz="3200" b="1" i="0" u="none" strike="noStrike" kern="0" cap="none" spc="-1" normalizeH="0" baseline="0" noProof="0" dirty="0">
                <a:ln>
                  <a:noFill/>
                </a:ln>
                <a:effectLst/>
                <a:uLnTx/>
                <a:uFillTx/>
              </a:rPr>
              <a:t>期変更点と変更の狙い</a:t>
            </a:r>
            <a:endParaRPr kumimoji="0" lang="en-US" altLang="ja-JP" sz="3200" b="1" i="0" u="none" strike="noStrike" kern="0" cap="none" spc="-1" normalizeH="0" baseline="0" noProof="0" dirty="0">
              <a:ln>
                <a:noFill/>
              </a:ln>
              <a:effectLst/>
              <a:uLnTx/>
              <a:uFillTx/>
            </a:endParaRPr>
          </a:p>
        </p:txBody>
      </p:sp>
      <p:sp>
        <p:nvSpPr>
          <p:cNvPr id="28" name="タイトル 2">
            <a:extLst>
              <a:ext uri="{FF2B5EF4-FFF2-40B4-BE49-F238E27FC236}">
                <a16:creationId xmlns:a16="http://schemas.microsoft.com/office/drawing/2014/main" id="{EFAF344E-76EB-4B3A-A1AB-A4B719C4AA62}"/>
              </a:ext>
            </a:extLst>
          </p:cNvPr>
          <p:cNvSpPr txBox="1">
            <a:spLocks/>
          </p:cNvSpPr>
          <p:nvPr/>
        </p:nvSpPr>
        <p:spPr>
          <a:xfrm>
            <a:off x="9331" y="850702"/>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lang="ja-JP" altLang="en-US" sz="1600" b="1" dirty="0"/>
              <a:t>■変更対象 </a:t>
            </a:r>
            <a:r>
              <a:rPr lang="en-US" altLang="ja-JP" sz="1600" b="1" dirty="0"/>
              <a:t>…</a:t>
            </a:r>
            <a:r>
              <a:rPr lang="ja-JP" altLang="en-US" sz="1600" b="1" dirty="0"/>
              <a:t> </a:t>
            </a:r>
            <a:r>
              <a:rPr lang="ja-JP" altLang="en-US" sz="1600" b="1" i="0" u="none" strike="noStrike" dirty="0">
                <a:effectLst/>
              </a:rPr>
              <a:t>業績連動型インセンティブ</a:t>
            </a:r>
            <a:endParaRPr lang="en-US" altLang="ja-JP" sz="1600" b="1" i="0" u="none" strike="noStrike" dirty="0">
              <a:effectLst/>
            </a:endParaRPr>
          </a:p>
          <a:p>
            <a:pPr defTabSz="914400">
              <a:spcBef>
                <a:spcPts val="0"/>
              </a:spcBef>
              <a:defRPr/>
            </a:pPr>
            <a:r>
              <a:rPr lang="ja-JP" altLang="en-US" sz="1600" b="1" dirty="0"/>
              <a:t>　　　　　　 </a:t>
            </a:r>
            <a:r>
              <a:rPr lang="en-US" altLang="ja-JP" sz="1300" b="1" dirty="0"/>
              <a:t>※</a:t>
            </a:r>
            <a:r>
              <a:rPr lang="ja-JP" altLang="en-US" sz="1300" b="1" dirty="0"/>
              <a:t>業務貢献連動型・</a:t>
            </a:r>
            <a:r>
              <a:rPr lang="en-US" altLang="ja-JP" sz="1300" b="1" dirty="0"/>
              <a:t>MMI</a:t>
            </a:r>
            <a:r>
              <a:rPr lang="ja-JP" altLang="en-US" sz="1300" b="1" dirty="0"/>
              <a:t>アワード型は現状維持</a:t>
            </a:r>
            <a:endParaRPr lang="ja-JP" altLang="en-US" sz="1300" b="1" i="0" u="none" strike="noStrike" dirty="0">
              <a:effectLst/>
            </a:endParaRPr>
          </a:p>
        </p:txBody>
      </p:sp>
      <p:sp>
        <p:nvSpPr>
          <p:cNvPr id="9" name="タイトル 1">
            <a:extLst>
              <a:ext uri="{FF2B5EF4-FFF2-40B4-BE49-F238E27FC236}">
                <a16:creationId xmlns:a16="http://schemas.microsoft.com/office/drawing/2014/main" id="{8908CA69-F7CA-4D47-9E4A-931439FE8AB8}"/>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endParaRPr lang="en-US" altLang="ja-JP" sz="1100" dirty="0">
              <a:latin typeface="BIZ UDPゴシック" panose="020B0400000000000000" pitchFamily="50" charset="-128"/>
              <a:ea typeface="BIZ UDPゴシック" panose="020B0400000000000000" pitchFamily="50" charset="-128"/>
            </a:endParaRPr>
          </a:p>
        </p:txBody>
      </p:sp>
      <p:sp>
        <p:nvSpPr>
          <p:cNvPr id="3" name="タイトル 2">
            <a:extLst>
              <a:ext uri="{FF2B5EF4-FFF2-40B4-BE49-F238E27FC236}">
                <a16:creationId xmlns:a16="http://schemas.microsoft.com/office/drawing/2014/main" id="{19757A9F-6926-31E1-D100-410BBD0359FD}"/>
              </a:ext>
            </a:extLst>
          </p:cNvPr>
          <p:cNvSpPr txBox="1">
            <a:spLocks/>
          </p:cNvSpPr>
          <p:nvPr/>
        </p:nvSpPr>
        <p:spPr>
          <a:xfrm>
            <a:off x="-9331" y="1199032"/>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lang="ja-JP" altLang="en-US" sz="1600" b="1" dirty="0"/>
              <a:t>■変更点    </a:t>
            </a:r>
            <a:r>
              <a:rPr lang="en-US" altLang="ja-JP" sz="1600" b="1" dirty="0"/>
              <a:t>… </a:t>
            </a:r>
            <a:r>
              <a:rPr lang="ja-JP" altLang="en-US" sz="1600" b="1" dirty="0"/>
              <a:t>下記の図を参照</a:t>
            </a:r>
            <a:endParaRPr lang="ja-JP" altLang="en-US" sz="1600" b="1" i="0" u="none" strike="noStrike" dirty="0">
              <a:solidFill>
                <a:srgbClr val="000000"/>
              </a:solidFill>
              <a:effectLst/>
            </a:endParaRPr>
          </a:p>
        </p:txBody>
      </p:sp>
      <p:graphicFrame>
        <p:nvGraphicFramePr>
          <p:cNvPr id="4" name="表 3">
            <a:extLst>
              <a:ext uri="{FF2B5EF4-FFF2-40B4-BE49-F238E27FC236}">
                <a16:creationId xmlns:a16="http://schemas.microsoft.com/office/drawing/2014/main" id="{7D1C302A-FD1A-CC05-2A1A-30E50B999D16}"/>
              </a:ext>
            </a:extLst>
          </p:cNvPr>
          <p:cNvGraphicFramePr>
            <a:graphicFrameLocks noGrp="1"/>
          </p:cNvGraphicFramePr>
          <p:nvPr>
            <p:extLst>
              <p:ext uri="{D42A27DB-BD31-4B8C-83A1-F6EECF244321}">
                <p14:modId xmlns:p14="http://schemas.microsoft.com/office/powerpoint/2010/main" val="2282974410"/>
              </p:ext>
            </p:extLst>
          </p:nvPr>
        </p:nvGraphicFramePr>
        <p:xfrm>
          <a:off x="176508" y="2270768"/>
          <a:ext cx="8928992" cy="4409911"/>
        </p:xfrm>
        <a:graphic>
          <a:graphicData uri="http://schemas.openxmlformats.org/drawingml/2006/table">
            <a:tbl>
              <a:tblPr/>
              <a:tblGrid>
                <a:gridCol w="322411">
                  <a:extLst>
                    <a:ext uri="{9D8B030D-6E8A-4147-A177-3AD203B41FA5}">
                      <a16:colId xmlns:a16="http://schemas.microsoft.com/office/drawing/2014/main" val="2909138622"/>
                    </a:ext>
                  </a:extLst>
                </a:gridCol>
                <a:gridCol w="900509">
                  <a:extLst>
                    <a:ext uri="{9D8B030D-6E8A-4147-A177-3AD203B41FA5}">
                      <a16:colId xmlns:a16="http://schemas.microsoft.com/office/drawing/2014/main" val="4283365455"/>
                    </a:ext>
                  </a:extLst>
                </a:gridCol>
                <a:gridCol w="3529608">
                  <a:extLst>
                    <a:ext uri="{9D8B030D-6E8A-4147-A177-3AD203B41FA5}">
                      <a16:colId xmlns:a16="http://schemas.microsoft.com/office/drawing/2014/main" val="643661895"/>
                    </a:ext>
                  </a:extLst>
                </a:gridCol>
                <a:gridCol w="4176464">
                  <a:extLst>
                    <a:ext uri="{9D8B030D-6E8A-4147-A177-3AD203B41FA5}">
                      <a16:colId xmlns:a16="http://schemas.microsoft.com/office/drawing/2014/main" val="465846868"/>
                    </a:ext>
                  </a:extLst>
                </a:gridCol>
              </a:tblGrid>
              <a:tr h="226108">
                <a:tc>
                  <a:txBody>
                    <a:bodyPr/>
                    <a:lstStyle/>
                    <a:p>
                      <a:pPr algn="ctr" fontAlgn="ctr"/>
                      <a:r>
                        <a:rPr lang="en-US" sz="900" b="1" i="0" u="none" strike="noStrike" dirty="0">
                          <a:solidFill>
                            <a:srgbClr val="FFFFFF"/>
                          </a:solidFill>
                          <a:effectLst/>
                          <a:latin typeface="游ゴシック" panose="020B0400000000000000" pitchFamily="50" charset="-128"/>
                          <a:ea typeface="游ゴシック" panose="020B0400000000000000" pitchFamily="50" charset="-128"/>
                        </a:rPr>
                        <a:t>NO</a:t>
                      </a:r>
                    </a:p>
                  </a:txBody>
                  <a:tcPr marL="6247" marR="6247" marT="6247"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03764"/>
                    </a:solidFill>
                  </a:tcPr>
                </a:tc>
                <a:tc>
                  <a:txBody>
                    <a:bodyPr/>
                    <a:lstStyle/>
                    <a:p>
                      <a:pPr algn="ctr" fontAlgn="ctr"/>
                      <a:r>
                        <a:rPr lang="ja-JP" altLang="en-US" sz="14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6247" marR="6247" marT="624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1400" b="1" i="0" u="none" strike="noStrike" dirty="0">
                          <a:solidFill>
                            <a:srgbClr val="FFFFFF"/>
                          </a:solidFill>
                          <a:effectLst/>
                          <a:latin typeface="メイリオ" panose="020B0604030504040204" pitchFamily="50" charset="-128"/>
                          <a:ea typeface="メイリオ" panose="020B0604030504040204" pitchFamily="50" charset="-128"/>
                        </a:rPr>
                        <a:t>現状</a:t>
                      </a:r>
                    </a:p>
                  </a:txBody>
                  <a:tcPr marL="6247" marR="6247" marT="624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1400" b="1" i="0" u="none" strike="noStrike" dirty="0">
                          <a:solidFill>
                            <a:srgbClr val="FFFFFF"/>
                          </a:solidFill>
                          <a:effectLst/>
                          <a:latin typeface="メイリオ" panose="020B0604030504040204" pitchFamily="50" charset="-128"/>
                          <a:ea typeface="メイリオ" panose="020B0604030504040204" pitchFamily="50" charset="-128"/>
                        </a:rPr>
                        <a:t>変更後</a:t>
                      </a:r>
                    </a:p>
                  </a:txBody>
                  <a:tcPr marL="6247" marR="6247" marT="624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extLst>
                  <a:ext uri="{0D108BD9-81ED-4DB2-BD59-A6C34878D82A}">
                    <a16:rowId xmlns:a16="http://schemas.microsoft.com/office/drawing/2014/main" val="3476692489"/>
                  </a:ext>
                </a:extLst>
              </a:tr>
              <a:tr h="932190">
                <a:tc>
                  <a:txBody>
                    <a:bodyPr/>
                    <a:lstStyle/>
                    <a:p>
                      <a:pPr algn="ctr" fontAlgn="ctr"/>
                      <a:r>
                        <a:rPr lang="ja-JP" altLang="en-US" sz="1050" b="1" i="0" u="none" strike="noStrike" dirty="0">
                          <a:solidFill>
                            <a:srgbClr val="FFFFFF"/>
                          </a:solidFill>
                          <a:effectLst/>
                          <a:latin typeface="游ゴシック" panose="020B0400000000000000" pitchFamily="50" charset="-128"/>
                          <a:ea typeface="游ゴシック" panose="020B0400000000000000" pitchFamily="50" charset="-128"/>
                        </a:rPr>
                        <a:t>①</a:t>
                      </a:r>
                      <a:endParaRPr lang="en-US" alt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03764"/>
                    </a:solidFill>
                  </a:tcPr>
                </a:tc>
                <a:tc>
                  <a:txBody>
                    <a:bodyPr/>
                    <a:lstStyle/>
                    <a:p>
                      <a:pPr algn="ctr" fontAlgn="ctr"/>
                      <a:r>
                        <a:rPr lang="ja-JP" altLang="en-US" sz="1200" b="1" i="0" u="none" strike="noStrike" dirty="0">
                          <a:solidFill>
                            <a:srgbClr val="000000"/>
                          </a:solidFill>
                          <a:effectLst/>
                          <a:latin typeface="メイリオ" panose="020B0604030504040204" pitchFamily="50" charset="-128"/>
                          <a:ea typeface="メイリオ" panose="020B0604030504040204" pitchFamily="50" charset="-128"/>
                        </a:rPr>
                        <a:t>支給額</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r>
                        <a:rPr lang="ja-JP" altLang="en-US" sz="1100" b="1" i="0" u="sng" strike="noStrike" dirty="0">
                          <a:solidFill>
                            <a:srgbClr val="000000"/>
                          </a:solidFill>
                          <a:effectLst/>
                          <a:latin typeface="メイリオ" panose="020B0604030504040204" pitchFamily="50" charset="-128"/>
                          <a:ea typeface="メイリオ" panose="020B0604030504040204" pitchFamily="50" charset="-128"/>
                        </a:rPr>
                        <a:t>新規外販案件の粗利 </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②支給率</a:t>
                      </a:r>
                      <a:endParaRPr lang="en-US" altLang="ja-JP" sz="1100" b="1" i="0" u="none" strike="noStrike" dirty="0">
                        <a:solidFill>
                          <a:srgbClr val="FF0000"/>
                        </a:solidFill>
                        <a:effectLst/>
                        <a:latin typeface="メイリオ" panose="020B0604030504040204" pitchFamily="50" charset="-128"/>
                        <a:ea typeface="メイリオ" panose="020B0604030504040204" pitchFamily="50" charset="-128"/>
                      </a:endParaRPr>
                    </a:p>
                    <a:p>
                      <a:pPr algn="ctr"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100" b="1" i="0" u="sng" strike="noStrike" dirty="0">
                          <a:solidFill>
                            <a:srgbClr val="000000"/>
                          </a:solidFill>
                          <a:effectLst/>
                          <a:latin typeface="メイリオ" panose="020B0604030504040204" pitchFamily="50" charset="-128"/>
                          <a:ea typeface="メイリオ" panose="020B0604030504040204" pitchFamily="50" charset="-128"/>
                        </a:rPr>
                        <a:t>※</a:t>
                      </a:r>
                      <a:r>
                        <a:rPr lang="ja-JP" altLang="en-US" sz="1100" b="1" i="0" u="sng" strike="noStrike" dirty="0">
                          <a:solidFill>
                            <a:srgbClr val="000000"/>
                          </a:solidFill>
                          <a:effectLst/>
                          <a:latin typeface="メイリオ" panose="020B0604030504040204" pitchFamily="50" charset="-128"/>
                          <a:ea typeface="メイリオ" panose="020B0604030504040204" pitchFamily="50" charset="-128"/>
                        </a:rPr>
                        <a:t>業務開始月から年度末までの見込み粗利</a:t>
                      </a:r>
                      <a:b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b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支給率＝</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100" b="1" i="0" u="sng" strike="noStrike" dirty="0">
                          <a:solidFill>
                            <a:srgbClr val="000000"/>
                          </a:solidFill>
                          <a:effectLst/>
                          <a:latin typeface="メイリオ" panose="020B0604030504040204" pitchFamily="50" charset="-128"/>
                          <a:ea typeface="メイリオ" panose="020B0604030504040204" pitchFamily="50" charset="-128"/>
                        </a:rPr>
                        <a:t>　新規外販案件の粗利</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 ②</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支給率</a:t>
                      </a:r>
                      <a:endParaRPr lang="en-US" altLang="ja-JP" sz="1100" b="1"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100" b="1" i="0" u="sng" strike="noStrike" dirty="0">
                          <a:solidFill>
                            <a:srgbClr val="FF0000"/>
                          </a:solidFill>
                          <a:effectLst/>
                          <a:latin typeface="メイリオ" panose="020B0604030504040204" pitchFamily="50" charset="-128"/>
                          <a:ea typeface="メイリオ" panose="020B0604030504040204" pitchFamily="50" charset="-128"/>
                        </a:rPr>
                        <a:t>※</a:t>
                      </a:r>
                      <a:r>
                        <a:rPr lang="ja-JP" altLang="en-US" sz="1100" b="1" i="0" u="sng" strike="noStrike" dirty="0">
                          <a:solidFill>
                            <a:srgbClr val="FF0000"/>
                          </a:solidFill>
                          <a:effectLst/>
                          <a:latin typeface="メイリオ" panose="020B0604030504040204" pitchFamily="50" charset="-128"/>
                          <a:ea typeface="メイリオ" panose="020B0604030504040204" pitchFamily="50" charset="-128"/>
                        </a:rPr>
                        <a:t>業務開始月から</a:t>
                      </a:r>
                      <a:r>
                        <a:rPr lang="en-US" altLang="ja-JP" sz="1100" b="1" i="0" u="sng" strike="noStrike" dirty="0">
                          <a:solidFill>
                            <a:srgbClr val="FF0000"/>
                          </a:solidFill>
                          <a:effectLst/>
                          <a:latin typeface="メイリオ" panose="020B0604030504040204" pitchFamily="50" charset="-128"/>
                          <a:ea typeface="メイリオ" panose="020B0604030504040204" pitchFamily="50" charset="-128"/>
                        </a:rPr>
                        <a:t>12</a:t>
                      </a:r>
                      <a:r>
                        <a:rPr lang="ja-JP" altLang="en-US" sz="1100" b="1" i="0" u="sng" strike="noStrike" dirty="0">
                          <a:solidFill>
                            <a:srgbClr val="FF0000"/>
                          </a:solidFill>
                          <a:effectLst/>
                          <a:latin typeface="メイリオ" panose="020B0604030504040204" pitchFamily="50" charset="-128"/>
                          <a:ea typeface="メイリオ" panose="020B0604030504040204" pitchFamily="50" charset="-128"/>
                        </a:rPr>
                        <a:t>ヵ月後までの期間中</a:t>
                      </a:r>
                      <a:br>
                        <a:rPr lang="en-US" altLang="ja-JP" sz="1100" b="1" i="0" u="sng" strike="noStrike" dirty="0">
                          <a:solidFill>
                            <a:srgbClr val="FF0000"/>
                          </a:solidFill>
                          <a:effectLst/>
                          <a:latin typeface="メイリオ" panose="020B0604030504040204" pitchFamily="50" charset="-128"/>
                          <a:ea typeface="メイリオ" panose="020B0604030504040204" pitchFamily="50" charset="-128"/>
                        </a:rPr>
                      </a:br>
                      <a:r>
                        <a:rPr lang="ja-JP" altLang="en-US" sz="1100" b="1"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1100" b="1" i="0" u="sng" strike="noStrike" dirty="0">
                          <a:solidFill>
                            <a:srgbClr val="FF0000"/>
                          </a:solidFill>
                          <a:effectLst/>
                          <a:latin typeface="メイリオ" panose="020B0604030504040204" pitchFamily="50" charset="-128"/>
                          <a:ea typeface="メイリオ" panose="020B0604030504040204" pitchFamily="50" charset="-128"/>
                        </a:rPr>
                        <a:t>3</a:t>
                      </a:r>
                      <a:r>
                        <a:rPr lang="ja-JP" altLang="en-US" sz="1100" b="1" i="0" u="sng" strike="noStrike" dirty="0">
                          <a:solidFill>
                            <a:srgbClr val="FF0000"/>
                          </a:solidFill>
                          <a:effectLst/>
                          <a:latin typeface="メイリオ" panose="020B0604030504040204" pitchFamily="50" charset="-128"/>
                          <a:ea typeface="メイリオ" panose="020B0604030504040204" pitchFamily="50" charset="-128"/>
                        </a:rPr>
                        <a:t>ヵ月ごとに粗利実績を報告し、</a:t>
                      </a:r>
                      <a:br>
                        <a:rPr lang="en-US" altLang="ja-JP" sz="1100" b="1" i="0" u="sng" strike="noStrike" dirty="0">
                          <a:solidFill>
                            <a:srgbClr val="FF0000"/>
                          </a:solidFill>
                          <a:effectLst/>
                          <a:latin typeface="メイリオ" panose="020B0604030504040204" pitchFamily="50" charset="-128"/>
                          <a:ea typeface="メイリオ" panose="020B0604030504040204" pitchFamily="50" charset="-128"/>
                        </a:rPr>
                      </a:br>
                      <a:r>
                        <a:rPr lang="ja-JP" altLang="en-US" sz="1100" b="1" i="0" u="none" strike="noStrike" dirty="0">
                          <a:solidFill>
                            <a:srgbClr val="FF0000"/>
                          </a:solidFill>
                          <a:effectLst/>
                          <a:latin typeface="メイリオ" panose="020B0604030504040204" pitchFamily="50" charset="-128"/>
                          <a:ea typeface="メイリオ" panose="020B0604030504040204" pitchFamily="50" charset="-128"/>
                        </a:rPr>
                        <a:t>　　 </a:t>
                      </a:r>
                      <a:r>
                        <a:rPr lang="ja-JP" altLang="en-US" sz="1100" b="1" i="0" u="sng" strike="noStrike" dirty="0">
                          <a:solidFill>
                            <a:srgbClr val="FF0000"/>
                          </a:solidFill>
                          <a:effectLst/>
                          <a:latin typeface="メイリオ" panose="020B0604030504040204" pitchFamily="50" charset="-128"/>
                          <a:ea typeface="メイリオ" panose="020B0604030504040204" pitchFamily="50" charset="-128"/>
                        </a:rPr>
                        <a:t>実態にあわせて計４回支給</a:t>
                      </a:r>
                    </a:p>
                    <a:p>
                      <a:pPr algn="ctr"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支給率＝</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1070502"/>
                  </a:ext>
                </a:extLst>
              </a:tr>
              <a:tr h="864788">
                <a:tc>
                  <a:txBody>
                    <a:bodyPr/>
                    <a:lstStyle/>
                    <a:p>
                      <a:pPr algn="ctr" fontAlgn="ctr"/>
                      <a:r>
                        <a:rPr lang="ja-JP" altLang="en-US" sz="1050" b="1" i="0" u="none" strike="noStrike" dirty="0">
                          <a:solidFill>
                            <a:srgbClr val="FFFFFF"/>
                          </a:solidFill>
                          <a:effectLst/>
                          <a:latin typeface="游ゴシック" panose="020B0400000000000000" pitchFamily="50" charset="-128"/>
                          <a:ea typeface="游ゴシック" panose="020B0400000000000000" pitchFamily="50" charset="-128"/>
                        </a:rPr>
                        <a:t>②</a:t>
                      </a:r>
                      <a:endParaRPr lang="en-US" alt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03764"/>
                    </a:solidFill>
                  </a:tcPr>
                </a:tc>
                <a:tc>
                  <a:txBody>
                    <a:bodyPr/>
                    <a:lstStyle/>
                    <a:p>
                      <a:pPr algn="ctr" fontAlgn="ctr"/>
                      <a:r>
                        <a:rPr lang="ja-JP" altLang="en-US" sz="1200" b="1" i="0" u="none" strike="noStrike" dirty="0">
                          <a:solidFill>
                            <a:srgbClr val="000000"/>
                          </a:solidFill>
                          <a:effectLst/>
                          <a:latin typeface="メイリオ" panose="020B0604030504040204" pitchFamily="50" charset="-128"/>
                          <a:ea typeface="メイリオ" panose="020B0604030504040204" pitchFamily="50" charset="-128"/>
                        </a:rPr>
                        <a:t>ポイント</a:t>
                      </a:r>
                      <a:br>
                        <a:rPr lang="en-US" altLang="ja-JP" sz="1200" b="1" i="0" u="none" strike="noStrike" dirty="0">
                          <a:solidFill>
                            <a:srgbClr val="000000"/>
                          </a:solidFill>
                          <a:effectLst/>
                          <a:latin typeface="メイリオ" panose="020B0604030504040204" pitchFamily="50" charset="-128"/>
                          <a:ea typeface="メイリオ" panose="020B0604030504040204" pitchFamily="50" charset="-128"/>
                        </a:rPr>
                      </a:br>
                      <a:r>
                        <a:rPr lang="ja-JP" altLang="en-US" sz="1200" b="1" i="0" u="none" strike="noStrike" dirty="0">
                          <a:solidFill>
                            <a:srgbClr val="000000"/>
                          </a:solidFill>
                          <a:effectLst/>
                          <a:latin typeface="メイリオ" panose="020B0604030504040204" pitchFamily="50" charset="-128"/>
                          <a:ea typeface="メイリオ" panose="020B0604030504040204" pitchFamily="50" charset="-128"/>
                        </a:rPr>
                        <a:t>支給日</a:t>
                      </a:r>
                      <a:endParaRPr lang="zh-TW" altLang="en-US" sz="12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翌月１</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6</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日</a:t>
                      </a:r>
                      <a:endParaRPr lang="en-US" altLang="ja-JP" sz="1100" b="1"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①で決定したインセンティブを一括で支給</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25" rtl="0" eaLnBrk="1" fontAlgn="ctr" latinLnBrk="0" hangingPunct="1">
                        <a:lnSpc>
                          <a:spcPct val="100000"/>
                        </a:lnSpc>
                        <a:spcBef>
                          <a:spcPts val="0"/>
                        </a:spcBef>
                        <a:spcAft>
                          <a:spcPts val="0"/>
                        </a:spcAft>
                        <a:buClrTx/>
                        <a:buSzTx/>
                        <a:buFontTx/>
                        <a:buNone/>
                        <a:tabLst/>
                        <a:defRPr/>
                      </a:pP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3</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ヵ月実績ごとの</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16</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日</a:t>
                      </a:r>
                      <a:endParaRPr lang="en-US" altLang="ja-JP" sz="1100" b="1"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325" rtl="0" eaLnBrk="1" fontAlgn="ctr" latinLnBrk="0" hangingPunct="1">
                        <a:lnSpc>
                          <a:spcPct val="100000"/>
                        </a:lnSpc>
                        <a:spcBef>
                          <a:spcPts val="0"/>
                        </a:spcBef>
                        <a:spcAft>
                          <a:spcPts val="0"/>
                        </a:spcAft>
                        <a:buClrTx/>
                        <a:buSzTx/>
                        <a:buFontTx/>
                        <a:buNone/>
                        <a:tabLst/>
                        <a:defRPr/>
                      </a:pPr>
                      <a:r>
                        <a:rPr lang="ja-JP" altLang="en-US" sz="1100" b="1" i="0" u="none" strike="noStrike" dirty="0">
                          <a:solidFill>
                            <a:srgbClr val="FF0000"/>
                          </a:solidFill>
                          <a:effectLst/>
                          <a:latin typeface="メイリオ" panose="020B0604030504040204" pitchFamily="50" charset="-128"/>
                          <a:ea typeface="メイリオ" panose="020B0604030504040204" pitchFamily="50" charset="-128"/>
                        </a:rPr>
                        <a:t>　例）</a:t>
                      </a:r>
                      <a:r>
                        <a:rPr lang="en-US" altLang="ja-JP" sz="1100" b="1" i="0" u="none" strike="noStrike" dirty="0">
                          <a:solidFill>
                            <a:srgbClr val="FF0000"/>
                          </a:solidFill>
                          <a:effectLst/>
                          <a:latin typeface="メイリオ" panose="020B0604030504040204" pitchFamily="50" charset="-128"/>
                          <a:ea typeface="メイリオ" panose="020B0604030504040204" pitchFamily="50" charset="-128"/>
                        </a:rPr>
                        <a:t>4</a:t>
                      </a:r>
                      <a:r>
                        <a:rPr lang="ja-JP" altLang="en-US" sz="1100" b="1" i="0" u="none" strike="noStrike" dirty="0">
                          <a:solidFill>
                            <a:srgbClr val="FF0000"/>
                          </a:solidFill>
                          <a:effectLst/>
                          <a:latin typeface="メイリオ" panose="020B0604030504040204" pitchFamily="50" charset="-128"/>
                          <a:ea typeface="メイリオ" panose="020B0604030504040204" pitchFamily="50" charset="-128"/>
                        </a:rPr>
                        <a:t>月から</a:t>
                      </a:r>
                      <a:r>
                        <a:rPr lang="en-US" altLang="ja-JP" sz="1100" b="1" i="0" u="none" strike="noStrike" dirty="0">
                          <a:solidFill>
                            <a:srgbClr val="FF0000"/>
                          </a:solidFill>
                          <a:effectLst/>
                          <a:latin typeface="メイリオ" panose="020B0604030504040204" pitchFamily="50" charset="-128"/>
                          <a:ea typeface="メイリオ" panose="020B0604030504040204" pitchFamily="50" charset="-128"/>
                        </a:rPr>
                        <a:t>6</a:t>
                      </a:r>
                      <a:r>
                        <a:rPr lang="ja-JP" altLang="en-US" sz="1100" b="1" i="0" u="none" strike="noStrike" dirty="0">
                          <a:solidFill>
                            <a:srgbClr val="FF0000"/>
                          </a:solidFill>
                          <a:effectLst/>
                          <a:latin typeface="メイリオ" panose="020B0604030504040204" pitchFamily="50" charset="-128"/>
                          <a:ea typeface="メイリオ" panose="020B0604030504040204" pitchFamily="50" charset="-128"/>
                        </a:rPr>
                        <a:t>月までの実績分を</a:t>
                      </a:r>
                      <a:r>
                        <a:rPr lang="en-US" altLang="ja-JP" sz="1100" b="1" i="0" u="none" strike="noStrike" dirty="0">
                          <a:solidFill>
                            <a:srgbClr val="FF0000"/>
                          </a:solidFill>
                          <a:effectLst/>
                          <a:latin typeface="メイリオ" panose="020B0604030504040204" pitchFamily="50" charset="-128"/>
                          <a:ea typeface="メイリオ" panose="020B0604030504040204" pitchFamily="50" charset="-128"/>
                        </a:rPr>
                        <a:t>7</a:t>
                      </a:r>
                      <a:r>
                        <a:rPr lang="ja-JP" altLang="en-US" sz="1100" b="1" i="0" u="none" strike="noStrike" dirty="0">
                          <a:solidFill>
                            <a:srgbClr val="FF0000"/>
                          </a:solidFill>
                          <a:effectLst/>
                          <a:latin typeface="メイリオ" panose="020B0604030504040204" pitchFamily="50" charset="-128"/>
                          <a:ea typeface="メイリオ" panose="020B0604030504040204" pitchFamily="50" charset="-128"/>
                        </a:rPr>
                        <a:t>月</a:t>
                      </a:r>
                      <a:r>
                        <a:rPr lang="en-US" altLang="ja-JP" sz="1100" b="1" i="0" u="none" strike="noStrike" dirty="0">
                          <a:solidFill>
                            <a:srgbClr val="FF0000"/>
                          </a:solidFill>
                          <a:effectLst/>
                          <a:latin typeface="メイリオ" panose="020B0604030504040204" pitchFamily="50" charset="-128"/>
                          <a:ea typeface="メイリオ" panose="020B0604030504040204" pitchFamily="50" charset="-128"/>
                        </a:rPr>
                        <a:t>16</a:t>
                      </a:r>
                      <a:r>
                        <a:rPr lang="ja-JP" altLang="en-US" sz="1100" b="1" i="0" u="none" strike="noStrike" dirty="0">
                          <a:solidFill>
                            <a:srgbClr val="FF0000"/>
                          </a:solidFill>
                          <a:effectLst/>
                          <a:latin typeface="メイリオ" panose="020B0604030504040204" pitchFamily="50" charset="-128"/>
                          <a:ea typeface="メイリオ" panose="020B0604030504040204" pitchFamily="50" charset="-128"/>
                        </a:rPr>
                        <a:t>日に支給</a:t>
                      </a:r>
                      <a:endParaRPr lang="en-US" altLang="ja-JP" sz="1100" b="1" i="0" u="none" strike="noStrike" dirty="0">
                        <a:solidFill>
                          <a:srgbClr val="FF0000"/>
                        </a:solidFill>
                        <a:effectLst/>
                        <a:latin typeface="メイリオ" panose="020B0604030504040204" pitchFamily="50" charset="-128"/>
                        <a:ea typeface="メイリオ" panose="020B0604030504040204" pitchFamily="50" charset="-128"/>
                      </a:endParaRPr>
                    </a:p>
                    <a:p>
                      <a:pPr marL="0" marR="0" lvl="0" indent="0" algn="ctr" defTabSz="914325" rtl="0" eaLnBrk="1" fontAlgn="ctr" latinLnBrk="0" hangingPunct="1">
                        <a:lnSpc>
                          <a:spcPct val="100000"/>
                        </a:lnSpc>
                        <a:spcBef>
                          <a:spcPts val="0"/>
                        </a:spcBef>
                        <a:spcAft>
                          <a:spcPts val="0"/>
                        </a:spcAft>
                        <a:buClrTx/>
                        <a:buSzTx/>
                        <a:buFontTx/>
                        <a:buNone/>
                        <a:tabLst/>
                        <a:defRPr/>
                      </a:pPr>
                      <a:r>
                        <a:rPr lang="ja-JP" altLang="en-US" sz="1100" b="1" i="0" u="none" strike="noStrike" dirty="0">
                          <a:solidFill>
                            <a:srgbClr val="FF0000"/>
                          </a:solidFill>
                          <a:effectLst/>
                          <a:latin typeface="メイリオ" panose="020B0604030504040204" pitchFamily="50" charset="-128"/>
                          <a:ea typeface="メイリオ" panose="020B0604030504040204" pitchFamily="50" charset="-128"/>
                        </a:rPr>
                        <a:t>このサイクルを</a:t>
                      </a:r>
                      <a:r>
                        <a:rPr lang="en-US" altLang="ja-JP" sz="1100" b="1" i="0" u="none" strike="noStrike" dirty="0">
                          <a:solidFill>
                            <a:srgbClr val="FF0000"/>
                          </a:solidFill>
                          <a:effectLst/>
                          <a:latin typeface="メイリオ" panose="020B0604030504040204" pitchFamily="50" charset="-128"/>
                          <a:ea typeface="メイリオ" panose="020B0604030504040204" pitchFamily="50" charset="-128"/>
                        </a:rPr>
                        <a:t>4</a:t>
                      </a:r>
                      <a:r>
                        <a:rPr lang="ja-JP" altLang="en-US" sz="1100" b="1" i="0" u="none" strike="noStrike" dirty="0">
                          <a:solidFill>
                            <a:srgbClr val="FF0000"/>
                          </a:solidFill>
                          <a:effectLst/>
                          <a:latin typeface="メイリオ" panose="020B0604030504040204" pitchFamily="50" charset="-128"/>
                          <a:ea typeface="メイリオ" panose="020B0604030504040204" pitchFamily="50" charset="-128"/>
                        </a:rPr>
                        <a:t>回実施</a:t>
                      </a:r>
                      <a:endParaRPr lang="en-US" altLang="ja-JP" sz="1100" b="1" i="0" u="none" strike="noStrike" dirty="0">
                        <a:solidFill>
                          <a:srgbClr val="FF0000"/>
                        </a:solidFill>
                        <a:effectLst/>
                        <a:latin typeface="メイリオ" panose="020B0604030504040204" pitchFamily="50" charset="-128"/>
                        <a:ea typeface="メイリオ" panose="020B0604030504040204"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3951569"/>
                  </a:ext>
                </a:extLst>
              </a:tr>
              <a:tr h="773176">
                <a:tc>
                  <a:txBody>
                    <a:bodyPr/>
                    <a:lstStyle/>
                    <a:p>
                      <a:pPr algn="ctr" fontAlgn="ctr"/>
                      <a:r>
                        <a:rPr lang="ja-JP" altLang="en-US" sz="1050" b="1" i="0" u="none" strike="noStrike" dirty="0">
                          <a:solidFill>
                            <a:srgbClr val="FFFFFF"/>
                          </a:solidFill>
                          <a:effectLst/>
                          <a:latin typeface="游ゴシック" panose="020B0400000000000000" pitchFamily="50" charset="-128"/>
                          <a:ea typeface="游ゴシック" panose="020B0400000000000000" pitchFamily="50" charset="-128"/>
                        </a:rPr>
                        <a:t>③</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1200" b="1" i="0" u="none" strike="noStrike" dirty="0">
                          <a:solidFill>
                            <a:srgbClr val="000000"/>
                          </a:solidFill>
                          <a:effectLst/>
                          <a:latin typeface="メイリオ" panose="020B0604030504040204" pitchFamily="50" charset="-128"/>
                          <a:ea typeface="メイリオ" panose="020B0604030504040204" pitchFamily="50" charset="-128"/>
                        </a:rPr>
                        <a:t>申告回数</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回</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獲得案件</a:t>
                      </a:r>
                      <a:endParaRPr lang="en-US" altLang="ja-JP"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4</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回</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獲得案件</a:t>
                      </a:r>
                      <a:endParaRPr lang="en-US" altLang="ja-JP" sz="11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53203156"/>
                  </a:ext>
                </a:extLst>
              </a:tr>
              <a:tr h="857797">
                <a:tc>
                  <a:txBody>
                    <a:bodyPr/>
                    <a:lstStyle/>
                    <a:p>
                      <a:pPr algn="ctr" fontAlgn="ctr"/>
                      <a:r>
                        <a:rPr lang="ja-JP" altLang="en-US" sz="1050" b="1" i="0" u="none" strike="noStrike" dirty="0">
                          <a:solidFill>
                            <a:srgbClr val="FFFFFF"/>
                          </a:solidFill>
                          <a:effectLst/>
                          <a:latin typeface="游ゴシック" panose="020B0400000000000000" pitchFamily="50" charset="-128"/>
                          <a:ea typeface="游ゴシック" panose="020B0400000000000000" pitchFamily="50" charset="-128"/>
                        </a:rPr>
                        <a:t>④</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1200" b="1" i="0" u="none" strike="noStrike" dirty="0">
                          <a:solidFill>
                            <a:srgbClr val="000000"/>
                          </a:solidFill>
                          <a:effectLst/>
                          <a:latin typeface="メイリオ" panose="020B0604030504040204" pitchFamily="50" charset="-128"/>
                          <a:ea typeface="メイリオ" panose="020B0604030504040204" pitchFamily="50" charset="-128"/>
                        </a:rPr>
                        <a:t>申告方法</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営業担当→上長→戦略会議→決裁</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営業担当→上長→戦略会議→決裁</a:t>
                      </a:r>
                      <a:endParaRPr lang="en-US" altLang="ja-JP" sz="1100" b="1"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r>
                        <a:rPr lang="en-US" altLang="ja-JP" sz="1100" b="1"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1100" b="1" i="0" u="none" strike="noStrike" dirty="0">
                          <a:solidFill>
                            <a:srgbClr val="FF0000"/>
                          </a:solidFill>
                          <a:effectLst/>
                          <a:latin typeface="メイリオ" panose="020B0604030504040204" pitchFamily="50" charset="-128"/>
                          <a:ea typeface="メイリオ" panose="020B0604030504040204" pitchFamily="50" charset="-128"/>
                        </a:rPr>
                        <a:t>申告漏れの場合は、支給無し</a:t>
                      </a:r>
                      <a:br>
                        <a:rPr lang="en-US" altLang="ja-JP" sz="1100" b="1" i="0" u="none" strike="noStrike" dirty="0">
                          <a:solidFill>
                            <a:srgbClr val="FF0000"/>
                          </a:solidFill>
                          <a:effectLst/>
                          <a:latin typeface="メイリオ" panose="020B0604030504040204" pitchFamily="50" charset="-128"/>
                          <a:ea typeface="メイリオ" panose="020B0604030504040204" pitchFamily="50" charset="-128"/>
                        </a:rPr>
                      </a:br>
                      <a:r>
                        <a:rPr lang="en-US" altLang="ja-JP" sz="1100" b="1"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1100" b="1" i="0" u="none" strike="noStrike" dirty="0">
                          <a:solidFill>
                            <a:srgbClr val="FF0000"/>
                          </a:solidFill>
                          <a:effectLst/>
                          <a:latin typeface="メイリオ" panose="020B0604030504040204" pitchFamily="50" charset="-128"/>
                          <a:ea typeface="メイリオ" panose="020B0604030504040204" pitchFamily="50" charset="-128"/>
                        </a:rPr>
                        <a:t>アプリを開発し、キントーンまたはセールスフォースで管理</a:t>
                      </a:r>
                      <a:endParaRPr lang="en-US" altLang="ja-JP" sz="1100" b="1" i="0" u="none" strike="noStrike" dirty="0">
                        <a:solidFill>
                          <a:srgbClr val="FF0000"/>
                        </a:solidFill>
                        <a:effectLst/>
                        <a:latin typeface="メイリオ" panose="020B0604030504040204" pitchFamily="50" charset="-128"/>
                        <a:ea typeface="メイリオ" panose="020B0604030504040204"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40708"/>
                  </a:ext>
                </a:extLst>
              </a:tr>
              <a:tr h="755852">
                <a:tc>
                  <a:txBody>
                    <a:bodyPr/>
                    <a:lstStyle/>
                    <a:p>
                      <a:pPr algn="ctr" fontAlgn="ctr"/>
                      <a:r>
                        <a:rPr lang="ja-JP" altLang="en-US" sz="1050" b="1" i="0" u="none" strike="noStrike" dirty="0">
                          <a:solidFill>
                            <a:srgbClr val="FFFFFF"/>
                          </a:solidFill>
                          <a:effectLst/>
                          <a:latin typeface="游ゴシック" panose="020B0400000000000000" pitchFamily="50" charset="-128"/>
                          <a:ea typeface="游ゴシック" panose="020B0400000000000000" pitchFamily="50" charset="-128"/>
                        </a:rPr>
                        <a:t>⑤</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1200" b="1" i="0" u="none" strike="noStrike" dirty="0">
                          <a:solidFill>
                            <a:srgbClr val="000000"/>
                          </a:solidFill>
                          <a:effectLst/>
                          <a:latin typeface="メイリオ" panose="020B0604030504040204" pitchFamily="50" charset="-128"/>
                          <a:ea typeface="メイリオ" panose="020B0604030504040204" pitchFamily="50" charset="-128"/>
                        </a:rPr>
                        <a:t>支給対象</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・営業担当（確定）</a:t>
                      </a:r>
                      <a:b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b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・業務担当（相談の上）</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・営業担当（確定）</a:t>
                      </a:r>
                      <a:b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b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・業務担当（確定）</a:t>
                      </a:r>
                      <a:b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現場の運用面も反映するため</a:t>
                      </a:r>
                      <a:b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br>
                      <a:r>
                        <a:rPr lang="ja-JP" altLang="en-US" sz="1100" b="1" i="0" u="sng" strike="noStrike" dirty="0">
                          <a:solidFill>
                            <a:srgbClr val="FF0000"/>
                          </a:solidFill>
                          <a:effectLst/>
                          <a:latin typeface="メイリオ" panose="020B0604030504040204" pitchFamily="50" charset="-128"/>
                          <a:ea typeface="メイリオ" panose="020B0604030504040204" pitchFamily="50" charset="-128"/>
                        </a:rPr>
                        <a:t>ポイント支給額の割り振りは都度意見交換をして定める</a:t>
                      </a:r>
                      <a:endParaRPr lang="en-US" altLang="ja-JP" sz="1100" b="1" i="0" u="sng" strike="noStrike" dirty="0">
                        <a:solidFill>
                          <a:srgbClr val="FF0000"/>
                        </a:solidFill>
                        <a:effectLst/>
                        <a:latin typeface="メイリオ" panose="020B0604030504040204" pitchFamily="50" charset="-128"/>
                        <a:ea typeface="メイリオ" panose="020B0604030504040204"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8635995"/>
                  </a:ext>
                </a:extLst>
              </a:tr>
            </a:tbl>
          </a:graphicData>
        </a:graphic>
      </p:graphicFrame>
      <p:sp>
        <p:nvSpPr>
          <p:cNvPr id="5" name="タイトル 2">
            <a:extLst>
              <a:ext uri="{FF2B5EF4-FFF2-40B4-BE49-F238E27FC236}">
                <a16:creationId xmlns:a16="http://schemas.microsoft.com/office/drawing/2014/main" id="{87D70C70-D6F7-244D-CA5F-96557C47CEB1}"/>
              </a:ext>
            </a:extLst>
          </p:cNvPr>
          <p:cNvSpPr txBox="1">
            <a:spLocks/>
          </p:cNvSpPr>
          <p:nvPr/>
        </p:nvSpPr>
        <p:spPr>
          <a:xfrm>
            <a:off x="-9331" y="1642790"/>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lang="ja-JP" altLang="en-US" sz="1600" b="1" dirty="0"/>
              <a:t>■変更の狙い</a:t>
            </a:r>
            <a:r>
              <a:rPr lang="en-US" altLang="ja-JP" sz="1600" b="1" dirty="0"/>
              <a:t>…</a:t>
            </a:r>
            <a:r>
              <a:rPr lang="ja-JP" altLang="en-US" sz="1600" b="1" dirty="0">
                <a:solidFill>
                  <a:srgbClr val="FF0000"/>
                </a:solidFill>
              </a:rPr>
              <a:t>①インセンティブに予実を反映し、より適切な経費の運用を行う</a:t>
            </a:r>
            <a:br>
              <a:rPr lang="en-US" altLang="ja-JP" sz="1600" b="1" dirty="0">
                <a:solidFill>
                  <a:srgbClr val="FF0000"/>
                </a:solidFill>
              </a:rPr>
            </a:br>
            <a:r>
              <a:rPr lang="ja-JP" altLang="en-US" sz="1600" b="1" dirty="0">
                <a:solidFill>
                  <a:srgbClr val="FF0000"/>
                </a:solidFill>
              </a:rPr>
              <a:t>　　　　　　　②案件にかかわる担当者が案件獲得後の予実管理も心がける</a:t>
            </a:r>
            <a:endParaRPr lang="en-US" altLang="ja-JP" sz="1600" b="1" dirty="0">
              <a:solidFill>
                <a:srgbClr val="FF0000"/>
              </a:solidFill>
            </a:endParaRPr>
          </a:p>
          <a:p>
            <a:pPr defTabSz="914400">
              <a:spcBef>
                <a:spcPts val="0"/>
              </a:spcBef>
              <a:defRPr/>
            </a:pPr>
            <a:r>
              <a:rPr lang="ja-JP" altLang="en-US" sz="1600" b="1" i="0" u="none" strike="noStrike" dirty="0">
                <a:solidFill>
                  <a:srgbClr val="FF0000"/>
                </a:solidFill>
                <a:effectLst/>
              </a:rPr>
              <a:t>　　　　　　　③社員の付加価値提案の動機づけにつなげる</a:t>
            </a:r>
          </a:p>
        </p:txBody>
      </p:sp>
      <p:sp>
        <p:nvSpPr>
          <p:cNvPr id="2" name="Text Box 31">
            <a:extLst>
              <a:ext uri="{FF2B5EF4-FFF2-40B4-BE49-F238E27FC236}">
                <a16:creationId xmlns:a16="http://schemas.microsoft.com/office/drawing/2014/main" id="{57BC396D-C536-8B53-6496-90FF6162DC1B}"/>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5</a:t>
            </a:fld>
            <a:r>
              <a:rPr lang="ja-JP" altLang="en-US" sz="1050" dirty="0">
                <a:latin typeface="Helvetica" pitchFamily="34" charset="0"/>
                <a:ea typeface="中ゴシックBBB" pitchFamily="49" charset="-128"/>
              </a:rPr>
              <a:t>－</a:t>
            </a:r>
          </a:p>
        </p:txBody>
      </p:sp>
    </p:spTree>
    <p:extLst>
      <p:ext uri="{BB962C8B-B14F-4D97-AF65-F5344CB8AC3E}">
        <p14:creationId xmlns:p14="http://schemas.microsoft.com/office/powerpoint/2010/main" val="622755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3200" b="1" kern="0" spc="-1" dirty="0"/>
              <a:t>事例</a:t>
            </a:r>
            <a:endParaRPr kumimoji="0" lang="en-US" altLang="ja-JP" sz="3200" b="1" i="0" u="none" strike="noStrike" kern="0" cap="none" spc="-1" normalizeH="0" baseline="0" noProof="0" dirty="0">
              <a:ln>
                <a:noFill/>
              </a:ln>
              <a:effectLst/>
              <a:uLnTx/>
              <a:uFillTx/>
            </a:endParaRPr>
          </a:p>
        </p:txBody>
      </p:sp>
      <p:sp>
        <p:nvSpPr>
          <p:cNvPr id="9" name="タイトル 1">
            <a:extLst>
              <a:ext uri="{FF2B5EF4-FFF2-40B4-BE49-F238E27FC236}">
                <a16:creationId xmlns:a16="http://schemas.microsoft.com/office/drawing/2014/main" id="{8908CA69-F7CA-4D47-9E4A-931439FE8AB8}"/>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endParaRPr lang="en-US" altLang="ja-JP" sz="1100"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5AECA79D-1AA4-2ADC-74F6-81838A7B4369}"/>
              </a:ext>
            </a:extLst>
          </p:cNvPr>
          <p:cNvSpPr txBox="1"/>
          <p:nvPr/>
        </p:nvSpPr>
        <p:spPr>
          <a:xfrm>
            <a:off x="251520" y="936629"/>
            <a:ext cx="7344816" cy="2677656"/>
          </a:xfrm>
          <a:prstGeom prst="rect">
            <a:avLst/>
          </a:prstGeom>
          <a:noFill/>
        </p:spPr>
        <p:txBody>
          <a:bodyPr wrap="square" rtlCol="0">
            <a:spAutoFit/>
          </a:bodyPr>
          <a:lstStyle/>
          <a:p>
            <a:r>
              <a:rPr lang="ja-JP" altLang="en-US" sz="1200" dirty="0">
                <a:latin typeface="BIZ UDPゴシック" panose="020B0400000000000000" pitchFamily="50" charset="-128"/>
                <a:ea typeface="BIZ UDPゴシック" panose="020B0400000000000000" pitchFamily="50" charset="-128"/>
              </a:rPr>
              <a:t>①</a:t>
            </a:r>
            <a:r>
              <a:rPr kumimoji="1" lang="ja-JP" altLang="en-US" sz="1200" dirty="0">
                <a:latin typeface="BIZ UDPゴシック" panose="020B0400000000000000" pitchFamily="50" charset="-128"/>
                <a:ea typeface="BIZ UDPゴシック" panose="020B0400000000000000" pitchFamily="50" charset="-128"/>
              </a:rPr>
              <a:t>継続案件（日常清掃）獲得の場合</a:t>
            </a:r>
            <a:r>
              <a:rPr lang="ja-JP" altLang="en-US" sz="1200" dirty="0">
                <a:latin typeface="BIZ UDPゴシック" panose="020B0400000000000000" pitchFamily="50" charset="-128"/>
                <a:ea typeface="BIZ UDPゴシック" panose="020B0400000000000000" pitchFamily="50" charset="-128"/>
              </a:rPr>
              <a:t>（粗利の</a:t>
            </a:r>
            <a:r>
              <a:rPr lang="en-US" altLang="ja-JP" sz="1200" dirty="0">
                <a:latin typeface="BIZ UDPゴシック" panose="020B0400000000000000" pitchFamily="50" charset="-128"/>
                <a:ea typeface="BIZ UDPゴシック" panose="020B0400000000000000" pitchFamily="50" charset="-128"/>
              </a:rPr>
              <a:t>1</a:t>
            </a:r>
            <a:r>
              <a:rPr lang="ja-JP" altLang="en-US" sz="1200" dirty="0">
                <a:latin typeface="BIZ UDPゴシック" panose="020B0400000000000000" pitchFamily="50" charset="-128"/>
                <a:ea typeface="BIZ UDPゴシック" panose="020B0400000000000000" pitchFamily="50" charset="-128"/>
              </a:rPr>
              <a:t>～</a:t>
            </a:r>
            <a:r>
              <a:rPr lang="en-US" altLang="ja-JP" sz="1200" dirty="0">
                <a:latin typeface="BIZ UDPゴシック" panose="020B0400000000000000" pitchFamily="50" charset="-128"/>
                <a:ea typeface="BIZ UDPゴシック" panose="020B0400000000000000" pitchFamily="50" charset="-128"/>
              </a:rPr>
              <a:t>10</a:t>
            </a:r>
            <a:r>
              <a:rPr lang="ja-JP" altLang="en-US" sz="1200" dirty="0">
                <a:latin typeface="BIZ UDPゴシック" panose="020B0400000000000000" pitchFamily="50" charset="-128"/>
                <a:ea typeface="BIZ UDPゴシック" panose="020B0400000000000000" pitchFamily="50" charset="-128"/>
              </a:rPr>
              <a:t>％）</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　　</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　例）　</a:t>
            </a:r>
            <a:r>
              <a:rPr lang="en-US" altLang="ja-JP" sz="1200" dirty="0">
                <a:latin typeface="BIZ UDPゴシック" panose="020B0400000000000000" pitchFamily="50" charset="-128"/>
                <a:ea typeface="BIZ UDPゴシック" panose="020B0400000000000000" pitchFamily="50" charset="-128"/>
              </a:rPr>
              <a:t>A</a:t>
            </a:r>
            <a:r>
              <a:rPr lang="ja-JP" altLang="en-US" sz="1200" dirty="0">
                <a:latin typeface="BIZ UDPゴシック" panose="020B0400000000000000" pitchFamily="50" charset="-128"/>
                <a:ea typeface="BIZ UDPゴシック" panose="020B0400000000000000" pitchFamily="50" charset="-128"/>
              </a:rPr>
              <a:t>ホテル（</a:t>
            </a:r>
            <a:r>
              <a:rPr lang="en-US" altLang="ja-JP" sz="1200" dirty="0">
                <a:latin typeface="BIZ UDPゴシック" panose="020B0400000000000000" pitchFamily="50" charset="-128"/>
                <a:ea typeface="BIZ UDPゴシック" panose="020B0400000000000000" pitchFamily="50" charset="-128"/>
              </a:rPr>
              <a:t>2024</a:t>
            </a:r>
            <a:r>
              <a:rPr lang="ja-JP" altLang="en-US" sz="1200" dirty="0">
                <a:latin typeface="BIZ UDPゴシック" panose="020B0400000000000000" pitchFamily="50" charset="-128"/>
                <a:ea typeface="BIZ UDPゴシック" panose="020B0400000000000000" pitchFamily="50" charset="-128"/>
              </a:rPr>
              <a:t>年</a:t>
            </a:r>
            <a:r>
              <a:rPr lang="en-US" altLang="ja-JP" sz="1200" dirty="0">
                <a:latin typeface="BIZ UDPゴシック" panose="020B0400000000000000" pitchFamily="50" charset="-128"/>
                <a:ea typeface="BIZ UDPゴシック" panose="020B0400000000000000" pitchFamily="50" charset="-128"/>
              </a:rPr>
              <a:t>5</a:t>
            </a:r>
            <a:r>
              <a:rPr lang="ja-JP" altLang="en-US" sz="1200" dirty="0">
                <a:latin typeface="BIZ UDPゴシック" panose="020B0400000000000000" pitchFamily="50" charset="-128"/>
                <a:ea typeface="BIZ UDPゴシック" panose="020B0400000000000000" pitchFamily="50" charset="-128"/>
              </a:rPr>
              <a:t>月業務開始）</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　　　　　</a:t>
            </a:r>
            <a:r>
              <a:rPr lang="en-US" altLang="ja-JP" sz="1200" dirty="0">
                <a:solidFill>
                  <a:srgbClr val="FF0000"/>
                </a:solidFill>
                <a:latin typeface="BIZ UDPゴシック" panose="020B0400000000000000" pitchFamily="50" charset="-128"/>
                <a:ea typeface="BIZ UDPゴシック" panose="020B0400000000000000" pitchFamily="50" charset="-128"/>
              </a:rPr>
              <a:t>5</a:t>
            </a:r>
            <a:r>
              <a:rPr lang="ja-JP" altLang="en-US" sz="1200" dirty="0">
                <a:solidFill>
                  <a:srgbClr val="FF0000"/>
                </a:solidFill>
                <a:latin typeface="BIZ UDPゴシック" panose="020B0400000000000000" pitchFamily="50" charset="-128"/>
                <a:ea typeface="BIZ UDPゴシック" panose="020B0400000000000000" pitchFamily="50" charset="-128"/>
              </a:rPr>
              <a:t>・</a:t>
            </a:r>
            <a:r>
              <a:rPr lang="en-US" altLang="ja-JP" sz="1200" dirty="0">
                <a:solidFill>
                  <a:srgbClr val="FF0000"/>
                </a:solidFill>
                <a:latin typeface="BIZ UDPゴシック" panose="020B0400000000000000" pitchFamily="50" charset="-128"/>
                <a:ea typeface="BIZ UDPゴシック" panose="020B0400000000000000" pitchFamily="50" charset="-128"/>
              </a:rPr>
              <a:t>6</a:t>
            </a:r>
            <a:r>
              <a:rPr lang="ja-JP" altLang="en-US" sz="1200" dirty="0">
                <a:solidFill>
                  <a:srgbClr val="FF0000"/>
                </a:solidFill>
                <a:latin typeface="BIZ UDPゴシック" panose="020B0400000000000000" pitchFamily="50" charset="-128"/>
                <a:ea typeface="BIZ UDPゴシック" panose="020B0400000000000000" pitchFamily="50" charset="-128"/>
              </a:rPr>
              <a:t>・</a:t>
            </a:r>
            <a:r>
              <a:rPr lang="en-US" altLang="ja-JP" sz="1200" dirty="0">
                <a:solidFill>
                  <a:srgbClr val="FF0000"/>
                </a:solidFill>
                <a:latin typeface="BIZ UDPゴシック" panose="020B0400000000000000" pitchFamily="50" charset="-128"/>
                <a:ea typeface="BIZ UDPゴシック" panose="020B0400000000000000" pitchFamily="50" charset="-128"/>
              </a:rPr>
              <a:t>7</a:t>
            </a:r>
            <a:r>
              <a:rPr lang="ja-JP" altLang="en-US" sz="1200" dirty="0">
                <a:latin typeface="BIZ UDPゴシック" panose="020B0400000000000000" pitchFamily="50" charset="-128"/>
                <a:ea typeface="BIZ UDPゴシック" panose="020B0400000000000000" pitchFamily="50" charset="-128"/>
              </a:rPr>
              <a:t>月実績の合計</a:t>
            </a:r>
            <a:r>
              <a:rPr lang="en-US" altLang="ja-JP" sz="1200" dirty="0">
                <a:latin typeface="BIZ UDPゴシック" panose="020B0400000000000000" pitchFamily="50" charset="-128"/>
                <a:ea typeface="BIZ UDPゴシック" panose="020B0400000000000000" pitchFamily="50" charset="-128"/>
              </a:rPr>
              <a:t>5</a:t>
            </a:r>
            <a:r>
              <a:rPr lang="ja-JP" altLang="en-US" sz="1200" dirty="0">
                <a:latin typeface="BIZ UDPゴシック" panose="020B0400000000000000" pitchFamily="50" charset="-128"/>
                <a:ea typeface="BIZ UDPゴシック" panose="020B0400000000000000" pitchFamily="50" charset="-128"/>
              </a:rPr>
              <a:t>％を</a:t>
            </a:r>
            <a:r>
              <a:rPr lang="en-US" altLang="ja-JP" sz="1200" dirty="0">
                <a:solidFill>
                  <a:srgbClr val="FF0000"/>
                </a:solidFill>
                <a:latin typeface="BIZ UDPゴシック" panose="020B0400000000000000" pitchFamily="50" charset="-128"/>
                <a:ea typeface="BIZ UDPゴシック" panose="020B0400000000000000" pitchFamily="50" charset="-128"/>
              </a:rPr>
              <a:t>8</a:t>
            </a:r>
            <a:r>
              <a:rPr lang="ja-JP" altLang="en-US" sz="1200" dirty="0">
                <a:solidFill>
                  <a:srgbClr val="FF0000"/>
                </a:solidFill>
                <a:latin typeface="BIZ UDPゴシック" panose="020B0400000000000000" pitchFamily="50" charset="-128"/>
                <a:ea typeface="BIZ UDPゴシック" panose="020B0400000000000000" pitchFamily="50" charset="-128"/>
              </a:rPr>
              <a:t>月</a:t>
            </a:r>
            <a:r>
              <a:rPr lang="en-US" altLang="ja-JP" sz="1200" dirty="0">
                <a:solidFill>
                  <a:srgbClr val="FF0000"/>
                </a:solidFill>
                <a:latin typeface="BIZ UDPゴシック" panose="020B0400000000000000" pitchFamily="50" charset="-128"/>
                <a:ea typeface="BIZ UDPゴシック" panose="020B0400000000000000" pitchFamily="50" charset="-128"/>
              </a:rPr>
              <a:t>16</a:t>
            </a:r>
            <a:r>
              <a:rPr lang="ja-JP" altLang="en-US" sz="1200" dirty="0">
                <a:solidFill>
                  <a:srgbClr val="FF0000"/>
                </a:solidFill>
                <a:latin typeface="BIZ UDPゴシック" panose="020B0400000000000000" pitchFamily="50" charset="-128"/>
                <a:ea typeface="BIZ UDPゴシック" panose="020B0400000000000000" pitchFamily="50" charset="-128"/>
              </a:rPr>
              <a:t>日</a:t>
            </a:r>
            <a:r>
              <a:rPr lang="ja-JP" altLang="en-US" sz="1200" dirty="0">
                <a:latin typeface="BIZ UDPゴシック" panose="020B0400000000000000" pitchFamily="50" charset="-128"/>
                <a:ea typeface="BIZ UDPゴシック" panose="020B0400000000000000" pitchFamily="50" charset="-128"/>
              </a:rPr>
              <a:t>に支給</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　　　　　</a:t>
            </a:r>
            <a:r>
              <a:rPr lang="en-US" altLang="ja-JP" sz="1200" dirty="0">
                <a:solidFill>
                  <a:srgbClr val="FF0000"/>
                </a:solidFill>
                <a:latin typeface="BIZ UDPゴシック" panose="020B0400000000000000" pitchFamily="50" charset="-128"/>
                <a:ea typeface="BIZ UDPゴシック" panose="020B0400000000000000" pitchFamily="50" charset="-128"/>
              </a:rPr>
              <a:t>8</a:t>
            </a:r>
            <a:r>
              <a:rPr lang="ja-JP" altLang="en-US" sz="1200" dirty="0">
                <a:solidFill>
                  <a:srgbClr val="FF0000"/>
                </a:solidFill>
                <a:latin typeface="BIZ UDPゴシック" panose="020B0400000000000000" pitchFamily="50" charset="-128"/>
                <a:ea typeface="BIZ UDPゴシック" panose="020B0400000000000000" pitchFamily="50" charset="-128"/>
              </a:rPr>
              <a:t>・</a:t>
            </a:r>
            <a:r>
              <a:rPr lang="en-US" altLang="ja-JP" sz="1200" dirty="0">
                <a:solidFill>
                  <a:srgbClr val="FF0000"/>
                </a:solidFill>
                <a:latin typeface="BIZ UDPゴシック" panose="020B0400000000000000" pitchFamily="50" charset="-128"/>
                <a:ea typeface="BIZ UDPゴシック" panose="020B0400000000000000" pitchFamily="50" charset="-128"/>
              </a:rPr>
              <a:t>9</a:t>
            </a:r>
            <a:r>
              <a:rPr lang="ja-JP" altLang="en-US" sz="1200" dirty="0">
                <a:solidFill>
                  <a:srgbClr val="FF0000"/>
                </a:solidFill>
                <a:latin typeface="BIZ UDPゴシック" panose="020B0400000000000000" pitchFamily="50" charset="-128"/>
                <a:ea typeface="BIZ UDPゴシック" panose="020B0400000000000000" pitchFamily="50" charset="-128"/>
              </a:rPr>
              <a:t>・</a:t>
            </a:r>
            <a:r>
              <a:rPr lang="en-US" altLang="ja-JP" sz="1200" dirty="0">
                <a:solidFill>
                  <a:srgbClr val="FF0000"/>
                </a:solidFill>
                <a:latin typeface="BIZ UDPゴシック" panose="020B0400000000000000" pitchFamily="50" charset="-128"/>
                <a:ea typeface="BIZ UDPゴシック" panose="020B0400000000000000" pitchFamily="50" charset="-128"/>
              </a:rPr>
              <a:t>10</a:t>
            </a:r>
            <a:r>
              <a:rPr lang="ja-JP" altLang="en-US" sz="1200" dirty="0">
                <a:latin typeface="BIZ UDPゴシック" panose="020B0400000000000000" pitchFamily="50" charset="-128"/>
                <a:ea typeface="BIZ UDPゴシック" panose="020B0400000000000000" pitchFamily="50" charset="-128"/>
              </a:rPr>
              <a:t>月実績の合計</a:t>
            </a:r>
            <a:r>
              <a:rPr lang="en-US" altLang="ja-JP" sz="1200" dirty="0">
                <a:latin typeface="BIZ UDPゴシック" panose="020B0400000000000000" pitchFamily="50" charset="-128"/>
                <a:ea typeface="BIZ UDPゴシック" panose="020B0400000000000000" pitchFamily="50" charset="-128"/>
              </a:rPr>
              <a:t>5</a:t>
            </a:r>
            <a:r>
              <a:rPr lang="ja-JP" altLang="en-US" sz="1200" dirty="0">
                <a:latin typeface="BIZ UDPゴシック" panose="020B0400000000000000" pitchFamily="50" charset="-128"/>
                <a:ea typeface="BIZ UDPゴシック" panose="020B0400000000000000" pitchFamily="50" charset="-128"/>
              </a:rPr>
              <a:t>％を</a:t>
            </a:r>
            <a:r>
              <a:rPr lang="en-US" altLang="ja-JP" sz="1200" dirty="0">
                <a:solidFill>
                  <a:srgbClr val="FF0000"/>
                </a:solidFill>
                <a:latin typeface="BIZ UDPゴシック" panose="020B0400000000000000" pitchFamily="50" charset="-128"/>
                <a:ea typeface="BIZ UDPゴシック" panose="020B0400000000000000" pitchFamily="50" charset="-128"/>
              </a:rPr>
              <a:t>11</a:t>
            </a:r>
            <a:r>
              <a:rPr lang="ja-JP" altLang="en-US" sz="1200" dirty="0">
                <a:solidFill>
                  <a:srgbClr val="FF0000"/>
                </a:solidFill>
                <a:latin typeface="BIZ UDPゴシック" panose="020B0400000000000000" pitchFamily="50" charset="-128"/>
                <a:ea typeface="BIZ UDPゴシック" panose="020B0400000000000000" pitchFamily="50" charset="-128"/>
              </a:rPr>
              <a:t>月</a:t>
            </a:r>
            <a:r>
              <a:rPr lang="en-US" altLang="ja-JP" sz="1200" dirty="0">
                <a:solidFill>
                  <a:srgbClr val="FF0000"/>
                </a:solidFill>
                <a:latin typeface="BIZ UDPゴシック" panose="020B0400000000000000" pitchFamily="50" charset="-128"/>
                <a:ea typeface="BIZ UDPゴシック" panose="020B0400000000000000" pitchFamily="50" charset="-128"/>
              </a:rPr>
              <a:t>16</a:t>
            </a:r>
            <a:r>
              <a:rPr lang="ja-JP" altLang="en-US" sz="1200" dirty="0">
                <a:solidFill>
                  <a:srgbClr val="FF0000"/>
                </a:solidFill>
                <a:latin typeface="BIZ UDPゴシック" panose="020B0400000000000000" pitchFamily="50" charset="-128"/>
                <a:ea typeface="BIZ UDPゴシック" panose="020B0400000000000000" pitchFamily="50" charset="-128"/>
              </a:rPr>
              <a:t>日</a:t>
            </a:r>
            <a:r>
              <a:rPr lang="ja-JP" altLang="en-US" sz="1200" dirty="0">
                <a:latin typeface="BIZ UDPゴシック" panose="020B0400000000000000" pitchFamily="50" charset="-128"/>
                <a:ea typeface="BIZ UDPゴシック" panose="020B0400000000000000" pitchFamily="50" charset="-128"/>
              </a:rPr>
              <a:t>に支給</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　　　　　</a:t>
            </a:r>
            <a:r>
              <a:rPr lang="en-US" altLang="ja-JP" sz="1200" dirty="0">
                <a:solidFill>
                  <a:srgbClr val="FF0000"/>
                </a:solidFill>
                <a:latin typeface="BIZ UDPゴシック" panose="020B0400000000000000" pitchFamily="50" charset="-128"/>
                <a:ea typeface="BIZ UDPゴシック" panose="020B0400000000000000" pitchFamily="50" charset="-128"/>
              </a:rPr>
              <a:t>11</a:t>
            </a:r>
            <a:r>
              <a:rPr lang="ja-JP" altLang="en-US" sz="1200" dirty="0">
                <a:solidFill>
                  <a:srgbClr val="FF0000"/>
                </a:solidFill>
                <a:latin typeface="BIZ UDPゴシック" panose="020B0400000000000000" pitchFamily="50" charset="-128"/>
                <a:ea typeface="BIZ UDPゴシック" panose="020B0400000000000000" pitchFamily="50" charset="-128"/>
              </a:rPr>
              <a:t>・</a:t>
            </a:r>
            <a:r>
              <a:rPr lang="en-US" altLang="ja-JP" sz="1200" dirty="0">
                <a:solidFill>
                  <a:srgbClr val="FF0000"/>
                </a:solidFill>
                <a:latin typeface="BIZ UDPゴシック" panose="020B0400000000000000" pitchFamily="50" charset="-128"/>
                <a:ea typeface="BIZ UDPゴシック" panose="020B0400000000000000" pitchFamily="50" charset="-128"/>
              </a:rPr>
              <a:t>12</a:t>
            </a:r>
            <a:r>
              <a:rPr lang="ja-JP" altLang="en-US" sz="1200" dirty="0">
                <a:solidFill>
                  <a:srgbClr val="FF0000"/>
                </a:solidFill>
                <a:latin typeface="BIZ UDPゴシック" panose="020B0400000000000000" pitchFamily="50" charset="-128"/>
                <a:ea typeface="BIZ UDPゴシック" panose="020B0400000000000000" pitchFamily="50" charset="-128"/>
              </a:rPr>
              <a:t>・</a:t>
            </a:r>
            <a:r>
              <a:rPr lang="en-US" altLang="ja-JP" sz="1200" dirty="0">
                <a:solidFill>
                  <a:srgbClr val="FF0000"/>
                </a:solidFill>
                <a:latin typeface="BIZ UDPゴシック" panose="020B0400000000000000" pitchFamily="50" charset="-128"/>
                <a:ea typeface="BIZ UDPゴシック" panose="020B0400000000000000" pitchFamily="50" charset="-128"/>
              </a:rPr>
              <a:t>1</a:t>
            </a:r>
            <a:r>
              <a:rPr lang="ja-JP" altLang="en-US" sz="1200" dirty="0">
                <a:latin typeface="BIZ UDPゴシック" panose="020B0400000000000000" pitchFamily="50" charset="-128"/>
                <a:ea typeface="BIZ UDPゴシック" panose="020B0400000000000000" pitchFamily="50" charset="-128"/>
              </a:rPr>
              <a:t>月実績の合計</a:t>
            </a:r>
            <a:r>
              <a:rPr lang="en-US" altLang="ja-JP" sz="1200" dirty="0">
                <a:latin typeface="BIZ UDPゴシック" panose="020B0400000000000000" pitchFamily="50" charset="-128"/>
                <a:ea typeface="BIZ UDPゴシック" panose="020B0400000000000000" pitchFamily="50" charset="-128"/>
              </a:rPr>
              <a:t>5</a:t>
            </a:r>
            <a:r>
              <a:rPr lang="ja-JP" altLang="en-US" sz="1200" dirty="0">
                <a:latin typeface="BIZ UDPゴシック" panose="020B0400000000000000" pitchFamily="50" charset="-128"/>
                <a:ea typeface="BIZ UDPゴシック" panose="020B0400000000000000" pitchFamily="50" charset="-128"/>
              </a:rPr>
              <a:t>％を</a:t>
            </a:r>
            <a:r>
              <a:rPr lang="en-US" altLang="ja-JP" sz="1200" dirty="0">
                <a:solidFill>
                  <a:srgbClr val="FF0000"/>
                </a:solidFill>
                <a:latin typeface="BIZ UDPゴシック" panose="020B0400000000000000" pitchFamily="50" charset="-128"/>
                <a:ea typeface="BIZ UDPゴシック" panose="020B0400000000000000" pitchFamily="50" charset="-128"/>
              </a:rPr>
              <a:t>2</a:t>
            </a:r>
            <a:r>
              <a:rPr lang="ja-JP" altLang="en-US" sz="1200" dirty="0">
                <a:solidFill>
                  <a:srgbClr val="FF0000"/>
                </a:solidFill>
                <a:latin typeface="BIZ UDPゴシック" panose="020B0400000000000000" pitchFamily="50" charset="-128"/>
                <a:ea typeface="BIZ UDPゴシック" panose="020B0400000000000000" pitchFamily="50" charset="-128"/>
              </a:rPr>
              <a:t>月</a:t>
            </a:r>
            <a:r>
              <a:rPr lang="en-US" altLang="ja-JP" sz="1200" dirty="0">
                <a:solidFill>
                  <a:srgbClr val="FF0000"/>
                </a:solidFill>
                <a:latin typeface="BIZ UDPゴシック" panose="020B0400000000000000" pitchFamily="50" charset="-128"/>
                <a:ea typeface="BIZ UDPゴシック" panose="020B0400000000000000" pitchFamily="50" charset="-128"/>
              </a:rPr>
              <a:t>16</a:t>
            </a:r>
            <a:r>
              <a:rPr lang="ja-JP" altLang="en-US" sz="1200" dirty="0">
                <a:solidFill>
                  <a:srgbClr val="FF0000"/>
                </a:solidFill>
                <a:latin typeface="BIZ UDPゴシック" panose="020B0400000000000000" pitchFamily="50" charset="-128"/>
                <a:ea typeface="BIZ UDPゴシック" panose="020B0400000000000000" pitchFamily="50" charset="-128"/>
              </a:rPr>
              <a:t>日</a:t>
            </a:r>
            <a:r>
              <a:rPr lang="ja-JP" altLang="en-US" sz="1200" dirty="0">
                <a:latin typeface="BIZ UDPゴシック" panose="020B0400000000000000" pitchFamily="50" charset="-128"/>
                <a:ea typeface="BIZ UDPゴシック" panose="020B0400000000000000" pitchFamily="50" charset="-128"/>
              </a:rPr>
              <a:t>に支給</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　　　　　</a:t>
            </a:r>
            <a:r>
              <a:rPr lang="en-US" altLang="ja-JP" sz="1200" dirty="0">
                <a:solidFill>
                  <a:srgbClr val="FF0000"/>
                </a:solidFill>
                <a:latin typeface="BIZ UDPゴシック" panose="020B0400000000000000" pitchFamily="50" charset="-128"/>
                <a:ea typeface="BIZ UDPゴシック" panose="020B0400000000000000" pitchFamily="50" charset="-128"/>
              </a:rPr>
              <a:t>2</a:t>
            </a:r>
            <a:r>
              <a:rPr lang="ja-JP" altLang="en-US" sz="1200" dirty="0">
                <a:solidFill>
                  <a:srgbClr val="FF0000"/>
                </a:solidFill>
                <a:latin typeface="BIZ UDPゴシック" panose="020B0400000000000000" pitchFamily="50" charset="-128"/>
                <a:ea typeface="BIZ UDPゴシック" panose="020B0400000000000000" pitchFamily="50" charset="-128"/>
              </a:rPr>
              <a:t>・</a:t>
            </a:r>
            <a:r>
              <a:rPr lang="en-US" altLang="ja-JP" sz="1200" dirty="0">
                <a:solidFill>
                  <a:srgbClr val="FF0000"/>
                </a:solidFill>
                <a:latin typeface="BIZ UDPゴシック" panose="020B0400000000000000" pitchFamily="50" charset="-128"/>
                <a:ea typeface="BIZ UDPゴシック" panose="020B0400000000000000" pitchFamily="50" charset="-128"/>
              </a:rPr>
              <a:t>3</a:t>
            </a:r>
            <a:r>
              <a:rPr lang="ja-JP" altLang="en-US" sz="1200" dirty="0">
                <a:solidFill>
                  <a:srgbClr val="FF0000"/>
                </a:solidFill>
                <a:latin typeface="BIZ UDPゴシック" panose="020B0400000000000000" pitchFamily="50" charset="-128"/>
                <a:ea typeface="BIZ UDPゴシック" panose="020B0400000000000000" pitchFamily="50" charset="-128"/>
              </a:rPr>
              <a:t>・</a:t>
            </a:r>
            <a:r>
              <a:rPr lang="en-US" altLang="ja-JP" sz="1200" dirty="0">
                <a:solidFill>
                  <a:srgbClr val="FF0000"/>
                </a:solidFill>
                <a:latin typeface="BIZ UDPゴシック" panose="020B0400000000000000" pitchFamily="50" charset="-128"/>
                <a:ea typeface="BIZ UDPゴシック" panose="020B0400000000000000" pitchFamily="50" charset="-128"/>
              </a:rPr>
              <a:t>4</a:t>
            </a:r>
            <a:r>
              <a:rPr lang="ja-JP" altLang="en-US" sz="1200" dirty="0">
                <a:latin typeface="BIZ UDPゴシック" panose="020B0400000000000000" pitchFamily="50" charset="-128"/>
                <a:ea typeface="BIZ UDPゴシック" panose="020B0400000000000000" pitchFamily="50" charset="-128"/>
              </a:rPr>
              <a:t>月実績の合計</a:t>
            </a:r>
            <a:r>
              <a:rPr lang="en-US" altLang="ja-JP" sz="1200" dirty="0">
                <a:latin typeface="BIZ UDPゴシック" panose="020B0400000000000000" pitchFamily="50" charset="-128"/>
                <a:ea typeface="BIZ UDPゴシック" panose="020B0400000000000000" pitchFamily="50" charset="-128"/>
              </a:rPr>
              <a:t>5</a:t>
            </a:r>
            <a:r>
              <a:rPr lang="ja-JP" altLang="en-US" sz="1200" dirty="0">
                <a:latin typeface="BIZ UDPゴシック" panose="020B0400000000000000" pitchFamily="50" charset="-128"/>
                <a:ea typeface="BIZ UDPゴシック" panose="020B0400000000000000" pitchFamily="50" charset="-128"/>
              </a:rPr>
              <a:t>％を</a:t>
            </a:r>
            <a:r>
              <a:rPr lang="en-US" altLang="ja-JP" sz="1200" dirty="0">
                <a:solidFill>
                  <a:srgbClr val="FF0000"/>
                </a:solidFill>
                <a:latin typeface="BIZ UDPゴシック" panose="020B0400000000000000" pitchFamily="50" charset="-128"/>
                <a:ea typeface="BIZ UDPゴシック" panose="020B0400000000000000" pitchFamily="50" charset="-128"/>
              </a:rPr>
              <a:t>5</a:t>
            </a:r>
            <a:r>
              <a:rPr lang="ja-JP" altLang="en-US" sz="1200" dirty="0">
                <a:solidFill>
                  <a:srgbClr val="FF0000"/>
                </a:solidFill>
                <a:latin typeface="BIZ UDPゴシック" panose="020B0400000000000000" pitchFamily="50" charset="-128"/>
                <a:ea typeface="BIZ UDPゴシック" panose="020B0400000000000000" pitchFamily="50" charset="-128"/>
              </a:rPr>
              <a:t>月</a:t>
            </a:r>
            <a:r>
              <a:rPr lang="en-US" altLang="ja-JP" sz="1200" dirty="0">
                <a:solidFill>
                  <a:srgbClr val="FF0000"/>
                </a:solidFill>
                <a:latin typeface="BIZ UDPゴシック" panose="020B0400000000000000" pitchFamily="50" charset="-128"/>
                <a:ea typeface="BIZ UDPゴシック" panose="020B0400000000000000" pitchFamily="50" charset="-128"/>
              </a:rPr>
              <a:t>16</a:t>
            </a:r>
            <a:r>
              <a:rPr lang="ja-JP" altLang="en-US" sz="1200" dirty="0">
                <a:solidFill>
                  <a:srgbClr val="FF0000"/>
                </a:solidFill>
                <a:latin typeface="BIZ UDPゴシック" panose="020B0400000000000000" pitchFamily="50" charset="-128"/>
                <a:ea typeface="BIZ UDPゴシック" panose="020B0400000000000000" pitchFamily="50" charset="-128"/>
              </a:rPr>
              <a:t>日</a:t>
            </a:r>
            <a:r>
              <a:rPr lang="ja-JP" altLang="en-US" sz="1200" dirty="0">
                <a:latin typeface="BIZ UDPゴシック" panose="020B0400000000000000" pitchFamily="50" charset="-128"/>
                <a:ea typeface="BIZ UDPゴシック" panose="020B0400000000000000" pitchFamily="50" charset="-128"/>
              </a:rPr>
              <a:t>に支給</a:t>
            </a:r>
            <a:endParaRPr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　　</a:t>
            </a:r>
            <a:endParaRPr kumimoji="1"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　　　</a:t>
            </a:r>
            <a:r>
              <a:rPr lang="en-US" altLang="ja-JP" sz="1200" dirty="0">
                <a:latin typeface="BIZ UDPゴシック" panose="020B0400000000000000" pitchFamily="50" charset="-128"/>
                <a:ea typeface="BIZ UDPゴシック" panose="020B0400000000000000" pitchFamily="50" charset="-128"/>
              </a:rPr>
              <a:t>※</a:t>
            </a:r>
            <a:r>
              <a:rPr lang="ja-JP" altLang="en-US" sz="1200" dirty="0">
                <a:solidFill>
                  <a:srgbClr val="FF0000"/>
                </a:solidFill>
                <a:latin typeface="BIZ UDPゴシック" panose="020B0400000000000000" pitchFamily="50" charset="-128"/>
                <a:ea typeface="BIZ UDPゴシック" panose="020B0400000000000000" pitchFamily="50" charset="-128"/>
              </a:rPr>
              <a:t>業務継続期間が</a:t>
            </a:r>
            <a:r>
              <a:rPr lang="en-US" altLang="ja-JP" sz="1200" dirty="0">
                <a:solidFill>
                  <a:srgbClr val="FF0000"/>
                </a:solidFill>
                <a:latin typeface="BIZ UDPゴシック" panose="020B0400000000000000" pitchFamily="50" charset="-128"/>
                <a:ea typeface="BIZ UDPゴシック" panose="020B0400000000000000" pitchFamily="50" charset="-128"/>
              </a:rPr>
              <a:t>1</a:t>
            </a:r>
            <a:r>
              <a:rPr lang="ja-JP" altLang="en-US" sz="1200" dirty="0">
                <a:solidFill>
                  <a:srgbClr val="FF0000"/>
                </a:solidFill>
                <a:latin typeface="BIZ UDPゴシック" panose="020B0400000000000000" pitchFamily="50" charset="-128"/>
                <a:ea typeface="BIZ UDPゴシック" panose="020B0400000000000000" pitchFamily="50" charset="-128"/>
              </a:rPr>
              <a:t>年未満の場合は、業務終了までの実績で支給</a:t>
            </a:r>
            <a:endParaRPr kumimoji="1" lang="ja-JP" altLang="en-US" sz="1200" dirty="0">
              <a:solidFill>
                <a:srgbClr val="FF0000"/>
              </a:solidFill>
              <a:latin typeface="BIZ UDPゴシック" panose="020B0400000000000000" pitchFamily="50" charset="-128"/>
              <a:ea typeface="BIZ UDPゴシック" panose="020B0400000000000000" pitchFamily="50" charset="-128"/>
            </a:endParaRPr>
          </a:p>
          <a:p>
            <a:endParaRPr kumimoji="1"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②非継続</a:t>
            </a:r>
            <a:r>
              <a:rPr kumimoji="1" lang="ja-JP" altLang="en-US" sz="1200" dirty="0">
                <a:latin typeface="BIZ UDPゴシック" panose="020B0400000000000000" pitchFamily="50" charset="-128"/>
                <a:ea typeface="BIZ UDPゴシック" panose="020B0400000000000000" pitchFamily="50" charset="-128"/>
              </a:rPr>
              <a:t>現場で追加で獲得した案件の場合</a:t>
            </a:r>
            <a:r>
              <a:rPr lang="ja-JP" altLang="en-US" sz="1200" dirty="0">
                <a:latin typeface="BIZ UDPゴシック" panose="020B0400000000000000" pitchFamily="50" charset="-128"/>
                <a:ea typeface="BIZ UDPゴシック" panose="020B0400000000000000" pitchFamily="50" charset="-128"/>
              </a:rPr>
              <a:t>（粗利の</a:t>
            </a:r>
            <a:r>
              <a:rPr lang="en-US" altLang="ja-JP" sz="1200" dirty="0">
                <a:latin typeface="BIZ UDPゴシック" panose="020B0400000000000000" pitchFamily="50" charset="-128"/>
                <a:ea typeface="BIZ UDPゴシック" panose="020B0400000000000000" pitchFamily="50" charset="-128"/>
              </a:rPr>
              <a:t>1</a:t>
            </a:r>
            <a:r>
              <a:rPr lang="ja-JP" altLang="en-US" sz="1200" dirty="0">
                <a:latin typeface="BIZ UDPゴシック" panose="020B0400000000000000" pitchFamily="50" charset="-128"/>
                <a:ea typeface="BIZ UDPゴシック" panose="020B0400000000000000" pitchFamily="50" charset="-128"/>
              </a:rPr>
              <a:t>～</a:t>
            </a:r>
            <a:r>
              <a:rPr lang="en-US" altLang="ja-JP" sz="1200" dirty="0">
                <a:latin typeface="BIZ UDPゴシック" panose="020B0400000000000000" pitchFamily="50" charset="-128"/>
                <a:ea typeface="BIZ UDPゴシック" panose="020B0400000000000000" pitchFamily="50" charset="-128"/>
              </a:rPr>
              <a:t>10</a:t>
            </a:r>
            <a:r>
              <a:rPr kumimoji="1" lang="ja-JP" altLang="en-US" sz="1200" dirty="0">
                <a:latin typeface="BIZ UDPゴシック" panose="020B0400000000000000" pitchFamily="50" charset="-128"/>
                <a:ea typeface="BIZ UDPゴシック" panose="020B0400000000000000" pitchFamily="50" charset="-128"/>
              </a:rPr>
              <a:t>％）</a:t>
            </a:r>
            <a:endParaRPr kumimoji="1"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　</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　例）　</a:t>
            </a:r>
            <a:r>
              <a:rPr lang="en-US" altLang="ja-JP" sz="1200" dirty="0">
                <a:latin typeface="BIZ UDPゴシック" panose="020B0400000000000000" pitchFamily="50" charset="-128"/>
                <a:ea typeface="BIZ UDPゴシック" panose="020B0400000000000000" pitchFamily="50" charset="-128"/>
              </a:rPr>
              <a:t>B</a:t>
            </a:r>
            <a:r>
              <a:rPr lang="ja-JP" altLang="en-US" sz="1200" dirty="0">
                <a:latin typeface="BIZ UDPゴシック" panose="020B0400000000000000" pitchFamily="50" charset="-128"/>
                <a:ea typeface="BIZ UDPゴシック" panose="020B0400000000000000" pitchFamily="50" charset="-128"/>
              </a:rPr>
              <a:t>ホテルでガラス清掃を受注（</a:t>
            </a:r>
            <a:r>
              <a:rPr lang="en-US" altLang="ja-JP" sz="1200" dirty="0">
                <a:latin typeface="BIZ UDPゴシック" panose="020B0400000000000000" pitchFamily="50" charset="-128"/>
                <a:ea typeface="BIZ UDPゴシック" panose="020B0400000000000000" pitchFamily="50" charset="-128"/>
              </a:rPr>
              <a:t>2024</a:t>
            </a:r>
            <a:r>
              <a:rPr lang="ja-JP" altLang="en-US" sz="1200" dirty="0">
                <a:latin typeface="BIZ UDPゴシック" panose="020B0400000000000000" pitchFamily="50" charset="-128"/>
                <a:ea typeface="BIZ UDPゴシック" panose="020B0400000000000000" pitchFamily="50" charset="-128"/>
              </a:rPr>
              <a:t>年</a:t>
            </a:r>
            <a:r>
              <a:rPr lang="en-US" altLang="ja-JP" sz="1200" dirty="0">
                <a:latin typeface="BIZ UDPゴシック" panose="020B0400000000000000" pitchFamily="50" charset="-128"/>
                <a:ea typeface="BIZ UDPゴシック" panose="020B0400000000000000" pitchFamily="50" charset="-128"/>
              </a:rPr>
              <a:t>7</a:t>
            </a:r>
            <a:r>
              <a:rPr lang="ja-JP" altLang="en-US" sz="1200" dirty="0">
                <a:latin typeface="BIZ UDPゴシック" panose="020B0400000000000000" pitchFamily="50" charset="-128"/>
                <a:ea typeface="BIZ UDPゴシック" panose="020B0400000000000000" pitchFamily="50" charset="-128"/>
              </a:rPr>
              <a:t>月の作業実施）</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　　　　　</a:t>
            </a:r>
            <a:r>
              <a:rPr lang="en-US" altLang="ja-JP" sz="1200" dirty="0">
                <a:solidFill>
                  <a:srgbClr val="FF0000"/>
                </a:solidFill>
                <a:latin typeface="BIZ UDPゴシック" panose="020B0400000000000000" pitchFamily="50" charset="-128"/>
                <a:ea typeface="BIZ UDPゴシック" panose="020B0400000000000000" pitchFamily="50" charset="-128"/>
              </a:rPr>
              <a:t>7</a:t>
            </a:r>
            <a:r>
              <a:rPr lang="ja-JP" altLang="en-US" sz="1200" dirty="0">
                <a:latin typeface="BIZ UDPゴシック" panose="020B0400000000000000" pitchFamily="50" charset="-128"/>
                <a:ea typeface="BIZ UDPゴシック" panose="020B0400000000000000" pitchFamily="50" charset="-128"/>
              </a:rPr>
              <a:t>月実績の合計</a:t>
            </a:r>
            <a:r>
              <a:rPr lang="en-US" altLang="ja-JP" sz="1200" dirty="0">
                <a:latin typeface="BIZ UDPゴシック" panose="020B0400000000000000" pitchFamily="50" charset="-128"/>
                <a:ea typeface="BIZ UDPゴシック" panose="020B0400000000000000" pitchFamily="50" charset="-128"/>
              </a:rPr>
              <a:t>2</a:t>
            </a:r>
            <a:r>
              <a:rPr lang="ja-JP" altLang="en-US" sz="1200" dirty="0">
                <a:latin typeface="BIZ UDPゴシック" panose="020B0400000000000000" pitchFamily="50" charset="-128"/>
                <a:ea typeface="BIZ UDPゴシック" panose="020B0400000000000000" pitchFamily="50" charset="-128"/>
              </a:rPr>
              <a:t>％を</a:t>
            </a:r>
            <a:r>
              <a:rPr lang="en-US" altLang="ja-JP" sz="1200" dirty="0">
                <a:solidFill>
                  <a:srgbClr val="FF0000"/>
                </a:solidFill>
                <a:latin typeface="BIZ UDPゴシック" panose="020B0400000000000000" pitchFamily="50" charset="-128"/>
                <a:ea typeface="BIZ UDPゴシック" panose="020B0400000000000000" pitchFamily="50" charset="-128"/>
              </a:rPr>
              <a:t>8</a:t>
            </a:r>
            <a:r>
              <a:rPr lang="ja-JP" altLang="en-US" sz="1200" dirty="0">
                <a:solidFill>
                  <a:srgbClr val="FF0000"/>
                </a:solidFill>
                <a:latin typeface="BIZ UDPゴシック" panose="020B0400000000000000" pitchFamily="50" charset="-128"/>
                <a:ea typeface="BIZ UDPゴシック" panose="020B0400000000000000" pitchFamily="50" charset="-128"/>
              </a:rPr>
              <a:t>月</a:t>
            </a:r>
            <a:r>
              <a:rPr lang="en-US" altLang="ja-JP" sz="1200" dirty="0">
                <a:solidFill>
                  <a:srgbClr val="FF0000"/>
                </a:solidFill>
                <a:latin typeface="BIZ UDPゴシック" panose="020B0400000000000000" pitchFamily="50" charset="-128"/>
                <a:ea typeface="BIZ UDPゴシック" panose="020B0400000000000000" pitchFamily="50" charset="-128"/>
              </a:rPr>
              <a:t>16</a:t>
            </a:r>
            <a:r>
              <a:rPr lang="ja-JP" altLang="en-US" sz="1200" dirty="0">
                <a:solidFill>
                  <a:srgbClr val="FF0000"/>
                </a:solidFill>
                <a:latin typeface="BIZ UDPゴシック" panose="020B0400000000000000" pitchFamily="50" charset="-128"/>
                <a:ea typeface="BIZ UDPゴシック" panose="020B0400000000000000" pitchFamily="50" charset="-128"/>
              </a:rPr>
              <a:t>日</a:t>
            </a:r>
            <a:r>
              <a:rPr lang="ja-JP" altLang="en-US" sz="1200" dirty="0">
                <a:latin typeface="BIZ UDPゴシック" panose="020B0400000000000000" pitchFamily="50" charset="-128"/>
                <a:ea typeface="BIZ UDPゴシック" panose="020B0400000000000000" pitchFamily="50" charset="-128"/>
              </a:rPr>
              <a:t>に支給　　</a:t>
            </a:r>
            <a:r>
              <a:rPr lang="en-US" altLang="ja-JP" sz="1200" dirty="0">
                <a:latin typeface="BIZ UDPゴシック" panose="020B0400000000000000" pitchFamily="50" charset="-128"/>
                <a:ea typeface="BIZ UDPゴシック" panose="020B0400000000000000" pitchFamily="50" charset="-128"/>
              </a:rPr>
              <a:t>※</a:t>
            </a:r>
            <a:r>
              <a:rPr lang="ja-JP" altLang="en-US" sz="1200" dirty="0">
                <a:latin typeface="BIZ UDPゴシック" panose="020B0400000000000000" pitchFamily="50" charset="-128"/>
                <a:ea typeface="BIZ UDPゴシック" panose="020B0400000000000000" pitchFamily="50" charset="-128"/>
              </a:rPr>
              <a:t>新規・既存でパーセントが異なる。　　　　　</a:t>
            </a:r>
            <a:endParaRPr lang="en-US" altLang="ja-JP" sz="1200" dirty="0">
              <a:latin typeface="BIZ UDPゴシック" panose="020B0400000000000000" pitchFamily="50" charset="-128"/>
              <a:ea typeface="BIZ UDPゴシック" panose="020B0400000000000000" pitchFamily="50" charset="-128"/>
            </a:endParaRPr>
          </a:p>
        </p:txBody>
      </p:sp>
      <p:graphicFrame>
        <p:nvGraphicFramePr>
          <p:cNvPr id="6" name="表 5">
            <a:extLst>
              <a:ext uri="{FF2B5EF4-FFF2-40B4-BE49-F238E27FC236}">
                <a16:creationId xmlns:a16="http://schemas.microsoft.com/office/drawing/2014/main" id="{C943FA11-A6FA-AB91-E91D-94AD25D08C45}"/>
              </a:ext>
            </a:extLst>
          </p:cNvPr>
          <p:cNvGraphicFramePr>
            <a:graphicFrameLocks noGrp="1"/>
          </p:cNvGraphicFramePr>
          <p:nvPr>
            <p:extLst>
              <p:ext uri="{D42A27DB-BD31-4B8C-83A1-F6EECF244321}">
                <p14:modId xmlns:p14="http://schemas.microsoft.com/office/powerpoint/2010/main" val="1016900284"/>
              </p:ext>
            </p:extLst>
          </p:nvPr>
        </p:nvGraphicFramePr>
        <p:xfrm>
          <a:off x="395536" y="3717032"/>
          <a:ext cx="8132440" cy="2880321"/>
        </p:xfrm>
        <a:graphic>
          <a:graphicData uri="http://schemas.openxmlformats.org/drawingml/2006/table">
            <a:tbl>
              <a:tblPr/>
              <a:tblGrid>
                <a:gridCol w="293649">
                  <a:extLst>
                    <a:ext uri="{9D8B030D-6E8A-4147-A177-3AD203B41FA5}">
                      <a16:colId xmlns:a16="http://schemas.microsoft.com/office/drawing/2014/main" val="2909138622"/>
                    </a:ext>
                  </a:extLst>
                </a:gridCol>
                <a:gridCol w="820175">
                  <a:extLst>
                    <a:ext uri="{9D8B030D-6E8A-4147-A177-3AD203B41FA5}">
                      <a16:colId xmlns:a16="http://schemas.microsoft.com/office/drawing/2014/main" val="4283365455"/>
                    </a:ext>
                  </a:extLst>
                </a:gridCol>
                <a:gridCol w="3214733">
                  <a:extLst>
                    <a:ext uri="{9D8B030D-6E8A-4147-A177-3AD203B41FA5}">
                      <a16:colId xmlns:a16="http://schemas.microsoft.com/office/drawing/2014/main" val="643661895"/>
                    </a:ext>
                  </a:extLst>
                </a:gridCol>
                <a:gridCol w="3803883">
                  <a:extLst>
                    <a:ext uri="{9D8B030D-6E8A-4147-A177-3AD203B41FA5}">
                      <a16:colId xmlns:a16="http://schemas.microsoft.com/office/drawing/2014/main" val="465846868"/>
                    </a:ext>
                  </a:extLst>
                </a:gridCol>
              </a:tblGrid>
              <a:tr h="314274">
                <a:tc>
                  <a:txBody>
                    <a:bodyPr/>
                    <a:lstStyle/>
                    <a:p>
                      <a:pPr algn="ctr" fontAlgn="ctr"/>
                      <a:r>
                        <a:rPr lang="en-US" sz="900" b="1" i="0" u="none" strike="noStrike" dirty="0">
                          <a:solidFill>
                            <a:srgbClr val="FFFFFF"/>
                          </a:solidFill>
                          <a:effectLst/>
                          <a:latin typeface="游ゴシック" panose="020B0400000000000000" pitchFamily="50" charset="-128"/>
                          <a:ea typeface="游ゴシック" panose="020B0400000000000000" pitchFamily="50" charset="-128"/>
                        </a:rPr>
                        <a:t>NO</a:t>
                      </a:r>
                    </a:p>
                  </a:txBody>
                  <a:tcPr marL="6247" marR="6247" marT="6247"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03764"/>
                    </a:solidFill>
                  </a:tcPr>
                </a:tc>
                <a:tc>
                  <a:txBody>
                    <a:bodyPr/>
                    <a:lstStyle/>
                    <a:p>
                      <a:pPr algn="ctr" fontAlgn="ctr"/>
                      <a:r>
                        <a:rPr lang="ja-JP" altLang="en-US" sz="14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6247" marR="6247" marT="624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1400" b="1" i="0" u="none" strike="noStrike" dirty="0">
                          <a:solidFill>
                            <a:srgbClr val="FFFFFF"/>
                          </a:solidFill>
                          <a:effectLst/>
                          <a:latin typeface="メイリオ" panose="020B0604030504040204" pitchFamily="50" charset="-128"/>
                          <a:ea typeface="メイリオ" panose="020B0604030504040204" pitchFamily="50" charset="-128"/>
                        </a:rPr>
                        <a:t>営業　</a:t>
                      </a:r>
                      <a:r>
                        <a:rPr lang="en-US" altLang="ja-JP" sz="1400" b="1" i="0" u="none" strike="noStrike" dirty="0">
                          <a:solidFill>
                            <a:srgbClr val="FFFFFF"/>
                          </a:solidFill>
                          <a:effectLst/>
                          <a:latin typeface="メイリオ" panose="020B0604030504040204" pitchFamily="50" charset="-128"/>
                          <a:ea typeface="メイリオ" panose="020B0604030504040204" pitchFamily="50" charset="-128"/>
                        </a:rPr>
                        <a:t>A</a:t>
                      </a:r>
                      <a:r>
                        <a:rPr lang="ja-JP" altLang="en-US" sz="1400" b="1" i="0" u="none" strike="noStrike" dirty="0">
                          <a:solidFill>
                            <a:srgbClr val="FFFFFF"/>
                          </a:solidFill>
                          <a:effectLst/>
                          <a:latin typeface="メイリオ" panose="020B0604030504040204" pitchFamily="50" charset="-128"/>
                          <a:ea typeface="メイリオ" panose="020B0604030504040204" pitchFamily="50" charset="-128"/>
                        </a:rPr>
                        <a:t>さん（案件獲得者）</a:t>
                      </a:r>
                    </a:p>
                  </a:txBody>
                  <a:tcPr marL="6247" marR="6247" marT="624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1400" b="1" i="0" u="none" strike="noStrike" dirty="0">
                          <a:solidFill>
                            <a:srgbClr val="FFFFFF"/>
                          </a:solidFill>
                          <a:effectLst/>
                          <a:latin typeface="メイリオ" panose="020B0604030504040204" pitchFamily="50" charset="-128"/>
                          <a:ea typeface="メイリオ" panose="020B0604030504040204" pitchFamily="50" charset="-128"/>
                        </a:rPr>
                        <a:t>運用　</a:t>
                      </a:r>
                      <a:r>
                        <a:rPr lang="en-US" altLang="ja-JP" sz="1400" b="1" i="0" u="none" strike="noStrike" dirty="0">
                          <a:solidFill>
                            <a:srgbClr val="FFFFFF"/>
                          </a:solidFill>
                          <a:effectLst/>
                          <a:latin typeface="メイリオ" panose="020B0604030504040204" pitchFamily="50" charset="-128"/>
                          <a:ea typeface="メイリオ" panose="020B0604030504040204" pitchFamily="50" charset="-128"/>
                        </a:rPr>
                        <a:t>B</a:t>
                      </a:r>
                      <a:r>
                        <a:rPr lang="ja-JP" altLang="en-US" sz="1400" b="1" i="0" u="none" strike="noStrike" dirty="0">
                          <a:solidFill>
                            <a:srgbClr val="FFFFFF"/>
                          </a:solidFill>
                          <a:effectLst/>
                          <a:latin typeface="メイリオ" panose="020B0604030504040204" pitchFamily="50" charset="-128"/>
                          <a:ea typeface="メイリオ" panose="020B0604030504040204" pitchFamily="50" charset="-128"/>
                        </a:rPr>
                        <a:t>さん</a:t>
                      </a:r>
                    </a:p>
                  </a:txBody>
                  <a:tcPr marL="6247" marR="6247" marT="624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extLst>
                  <a:ext uri="{0D108BD9-81ED-4DB2-BD59-A6C34878D82A}">
                    <a16:rowId xmlns:a16="http://schemas.microsoft.com/office/drawing/2014/main" val="3476692489"/>
                  </a:ext>
                </a:extLst>
              </a:tr>
              <a:tr h="553123">
                <a:tc>
                  <a:txBody>
                    <a:bodyPr/>
                    <a:lstStyle/>
                    <a:p>
                      <a:pPr algn="ctr" fontAlgn="ctr"/>
                      <a:r>
                        <a:rPr lang="ja-JP" altLang="en-US" sz="1050" b="1" i="0" u="none" strike="noStrike" dirty="0">
                          <a:solidFill>
                            <a:srgbClr val="FFFFFF"/>
                          </a:solidFill>
                          <a:effectLst/>
                          <a:latin typeface="游ゴシック" panose="020B0400000000000000" pitchFamily="50" charset="-128"/>
                          <a:ea typeface="游ゴシック" panose="020B0400000000000000" pitchFamily="50" charset="-128"/>
                        </a:rPr>
                        <a:t>①</a:t>
                      </a:r>
                      <a:endParaRPr lang="en-US" alt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03764"/>
                    </a:solidFill>
                  </a:tcPr>
                </a:tc>
                <a:tc>
                  <a:txBody>
                    <a:bodyPr/>
                    <a:lstStyle/>
                    <a:p>
                      <a:pPr algn="ctr" fontAlgn="ct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粗利益</a:t>
                      </a:r>
                      <a:endParaRPr lang="en-US" altLang="ja-JP" sz="900" b="1"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r>
                        <a:rPr lang="en-US" altLang="ja-JP" sz="900" b="1" i="0" u="none" strike="noStrike" dirty="0">
                          <a:solidFill>
                            <a:srgbClr val="000000"/>
                          </a:solidFill>
                          <a:effectLst/>
                          <a:latin typeface="メイリオ" panose="020B0604030504040204" pitchFamily="50" charset="-128"/>
                          <a:ea typeface="メイリオ" panose="020B0604030504040204" pitchFamily="50" charset="-128"/>
                        </a:rPr>
                        <a:t>※4</a:t>
                      </a: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900" b="1" i="0" u="none" strike="noStrike" dirty="0">
                          <a:solidFill>
                            <a:srgbClr val="000000"/>
                          </a:solidFill>
                          <a:effectLst/>
                          <a:latin typeface="メイリオ" panose="020B0604030504040204" pitchFamily="50" charset="-128"/>
                          <a:ea typeface="メイリオ" panose="020B0604030504040204" pitchFamily="50" charset="-128"/>
                        </a:rPr>
                        <a:t>5</a:t>
                      </a: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900" b="1" i="0" u="none" strike="noStrike" dirty="0">
                          <a:solidFill>
                            <a:srgbClr val="000000"/>
                          </a:solidFill>
                          <a:effectLst/>
                          <a:latin typeface="メイリオ" panose="020B0604030504040204" pitchFamily="50" charset="-128"/>
                          <a:ea typeface="メイリオ" panose="020B0604030504040204" pitchFamily="50" charset="-128"/>
                        </a:rPr>
                        <a:t>6</a:t>
                      </a: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月</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altLang="ja-JP" sz="900" b="1" i="0" u="none" strike="noStrike" dirty="0">
                          <a:solidFill>
                            <a:srgbClr val="000000"/>
                          </a:solidFill>
                          <a:effectLst/>
                          <a:latin typeface="メイリオ" panose="020B0604030504040204" pitchFamily="50" charset="-128"/>
                          <a:ea typeface="メイリオ" panose="020B0604030504040204" pitchFamily="50" charset="-128"/>
                        </a:rPr>
                        <a:t>1,000,000</a:t>
                      </a: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円</a:t>
                      </a:r>
                      <a:endParaRPr lang="en-US" altLang="ja-JP" sz="900" b="1"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r>
                        <a:rPr lang="en-US" altLang="ja-JP" sz="900" b="1"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見込みではなく、</a:t>
                      </a:r>
                      <a:r>
                        <a:rPr lang="ja-JP" altLang="en-US" sz="900" b="1" i="0" u="none" strike="noStrike" dirty="0">
                          <a:solidFill>
                            <a:srgbClr val="FF0000"/>
                          </a:solidFill>
                          <a:effectLst/>
                          <a:latin typeface="メイリオ" panose="020B0604030504040204" pitchFamily="50" charset="-128"/>
                          <a:ea typeface="メイリオ" panose="020B0604030504040204" pitchFamily="50" charset="-128"/>
                        </a:rPr>
                        <a:t>実績</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ja-JP" altLang="en-US" sz="12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1070502"/>
                  </a:ext>
                </a:extLst>
              </a:tr>
              <a:tr h="384880">
                <a:tc>
                  <a:txBody>
                    <a:bodyPr/>
                    <a:lstStyle/>
                    <a:p>
                      <a:pPr algn="ctr" fontAlgn="ctr"/>
                      <a:r>
                        <a:rPr lang="ja-JP" altLang="en-US" sz="1050" b="1" i="0" u="none" strike="noStrike" dirty="0">
                          <a:solidFill>
                            <a:srgbClr val="FFFFFF"/>
                          </a:solidFill>
                          <a:effectLst/>
                          <a:latin typeface="游ゴシック" panose="020B0400000000000000" pitchFamily="50" charset="-128"/>
                          <a:ea typeface="游ゴシック" panose="020B0400000000000000" pitchFamily="50" charset="-128"/>
                        </a:rPr>
                        <a:t>②</a:t>
                      </a:r>
                      <a:endParaRPr lang="en-US" alt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03764"/>
                    </a:solidFill>
                  </a:tcPr>
                </a:tc>
                <a:tc>
                  <a:txBody>
                    <a:bodyPr/>
                    <a:lstStyle/>
                    <a:p>
                      <a:pPr algn="ctr" fontAlgn="ct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ポイント支給</a:t>
                      </a:r>
                      <a:endParaRPr lang="en-US" altLang="ja-JP" sz="900" b="1"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合計</a:t>
                      </a:r>
                      <a:endParaRPr lang="zh-TW" altLang="en-US" sz="9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altLang="ja-JP" sz="900" b="1" i="0" u="none" strike="noStrike" dirty="0">
                          <a:solidFill>
                            <a:srgbClr val="000000"/>
                          </a:solidFill>
                          <a:effectLst/>
                          <a:latin typeface="メイリオ" panose="020B0604030504040204" pitchFamily="50" charset="-128"/>
                          <a:ea typeface="メイリオ" panose="020B0604030504040204" pitchFamily="50" charset="-128"/>
                        </a:rPr>
                        <a:t>50,000P</a:t>
                      </a: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（支給割合が</a:t>
                      </a:r>
                      <a:r>
                        <a:rPr lang="en-US" altLang="ja-JP" sz="900" b="1" i="0" u="none" strike="noStrike" dirty="0">
                          <a:solidFill>
                            <a:srgbClr val="000000"/>
                          </a:solidFill>
                          <a:effectLst/>
                          <a:latin typeface="メイリオ" panose="020B0604030504040204" pitchFamily="50" charset="-128"/>
                          <a:ea typeface="メイリオ" panose="020B0604030504040204" pitchFamily="50" charset="-128"/>
                        </a:rPr>
                        <a:t>5</a:t>
                      </a: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％の場合）</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marL="0" marR="0" lvl="0" indent="0" algn="ctr" defTabSz="914325" rtl="0" eaLnBrk="1" fontAlgn="ctr" latinLnBrk="0" hangingPunct="1">
                        <a:lnSpc>
                          <a:spcPct val="100000"/>
                        </a:lnSpc>
                        <a:spcBef>
                          <a:spcPts val="0"/>
                        </a:spcBef>
                        <a:spcAft>
                          <a:spcPts val="0"/>
                        </a:spcAft>
                        <a:buClrTx/>
                        <a:buSzTx/>
                        <a:buFontTx/>
                        <a:buNone/>
                        <a:tabLst/>
                        <a:defRPr/>
                      </a:pPr>
                      <a:endParaRPr lang="en-US" altLang="ja-JP" sz="1200" b="1" i="0" u="none" strike="noStrike" dirty="0">
                        <a:solidFill>
                          <a:srgbClr val="FF0000"/>
                        </a:solidFill>
                        <a:effectLst/>
                        <a:latin typeface="メイリオ" panose="020B0604030504040204" pitchFamily="50" charset="-128"/>
                        <a:ea typeface="メイリオ" panose="020B0604030504040204"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3951569"/>
                  </a:ext>
                </a:extLst>
              </a:tr>
              <a:tr h="411655">
                <a:tc>
                  <a:txBody>
                    <a:bodyPr/>
                    <a:lstStyle/>
                    <a:p>
                      <a:pPr algn="ctr" fontAlgn="ctr"/>
                      <a:r>
                        <a:rPr lang="ja-JP" altLang="en-US" sz="1050" b="1" i="0" u="none" strike="noStrike" dirty="0">
                          <a:solidFill>
                            <a:srgbClr val="FFFFFF"/>
                          </a:solidFill>
                          <a:effectLst/>
                          <a:latin typeface="游ゴシック" panose="020B0400000000000000" pitchFamily="50" charset="-128"/>
                          <a:ea typeface="游ゴシック" panose="020B0400000000000000" pitchFamily="50" charset="-128"/>
                        </a:rPr>
                        <a:t>③</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支給割合</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1" i="0" u="none" strike="noStrike" dirty="0">
                          <a:solidFill>
                            <a:srgbClr val="000000"/>
                          </a:solidFill>
                          <a:effectLst/>
                          <a:latin typeface="メイリオ" panose="020B0604030504040204" pitchFamily="50" charset="-128"/>
                          <a:ea typeface="メイリオ" panose="020B0604030504040204" pitchFamily="50" charset="-128"/>
                        </a:rPr>
                        <a:t>60%</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1" i="0" u="none" strike="noStrike" dirty="0">
                          <a:solidFill>
                            <a:srgbClr val="000000"/>
                          </a:solidFill>
                          <a:effectLst/>
                          <a:latin typeface="メイリオ" panose="020B0604030504040204" pitchFamily="50" charset="-128"/>
                          <a:ea typeface="メイリオ" panose="020B0604030504040204" pitchFamily="50" charset="-128"/>
                        </a:rPr>
                        <a:t>40%</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53203156"/>
                  </a:ext>
                </a:extLst>
              </a:tr>
              <a:tr h="411655">
                <a:tc>
                  <a:txBody>
                    <a:bodyPr/>
                    <a:lstStyle/>
                    <a:p>
                      <a:pPr algn="ctr" fontAlgn="ctr"/>
                      <a:r>
                        <a:rPr lang="ja-JP" altLang="en-US" sz="1050" b="1" i="0" u="none" strike="noStrike" dirty="0">
                          <a:solidFill>
                            <a:srgbClr val="FFFFFF"/>
                          </a:solidFill>
                          <a:effectLst/>
                          <a:latin typeface="游ゴシック" panose="020B0400000000000000" pitchFamily="50" charset="-128"/>
                          <a:ea typeface="游ゴシック" panose="020B0400000000000000" pitchFamily="50" charset="-128"/>
                        </a:rPr>
                        <a:t>④</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割合の決め方</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上長・営業担当・業務担当で</a:t>
                      </a:r>
                      <a:r>
                        <a:rPr lang="ja-JP" altLang="en-US" sz="900" b="1" i="0" u="none" strike="noStrike" dirty="0">
                          <a:solidFill>
                            <a:srgbClr val="FF0000"/>
                          </a:solidFill>
                          <a:effectLst/>
                          <a:latin typeface="メイリオ" panose="020B0604030504040204" pitchFamily="50" charset="-128"/>
                          <a:ea typeface="メイリオ" panose="020B0604030504040204" pitchFamily="50" charset="-128"/>
                        </a:rPr>
                        <a:t>都度意見交換し決定</a:t>
                      </a:r>
                      <a:endParaRPr lang="en-US" altLang="ja-JP" sz="900" b="1" i="0" u="none" strike="noStrike" dirty="0">
                        <a:solidFill>
                          <a:srgbClr val="FF0000"/>
                        </a:solidFill>
                        <a:effectLst/>
                        <a:latin typeface="メイリオ" panose="020B0604030504040204" pitchFamily="50" charset="-128"/>
                        <a:ea typeface="メイリオ" panose="020B0604030504040204" pitchFamily="50" charset="-128"/>
                      </a:endParaRPr>
                    </a:p>
                    <a:p>
                      <a:pPr algn="ctr" fontAlgn="ct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例）現場運用の効率化を図り、見込みより業績が良かった場合は、業務担当の支給パーセントを高くするなど。</a:t>
                      </a:r>
                      <a:endParaRPr lang="en-US" altLang="ja-JP" sz="9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en-US" altLang="ja-JP" sz="12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7365757"/>
                  </a:ext>
                </a:extLst>
              </a:tr>
              <a:tr h="392539">
                <a:tc>
                  <a:txBody>
                    <a:bodyPr/>
                    <a:lstStyle/>
                    <a:p>
                      <a:pPr algn="ctr" fontAlgn="ctr"/>
                      <a:r>
                        <a:rPr lang="ja-JP" altLang="en-US" sz="1050" b="1" i="0" u="none" strike="noStrike" dirty="0">
                          <a:solidFill>
                            <a:srgbClr val="FFFFFF"/>
                          </a:solidFill>
                          <a:effectLst/>
                          <a:latin typeface="游ゴシック" panose="020B0400000000000000" pitchFamily="50" charset="-128"/>
                          <a:ea typeface="游ゴシック" panose="020B0400000000000000" pitchFamily="50" charset="-128"/>
                        </a:rPr>
                        <a:t>⑤</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ポイント支給</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1" i="0" u="none" strike="noStrike" dirty="0">
                          <a:solidFill>
                            <a:srgbClr val="000000"/>
                          </a:solidFill>
                          <a:effectLst/>
                          <a:latin typeface="メイリオ" panose="020B0604030504040204" pitchFamily="50" charset="-128"/>
                          <a:ea typeface="メイリオ" panose="020B0604030504040204" pitchFamily="50" charset="-128"/>
                        </a:rPr>
                        <a:t>30,000P</a:t>
                      </a:r>
                      <a:endParaRPr lang="ja-JP" altLang="en-US" sz="9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1" i="0" u="none" strike="noStrike" dirty="0">
                          <a:solidFill>
                            <a:schemeClr val="tx1"/>
                          </a:solidFill>
                          <a:effectLst/>
                          <a:latin typeface="メイリオ" panose="020B0604030504040204" pitchFamily="50" charset="-128"/>
                          <a:ea typeface="メイリオ" panose="020B0604030504040204" pitchFamily="50" charset="-128"/>
                        </a:rPr>
                        <a:t>20,000P</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40708"/>
                  </a:ext>
                </a:extLst>
              </a:tr>
              <a:tr h="412195">
                <a:tc>
                  <a:txBody>
                    <a:bodyPr/>
                    <a:lstStyle/>
                    <a:p>
                      <a:pPr algn="ctr" fontAlgn="ctr"/>
                      <a:r>
                        <a:rPr lang="ja-JP" altLang="en-US" sz="1050" b="1" i="0" u="none" strike="noStrike" dirty="0">
                          <a:solidFill>
                            <a:srgbClr val="FFFFFF"/>
                          </a:solidFill>
                          <a:effectLst/>
                          <a:latin typeface="游ゴシック" panose="020B0400000000000000" pitchFamily="50" charset="-128"/>
                          <a:ea typeface="游ゴシック" panose="020B0400000000000000" pitchFamily="50" charset="-128"/>
                        </a:rPr>
                        <a:t>⑥</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支給日</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altLang="ja-JP" sz="900" b="1" i="0" u="none" strike="noStrike" dirty="0">
                          <a:solidFill>
                            <a:srgbClr val="000000"/>
                          </a:solidFill>
                          <a:effectLst/>
                          <a:latin typeface="メイリオ" panose="020B0604030504040204" pitchFamily="50" charset="-128"/>
                          <a:ea typeface="メイリオ" panose="020B0604030504040204" pitchFamily="50" charset="-128"/>
                        </a:rPr>
                        <a:t>7</a:t>
                      </a: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月</a:t>
                      </a:r>
                      <a:r>
                        <a:rPr lang="en-US" altLang="ja-JP" sz="900" b="1" i="0" u="none" strike="noStrike" dirty="0">
                          <a:solidFill>
                            <a:srgbClr val="000000"/>
                          </a:solidFill>
                          <a:effectLst/>
                          <a:latin typeface="メイリオ" panose="020B0604030504040204" pitchFamily="50" charset="-128"/>
                          <a:ea typeface="メイリオ" panose="020B0604030504040204" pitchFamily="50" charset="-128"/>
                        </a:rPr>
                        <a:t>16</a:t>
                      </a: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日</a:t>
                      </a:r>
                      <a:endParaRPr lang="en-US" altLang="ja-JP" sz="900" b="1"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r>
                        <a:rPr lang="en-US" altLang="ja-JP" sz="900" b="1"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月末締め、翌月</a:t>
                      </a:r>
                      <a:r>
                        <a:rPr lang="en-US" altLang="ja-JP" sz="900" b="1" i="0" u="none" strike="noStrike" dirty="0">
                          <a:solidFill>
                            <a:srgbClr val="000000"/>
                          </a:solidFill>
                          <a:effectLst/>
                          <a:latin typeface="メイリオ" panose="020B0604030504040204" pitchFamily="50" charset="-128"/>
                          <a:ea typeface="メイリオ" panose="020B0604030504040204" pitchFamily="50" charset="-128"/>
                        </a:rPr>
                        <a:t>16</a:t>
                      </a:r>
                      <a:r>
                        <a:rPr lang="ja-JP" altLang="en-US" sz="900" b="1" i="0" u="none" strike="noStrike" dirty="0">
                          <a:solidFill>
                            <a:srgbClr val="000000"/>
                          </a:solidFill>
                          <a:effectLst/>
                          <a:latin typeface="メイリオ" panose="020B0604030504040204" pitchFamily="50" charset="-128"/>
                          <a:ea typeface="メイリオ" panose="020B0604030504040204" pitchFamily="50" charset="-128"/>
                        </a:rPr>
                        <a:t>日支給</a:t>
                      </a:r>
                      <a:endParaRPr lang="en-US" altLang="ja-JP" sz="9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en-US" altLang="ja-JP" sz="1200" b="1" i="0" u="sng" strike="noStrike" dirty="0">
                        <a:solidFill>
                          <a:srgbClr val="FF0000"/>
                        </a:solidFill>
                        <a:effectLst/>
                        <a:latin typeface="メイリオ" panose="020B0604030504040204" pitchFamily="50" charset="-128"/>
                        <a:ea typeface="メイリオ" panose="020B0604030504040204"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8635995"/>
                  </a:ext>
                </a:extLst>
              </a:tr>
            </a:tbl>
          </a:graphicData>
        </a:graphic>
      </p:graphicFrame>
      <p:sp>
        <p:nvSpPr>
          <p:cNvPr id="2" name="Text Box 31">
            <a:extLst>
              <a:ext uri="{FF2B5EF4-FFF2-40B4-BE49-F238E27FC236}">
                <a16:creationId xmlns:a16="http://schemas.microsoft.com/office/drawing/2014/main" id="{4B9D0271-4C90-7D17-7C6E-DCEDE3AE9B67}"/>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6</a:t>
            </a:fld>
            <a:r>
              <a:rPr lang="ja-JP" altLang="en-US" sz="1050" dirty="0">
                <a:latin typeface="Helvetica" pitchFamily="34" charset="0"/>
                <a:ea typeface="中ゴシックBBB" pitchFamily="49" charset="-128"/>
              </a:rPr>
              <a:t>－</a:t>
            </a:r>
          </a:p>
        </p:txBody>
      </p:sp>
      <p:sp>
        <p:nvSpPr>
          <p:cNvPr id="4" name="吹き出し: 角を丸めた四角形 3">
            <a:extLst>
              <a:ext uri="{FF2B5EF4-FFF2-40B4-BE49-F238E27FC236}">
                <a16:creationId xmlns:a16="http://schemas.microsoft.com/office/drawing/2014/main" id="{468E939E-9C35-72F9-1F4E-07F03DF44BCA}"/>
              </a:ext>
            </a:extLst>
          </p:cNvPr>
          <p:cNvSpPr/>
          <p:nvPr/>
        </p:nvSpPr>
        <p:spPr>
          <a:xfrm>
            <a:off x="7092280" y="2685200"/>
            <a:ext cx="1584176" cy="936104"/>
          </a:xfrm>
          <a:prstGeom prst="wedgeRoundRectCallout">
            <a:avLst>
              <a:gd name="adj1" fmla="val -43074"/>
              <a:gd name="adj2" fmla="val 67877"/>
              <a:gd name="adj3" fmla="val 16667"/>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rPr>
              <a:t>A</a:t>
            </a:r>
            <a:r>
              <a:rPr kumimoji="1" lang="ja-JP" altLang="en-US" sz="1200" b="1">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rPr>
              <a:t>さんが兼務する</a:t>
            </a:r>
            <a:r>
              <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rPr>
              <a:t>場合もあり得る</a:t>
            </a:r>
          </a:p>
        </p:txBody>
      </p:sp>
    </p:spTree>
    <p:extLst>
      <p:ext uri="{BB962C8B-B14F-4D97-AF65-F5344CB8AC3E}">
        <p14:creationId xmlns:p14="http://schemas.microsoft.com/office/powerpoint/2010/main" val="3020689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3200" b="1" i="0" u="none" strike="noStrike" kern="0" cap="none" spc="-1" normalizeH="0" baseline="0" noProof="0" dirty="0">
                <a:ln>
                  <a:noFill/>
                </a:ln>
                <a:effectLst/>
                <a:uLnTx/>
                <a:uFillTx/>
              </a:rPr>
              <a:t>結論</a:t>
            </a:r>
            <a:endParaRPr kumimoji="0" lang="en-US" altLang="ja-JP" sz="3200" b="1" i="0" u="none" strike="noStrike" kern="0" cap="none" spc="-1" normalizeH="0" baseline="0" noProof="0" dirty="0">
              <a:ln>
                <a:noFill/>
              </a:ln>
              <a:effectLst/>
              <a:uLnTx/>
              <a:uFillTx/>
            </a:endParaRPr>
          </a:p>
        </p:txBody>
      </p:sp>
      <p:sp>
        <p:nvSpPr>
          <p:cNvPr id="9" name="タイトル 1">
            <a:extLst>
              <a:ext uri="{FF2B5EF4-FFF2-40B4-BE49-F238E27FC236}">
                <a16:creationId xmlns:a16="http://schemas.microsoft.com/office/drawing/2014/main" id="{8908CA69-F7CA-4D47-9E4A-931439FE8AB8}"/>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endParaRPr lang="en-US" altLang="ja-JP" sz="1100" dirty="0">
              <a:latin typeface="BIZ UDPゴシック" panose="020B0400000000000000" pitchFamily="50" charset="-128"/>
              <a:ea typeface="BIZ UDPゴシック" panose="020B0400000000000000" pitchFamily="50" charset="-128"/>
            </a:endParaRPr>
          </a:p>
        </p:txBody>
      </p:sp>
      <p:sp>
        <p:nvSpPr>
          <p:cNvPr id="2" name="正方形/長方形 1">
            <a:extLst>
              <a:ext uri="{FF2B5EF4-FFF2-40B4-BE49-F238E27FC236}">
                <a16:creationId xmlns:a16="http://schemas.microsoft.com/office/drawing/2014/main" id="{D5A65735-0799-5A52-B38A-277A9DB5A7AF}"/>
              </a:ext>
            </a:extLst>
          </p:cNvPr>
          <p:cNvSpPr/>
          <p:nvPr/>
        </p:nvSpPr>
        <p:spPr>
          <a:xfrm>
            <a:off x="176297" y="1484784"/>
            <a:ext cx="8791405" cy="4176464"/>
          </a:xfrm>
          <a:prstGeom prst="rect">
            <a:avLst/>
          </a:prstGeom>
          <a:solidFill>
            <a:srgbClr val="FF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ja-JP" altLang="en-US" sz="3200" b="1" dirty="0">
                <a:solidFill>
                  <a:srgbClr val="FF0000"/>
                </a:solidFill>
                <a:latin typeface="メイリオ" panose="020B0604030504040204" pitchFamily="50" charset="-128"/>
                <a:ea typeface="メイリオ" panose="020B0604030504040204" pitchFamily="50" charset="-128"/>
              </a:rPr>
              <a:t>①インセンティブに予実を反映し、より適切な　</a:t>
            </a:r>
            <a:endParaRPr lang="en-US" altLang="ja-JP" sz="3200" b="1" dirty="0">
              <a:solidFill>
                <a:srgbClr val="FF0000"/>
              </a:solidFill>
              <a:latin typeface="メイリオ" panose="020B0604030504040204" pitchFamily="50" charset="-128"/>
              <a:ea typeface="メイリオ" panose="020B0604030504040204" pitchFamily="50" charset="-128"/>
            </a:endParaRPr>
          </a:p>
          <a:p>
            <a:pPr fontAlgn="b"/>
            <a:r>
              <a:rPr lang="ja-JP" altLang="en-US" sz="3200" b="1" dirty="0">
                <a:solidFill>
                  <a:srgbClr val="FF0000"/>
                </a:solidFill>
                <a:latin typeface="メイリオ" panose="020B0604030504040204" pitchFamily="50" charset="-128"/>
                <a:ea typeface="メイリオ" panose="020B0604030504040204" pitchFamily="50" charset="-128"/>
              </a:rPr>
              <a:t>　経費の運用を行う</a:t>
            </a:r>
            <a:endParaRPr lang="en-US" altLang="ja-JP" sz="3200" b="1" dirty="0">
              <a:solidFill>
                <a:srgbClr val="FF0000"/>
              </a:solidFill>
              <a:latin typeface="メイリオ" panose="020B0604030504040204" pitchFamily="50" charset="-128"/>
              <a:ea typeface="メイリオ" panose="020B0604030504040204" pitchFamily="50" charset="-128"/>
            </a:endParaRPr>
          </a:p>
          <a:p>
            <a:pPr fontAlgn="b"/>
            <a:endParaRPr lang="en-US" altLang="ja-JP" sz="3200" b="1" dirty="0">
              <a:solidFill>
                <a:srgbClr val="FF0000"/>
              </a:solidFill>
              <a:latin typeface="メイリオ" panose="020B0604030504040204" pitchFamily="50" charset="-128"/>
              <a:ea typeface="メイリオ" panose="020B0604030504040204" pitchFamily="50" charset="-128"/>
            </a:endParaRPr>
          </a:p>
          <a:p>
            <a:pPr fontAlgn="b"/>
            <a:r>
              <a:rPr lang="ja-JP" altLang="en-US" sz="3200" b="1" dirty="0">
                <a:solidFill>
                  <a:srgbClr val="FF0000"/>
                </a:solidFill>
                <a:latin typeface="メイリオ" panose="020B0604030504040204" pitchFamily="50" charset="-128"/>
                <a:ea typeface="メイリオ" panose="020B0604030504040204" pitchFamily="50" charset="-128"/>
              </a:rPr>
              <a:t>②案件にかかわる担当者が案件獲得後の予実管</a:t>
            </a:r>
            <a:endParaRPr lang="en-US" altLang="ja-JP" sz="3200" b="1" dirty="0">
              <a:solidFill>
                <a:srgbClr val="FF0000"/>
              </a:solidFill>
              <a:latin typeface="メイリオ" panose="020B0604030504040204" pitchFamily="50" charset="-128"/>
              <a:ea typeface="メイリオ" panose="020B0604030504040204" pitchFamily="50" charset="-128"/>
            </a:endParaRPr>
          </a:p>
          <a:p>
            <a:pPr fontAlgn="b"/>
            <a:r>
              <a:rPr lang="ja-JP" altLang="en-US" sz="3200" b="1" dirty="0">
                <a:solidFill>
                  <a:srgbClr val="FF0000"/>
                </a:solidFill>
                <a:latin typeface="メイリオ" panose="020B0604030504040204" pitchFamily="50" charset="-128"/>
                <a:ea typeface="メイリオ" panose="020B0604030504040204" pitchFamily="50" charset="-128"/>
              </a:rPr>
              <a:t>　理も心がける</a:t>
            </a:r>
            <a:endParaRPr lang="en-US" altLang="ja-JP" sz="3200" b="1" dirty="0">
              <a:solidFill>
                <a:srgbClr val="FF0000"/>
              </a:solidFill>
              <a:latin typeface="メイリオ" panose="020B0604030504040204" pitchFamily="50" charset="-128"/>
              <a:ea typeface="メイリオ" panose="020B0604030504040204" pitchFamily="50" charset="-128"/>
            </a:endParaRPr>
          </a:p>
          <a:p>
            <a:pPr fontAlgn="b"/>
            <a:endParaRPr lang="en-US" altLang="ja-JP" sz="3200" b="1" dirty="0">
              <a:solidFill>
                <a:srgbClr val="FF0000"/>
              </a:solidFill>
              <a:latin typeface="メイリオ" panose="020B0604030504040204" pitchFamily="50" charset="-128"/>
              <a:ea typeface="メイリオ" panose="020B0604030504040204" pitchFamily="50" charset="-128"/>
            </a:endParaRPr>
          </a:p>
          <a:p>
            <a:pPr fontAlgn="b"/>
            <a:r>
              <a:rPr lang="ja-JP" altLang="en-US" sz="3200" b="1" dirty="0">
                <a:solidFill>
                  <a:srgbClr val="FF0000"/>
                </a:solidFill>
                <a:latin typeface="メイリオ" panose="020B0604030504040204" pitchFamily="50" charset="-128"/>
                <a:ea typeface="メイリオ" panose="020B0604030504040204" pitchFamily="50" charset="-128"/>
              </a:rPr>
              <a:t>③社員の付加価値提案の動機づけにつなげる</a:t>
            </a:r>
            <a:endParaRPr lang="en-US" altLang="ja-JP" sz="3200" b="1" dirty="0">
              <a:solidFill>
                <a:srgbClr val="FF0000"/>
              </a:solidFill>
              <a:latin typeface="メイリオ" panose="020B0604030504040204" pitchFamily="50" charset="-128"/>
              <a:ea typeface="メイリオ" panose="020B0604030504040204" pitchFamily="50" charset="-128"/>
            </a:endParaRPr>
          </a:p>
        </p:txBody>
      </p:sp>
      <p:sp>
        <p:nvSpPr>
          <p:cNvPr id="3" name="Text Box 31">
            <a:extLst>
              <a:ext uri="{FF2B5EF4-FFF2-40B4-BE49-F238E27FC236}">
                <a16:creationId xmlns:a16="http://schemas.microsoft.com/office/drawing/2014/main" id="{3BB33465-B848-0AC2-883E-EC0E10A08AA2}"/>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7</a:t>
            </a:fld>
            <a:r>
              <a:rPr lang="ja-JP" altLang="en-US" sz="1050" dirty="0">
                <a:latin typeface="Helvetica" pitchFamily="34" charset="0"/>
                <a:ea typeface="中ゴシックBBB" pitchFamily="49" charset="-128"/>
              </a:rPr>
              <a:t>－</a:t>
            </a:r>
          </a:p>
        </p:txBody>
      </p:sp>
    </p:spTree>
    <p:extLst>
      <p:ext uri="{BB962C8B-B14F-4D97-AF65-F5344CB8AC3E}">
        <p14:creationId xmlns:p14="http://schemas.microsoft.com/office/powerpoint/2010/main" val="770076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3200" b="1" kern="0" spc="-1" dirty="0"/>
              <a:t>参考</a:t>
            </a:r>
            <a:endParaRPr kumimoji="0" lang="en-US" altLang="ja-JP" sz="3200" b="1" i="0" u="none" strike="noStrike" kern="0" cap="none" spc="-1" normalizeH="0" baseline="0" noProof="0" dirty="0">
              <a:ln>
                <a:noFill/>
              </a:ln>
              <a:effectLst/>
              <a:uLnTx/>
              <a:uFillTx/>
            </a:endParaRPr>
          </a:p>
        </p:txBody>
      </p:sp>
      <p:sp>
        <p:nvSpPr>
          <p:cNvPr id="9" name="タイトル 1">
            <a:extLst>
              <a:ext uri="{FF2B5EF4-FFF2-40B4-BE49-F238E27FC236}">
                <a16:creationId xmlns:a16="http://schemas.microsoft.com/office/drawing/2014/main" id="{8908CA69-F7CA-4D47-9E4A-931439FE8AB8}"/>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endParaRPr lang="en-US" altLang="ja-JP" sz="1100" dirty="0">
              <a:latin typeface="BIZ UDPゴシック" panose="020B0400000000000000" pitchFamily="50" charset="-128"/>
              <a:ea typeface="BIZ UDPゴシック" panose="020B0400000000000000" pitchFamily="50" charset="-128"/>
            </a:endParaRPr>
          </a:p>
        </p:txBody>
      </p:sp>
      <p:sp>
        <p:nvSpPr>
          <p:cNvPr id="2" name="正方形/長方形 1">
            <a:extLst>
              <a:ext uri="{FF2B5EF4-FFF2-40B4-BE49-F238E27FC236}">
                <a16:creationId xmlns:a16="http://schemas.microsoft.com/office/drawing/2014/main" id="{D5A65735-0799-5A52-B38A-277A9DB5A7AF}"/>
              </a:ext>
            </a:extLst>
          </p:cNvPr>
          <p:cNvSpPr/>
          <p:nvPr/>
        </p:nvSpPr>
        <p:spPr>
          <a:xfrm>
            <a:off x="176297" y="1484784"/>
            <a:ext cx="8791405" cy="2448272"/>
          </a:xfrm>
          <a:prstGeom prst="rect">
            <a:avLst/>
          </a:prstGeom>
          <a:solidFill>
            <a:schemeClr val="accent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
            <a:r>
              <a:rPr lang="ja-JP" altLang="en-US" sz="2400" b="1" dirty="0">
                <a:solidFill>
                  <a:schemeClr val="bg1"/>
                </a:solidFill>
                <a:latin typeface="MS UI Gothic"/>
                <a:cs typeface="MS UI Gothic"/>
              </a:rPr>
              <a:t>更新</a:t>
            </a:r>
            <a:r>
              <a:rPr lang="ja-JP" altLang="en-US" sz="2400" b="1" spc="5" dirty="0">
                <a:solidFill>
                  <a:schemeClr val="bg1"/>
                </a:solidFill>
                <a:latin typeface="MS UI Gothic"/>
                <a:cs typeface="MS UI Gothic"/>
              </a:rPr>
              <a:t>：</a:t>
            </a:r>
            <a:r>
              <a:rPr lang="en-US" altLang="ja-JP" sz="2400" b="1" spc="365" dirty="0">
                <a:solidFill>
                  <a:schemeClr val="bg1"/>
                </a:solidFill>
                <a:latin typeface="MS UI Gothic"/>
                <a:cs typeface="MS UI Gothic"/>
              </a:rPr>
              <a:t>2022</a:t>
            </a:r>
            <a:r>
              <a:rPr lang="ja-JP" altLang="en-US" sz="2400" b="1" spc="-15" dirty="0">
                <a:solidFill>
                  <a:schemeClr val="bg1"/>
                </a:solidFill>
                <a:latin typeface="MS UI Gothic"/>
                <a:cs typeface="MS UI Gothic"/>
              </a:rPr>
              <a:t>年</a:t>
            </a:r>
            <a:r>
              <a:rPr lang="en-US" altLang="ja-JP" sz="2400" b="1" spc="55" dirty="0">
                <a:solidFill>
                  <a:schemeClr val="bg1"/>
                </a:solidFill>
                <a:latin typeface="MS UI Gothic"/>
                <a:cs typeface="MS UI Gothic"/>
              </a:rPr>
              <a:t>6</a:t>
            </a:r>
            <a:r>
              <a:rPr lang="ja-JP" altLang="en-US" sz="2400" b="1" spc="55" dirty="0">
                <a:solidFill>
                  <a:schemeClr val="bg1"/>
                </a:solidFill>
                <a:latin typeface="MS UI Gothic"/>
                <a:cs typeface="MS UI Gothic"/>
              </a:rPr>
              <a:t>月</a:t>
            </a:r>
            <a:r>
              <a:rPr lang="en-US" altLang="ja-JP" sz="2400" b="1" spc="350" dirty="0">
                <a:solidFill>
                  <a:schemeClr val="bg1"/>
                </a:solidFill>
                <a:latin typeface="MS UI Gothic"/>
                <a:cs typeface="MS UI Gothic"/>
              </a:rPr>
              <a:t>2</a:t>
            </a:r>
            <a:r>
              <a:rPr lang="en-US" altLang="ja-JP" sz="2400" b="1" spc="365" dirty="0">
                <a:solidFill>
                  <a:schemeClr val="bg1"/>
                </a:solidFill>
                <a:latin typeface="MS UI Gothic"/>
                <a:cs typeface="MS UI Gothic"/>
              </a:rPr>
              <a:t>0</a:t>
            </a:r>
            <a:r>
              <a:rPr lang="ja-JP" altLang="en-US" sz="2400" b="1" dirty="0">
                <a:solidFill>
                  <a:schemeClr val="bg1"/>
                </a:solidFill>
                <a:latin typeface="MS UI Gothic"/>
                <a:cs typeface="MS UI Gothic"/>
              </a:rPr>
              <a:t>日 </a:t>
            </a:r>
            <a:endParaRPr lang="en-US" altLang="ja-JP" sz="2400" b="1" dirty="0">
              <a:solidFill>
                <a:schemeClr val="bg1"/>
              </a:solidFill>
              <a:latin typeface="MS UI Gothic"/>
              <a:cs typeface="MS UI Gothic"/>
            </a:endParaRPr>
          </a:p>
          <a:p>
            <a:pPr algn="ctr" fontAlgn="b"/>
            <a:r>
              <a:rPr lang="ja-JP" altLang="en-US" sz="2400" b="1" spc="85" dirty="0">
                <a:solidFill>
                  <a:schemeClr val="bg1"/>
                </a:solidFill>
                <a:latin typeface="MS UI Gothic"/>
                <a:cs typeface="MS UI Gothic"/>
              </a:rPr>
              <a:t>株式会社</a:t>
            </a:r>
            <a:r>
              <a:rPr lang="ja-JP" altLang="en-US" sz="2400" b="1" spc="65" dirty="0">
                <a:solidFill>
                  <a:schemeClr val="bg1"/>
                </a:solidFill>
                <a:latin typeface="MS UI Gothic"/>
                <a:cs typeface="MS UI Gothic"/>
              </a:rPr>
              <a:t>エ</a:t>
            </a:r>
            <a:r>
              <a:rPr lang="ja-JP" altLang="en-US" sz="2400" b="1" spc="70" dirty="0">
                <a:solidFill>
                  <a:schemeClr val="bg1"/>
                </a:solidFill>
                <a:latin typeface="MS UI Gothic"/>
                <a:cs typeface="MS UI Gothic"/>
              </a:rPr>
              <a:t>ム</a:t>
            </a:r>
            <a:r>
              <a:rPr lang="ja-JP" altLang="en-US" sz="2400" b="1" spc="65" dirty="0">
                <a:solidFill>
                  <a:schemeClr val="bg1"/>
                </a:solidFill>
                <a:latin typeface="MS UI Gothic"/>
                <a:cs typeface="MS UI Gothic"/>
              </a:rPr>
              <a:t>エ</a:t>
            </a:r>
            <a:r>
              <a:rPr lang="ja-JP" altLang="en-US" sz="2400" b="1" spc="60" dirty="0">
                <a:solidFill>
                  <a:schemeClr val="bg1"/>
                </a:solidFill>
                <a:latin typeface="MS UI Gothic"/>
                <a:cs typeface="MS UI Gothic"/>
              </a:rPr>
              <a:t>ム</a:t>
            </a:r>
            <a:r>
              <a:rPr lang="ja-JP" altLang="en-US" sz="2400" b="1" spc="85" dirty="0">
                <a:solidFill>
                  <a:schemeClr val="bg1"/>
                </a:solidFill>
                <a:latin typeface="MS UI Gothic"/>
                <a:cs typeface="MS UI Gothic"/>
              </a:rPr>
              <a:t>イ</a:t>
            </a:r>
            <a:r>
              <a:rPr lang="ja-JP" altLang="en-US" sz="2400" b="1" spc="220" dirty="0">
                <a:solidFill>
                  <a:schemeClr val="bg1"/>
                </a:solidFill>
                <a:latin typeface="MS UI Gothic"/>
                <a:cs typeface="MS UI Gothic"/>
              </a:rPr>
              <a:t>ン</a:t>
            </a:r>
            <a:r>
              <a:rPr lang="ja-JP" altLang="en-US" sz="2400" b="1" spc="170" dirty="0">
                <a:solidFill>
                  <a:schemeClr val="bg1"/>
                </a:solidFill>
                <a:latin typeface="MS UI Gothic"/>
                <a:cs typeface="MS UI Gothic"/>
              </a:rPr>
              <a:t>タ</a:t>
            </a:r>
            <a:r>
              <a:rPr lang="ja-JP" altLang="en-US" sz="2400" b="1" spc="200" dirty="0">
                <a:solidFill>
                  <a:schemeClr val="bg1"/>
                </a:solidFill>
                <a:latin typeface="MS UI Gothic"/>
                <a:cs typeface="MS UI Gothic"/>
              </a:rPr>
              <a:t>ー</a:t>
            </a:r>
            <a:r>
              <a:rPr lang="ja-JP" altLang="en-US" sz="2400" b="1" spc="195" dirty="0">
                <a:solidFill>
                  <a:schemeClr val="bg1"/>
                </a:solidFill>
                <a:latin typeface="MS UI Gothic"/>
                <a:cs typeface="MS UI Gothic"/>
              </a:rPr>
              <a:t>ナシ</a:t>
            </a:r>
            <a:r>
              <a:rPr lang="ja-JP" altLang="en-US" sz="2400" b="1" spc="204" dirty="0">
                <a:solidFill>
                  <a:schemeClr val="bg1"/>
                </a:solidFill>
                <a:latin typeface="MS UI Gothic"/>
                <a:cs typeface="MS UI Gothic"/>
              </a:rPr>
              <a:t>ョ</a:t>
            </a:r>
            <a:r>
              <a:rPr lang="ja-JP" altLang="en-US" sz="2400" b="1" spc="330" dirty="0">
                <a:solidFill>
                  <a:schemeClr val="bg1"/>
                </a:solidFill>
                <a:latin typeface="MS UI Gothic"/>
                <a:cs typeface="MS UI Gothic"/>
              </a:rPr>
              <a:t>ナ</a:t>
            </a:r>
            <a:r>
              <a:rPr lang="ja-JP" altLang="en-US" sz="2400" b="1" spc="335" dirty="0">
                <a:solidFill>
                  <a:schemeClr val="bg1"/>
                </a:solidFill>
                <a:latin typeface="MS UI Gothic"/>
                <a:cs typeface="MS UI Gothic"/>
              </a:rPr>
              <a:t>ル</a:t>
            </a:r>
            <a:r>
              <a:rPr lang="ja-JP" altLang="en-US" sz="2400" b="1" spc="440" dirty="0">
                <a:solidFill>
                  <a:schemeClr val="bg1"/>
                </a:solidFill>
                <a:latin typeface="MS UI Gothic"/>
                <a:cs typeface="MS UI Gothic"/>
              </a:rPr>
              <a:t> </a:t>
            </a:r>
            <a:r>
              <a:rPr lang="ja-JP" altLang="en-US" sz="2400" b="1" spc="85" dirty="0">
                <a:solidFill>
                  <a:schemeClr val="bg1"/>
                </a:solidFill>
                <a:latin typeface="MS UI Gothic"/>
                <a:cs typeface="MS UI Gothic"/>
              </a:rPr>
              <a:t>採用調達</a:t>
            </a:r>
            <a:r>
              <a:rPr lang="ja-JP" altLang="en-US" sz="2400" b="1" spc="65" dirty="0">
                <a:solidFill>
                  <a:schemeClr val="bg1"/>
                </a:solidFill>
                <a:latin typeface="MS UI Gothic"/>
                <a:cs typeface="MS UI Gothic"/>
              </a:rPr>
              <a:t>チ</a:t>
            </a:r>
            <a:r>
              <a:rPr lang="ja-JP" altLang="en-US" sz="2400" b="1" spc="70" dirty="0">
                <a:solidFill>
                  <a:schemeClr val="bg1"/>
                </a:solidFill>
                <a:latin typeface="MS UI Gothic"/>
                <a:cs typeface="MS UI Gothic"/>
              </a:rPr>
              <a:t>ーム</a:t>
            </a:r>
            <a:endParaRPr lang="ja-JP" altLang="en-US" sz="2400" b="1" dirty="0">
              <a:solidFill>
                <a:schemeClr val="bg1"/>
              </a:solidFill>
              <a:latin typeface="MS UI Gothic"/>
              <a:cs typeface="MS UI Gothic"/>
            </a:endParaRPr>
          </a:p>
        </p:txBody>
      </p:sp>
      <p:sp>
        <p:nvSpPr>
          <p:cNvPr id="3" name="Text Box 31">
            <a:extLst>
              <a:ext uri="{FF2B5EF4-FFF2-40B4-BE49-F238E27FC236}">
                <a16:creationId xmlns:a16="http://schemas.microsoft.com/office/drawing/2014/main" id="{C513ACEF-0B78-F011-8597-793C083EB0D3}"/>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8</a:t>
            </a:fld>
            <a:r>
              <a:rPr lang="ja-JP" altLang="en-US" sz="1050" dirty="0">
                <a:latin typeface="Helvetica" pitchFamily="34" charset="0"/>
                <a:ea typeface="中ゴシックBBB" pitchFamily="49" charset="-128"/>
              </a:rPr>
              <a:t>－</a:t>
            </a:r>
          </a:p>
        </p:txBody>
      </p:sp>
    </p:spTree>
    <p:extLst>
      <p:ext uri="{BB962C8B-B14F-4D97-AF65-F5344CB8AC3E}">
        <p14:creationId xmlns:p14="http://schemas.microsoft.com/office/powerpoint/2010/main" val="3845509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6334" y="6722770"/>
            <a:ext cx="1945005" cy="132080"/>
          </a:xfrm>
          <a:prstGeom prst="rect">
            <a:avLst/>
          </a:prstGeom>
        </p:spPr>
        <p:txBody>
          <a:bodyPr vert="horz" wrap="square" lIns="0" tIns="12065" rIns="0" bIns="0" rtlCol="0">
            <a:spAutoFit/>
          </a:bodyPr>
          <a:lstStyle/>
          <a:p>
            <a:pPr marL="12700">
              <a:lnSpc>
                <a:spcPct val="100000"/>
              </a:lnSpc>
              <a:spcBef>
                <a:spcPts val="95"/>
              </a:spcBef>
            </a:pPr>
            <a:r>
              <a:rPr sz="700" spc="-10" dirty="0">
                <a:latin typeface="Calibri"/>
                <a:cs typeface="Calibri"/>
              </a:rPr>
              <a:t>Copyright(C)</a:t>
            </a:r>
            <a:r>
              <a:rPr sz="700" spc="40" dirty="0">
                <a:latin typeface="Calibri"/>
                <a:cs typeface="Calibri"/>
              </a:rPr>
              <a:t> </a:t>
            </a:r>
            <a:r>
              <a:rPr sz="700" spc="-5" dirty="0">
                <a:latin typeface="Calibri"/>
                <a:cs typeface="Calibri"/>
              </a:rPr>
              <a:t>MMInternational</a:t>
            </a:r>
            <a:r>
              <a:rPr sz="700" spc="60" dirty="0">
                <a:latin typeface="Calibri"/>
                <a:cs typeface="Calibri"/>
              </a:rPr>
              <a:t> </a:t>
            </a:r>
            <a:r>
              <a:rPr sz="700" spc="-5" dirty="0">
                <a:latin typeface="Calibri"/>
                <a:cs typeface="Calibri"/>
              </a:rPr>
              <a:t>Inc.</a:t>
            </a:r>
            <a:r>
              <a:rPr sz="700" dirty="0">
                <a:latin typeface="Calibri"/>
                <a:cs typeface="Calibri"/>
              </a:rPr>
              <a:t> </a:t>
            </a:r>
            <a:r>
              <a:rPr sz="700" spc="-5" dirty="0">
                <a:latin typeface="Calibri"/>
                <a:cs typeface="Calibri"/>
              </a:rPr>
              <a:t>All</a:t>
            </a:r>
            <a:r>
              <a:rPr sz="700" spc="10" dirty="0">
                <a:latin typeface="Calibri"/>
                <a:cs typeface="Calibri"/>
              </a:rPr>
              <a:t> </a:t>
            </a:r>
            <a:r>
              <a:rPr sz="700" spc="-10" dirty="0">
                <a:latin typeface="Calibri"/>
                <a:cs typeface="Calibri"/>
              </a:rPr>
              <a:t>rights</a:t>
            </a:r>
            <a:r>
              <a:rPr sz="700" spc="35" dirty="0">
                <a:latin typeface="Calibri"/>
                <a:cs typeface="Calibri"/>
              </a:rPr>
              <a:t> </a:t>
            </a:r>
            <a:r>
              <a:rPr sz="700" spc="-5" dirty="0">
                <a:latin typeface="Calibri"/>
                <a:cs typeface="Calibri"/>
              </a:rPr>
              <a:t>reserved</a:t>
            </a:r>
            <a:endParaRPr sz="700">
              <a:latin typeface="Calibri"/>
              <a:cs typeface="Calibri"/>
            </a:endParaRPr>
          </a:p>
        </p:txBody>
      </p:sp>
      <p:sp>
        <p:nvSpPr>
          <p:cNvPr id="3" name="object 3"/>
          <p:cNvSpPr/>
          <p:nvPr/>
        </p:nvSpPr>
        <p:spPr>
          <a:xfrm>
            <a:off x="0" y="6693407"/>
            <a:ext cx="9144000" cy="0"/>
          </a:xfrm>
          <a:custGeom>
            <a:avLst/>
            <a:gdLst/>
            <a:ahLst/>
            <a:cxnLst/>
            <a:rect l="l" t="t" r="r" b="b"/>
            <a:pathLst>
              <a:path w="9144000">
                <a:moveTo>
                  <a:pt x="0" y="0"/>
                </a:moveTo>
                <a:lnTo>
                  <a:pt x="9144000" y="0"/>
                </a:lnTo>
              </a:path>
            </a:pathLst>
          </a:custGeom>
          <a:ln w="9525">
            <a:solidFill>
              <a:srgbClr val="FF0000"/>
            </a:solidFill>
          </a:ln>
        </p:spPr>
        <p:txBody>
          <a:bodyPr wrap="square" lIns="0" tIns="0" rIns="0" bIns="0" rtlCol="0"/>
          <a:lstStyle/>
          <a:p>
            <a:endParaRPr/>
          </a:p>
        </p:txBody>
      </p:sp>
      <p:grpSp>
        <p:nvGrpSpPr>
          <p:cNvPr id="4" name="object 4"/>
          <p:cNvGrpSpPr/>
          <p:nvPr/>
        </p:nvGrpSpPr>
        <p:grpSpPr>
          <a:xfrm>
            <a:off x="-11937" y="3647185"/>
            <a:ext cx="9169400" cy="129539"/>
            <a:chOff x="-11937" y="3647185"/>
            <a:chExt cx="9169400" cy="129539"/>
          </a:xfrm>
        </p:grpSpPr>
        <p:sp>
          <p:nvSpPr>
            <p:cNvPr id="5" name="object 5"/>
            <p:cNvSpPr/>
            <p:nvPr/>
          </p:nvSpPr>
          <p:spPr>
            <a:xfrm>
              <a:off x="762" y="3717797"/>
              <a:ext cx="9144000" cy="45720"/>
            </a:xfrm>
            <a:custGeom>
              <a:avLst/>
              <a:gdLst/>
              <a:ahLst/>
              <a:cxnLst/>
              <a:rect l="l" t="t" r="r" b="b"/>
              <a:pathLst>
                <a:path w="9144000" h="45720">
                  <a:moveTo>
                    <a:pt x="9144000" y="0"/>
                  </a:moveTo>
                  <a:lnTo>
                    <a:pt x="0" y="0"/>
                  </a:lnTo>
                  <a:lnTo>
                    <a:pt x="0" y="45719"/>
                  </a:lnTo>
                  <a:lnTo>
                    <a:pt x="9144000" y="45719"/>
                  </a:lnTo>
                  <a:lnTo>
                    <a:pt x="9144000" y="0"/>
                  </a:lnTo>
                  <a:close/>
                </a:path>
              </a:pathLst>
            </a:custGeom>
            <a:solidFill>
              <a:srgbClr val="7E7E7E"/>
            </a:solidFill>
          </p:spPr>
          <p:txBody>
            <a:bodyPr wrap="square" lIns="0" tIns="0" rIns="0" bIns="0" rtlCol="0"/>
            <a:lstStyle/>
            <a:p>
              <a:endParaRPr/>
            </a:p>
          </p:txBody>
        </p:sp>
        <p:sp>
          <p:nvSpPr>
            <p:cNvPr id="6" name="object 6"/>
            <p:cNvSpPr/>
            <p:nvPr/>
          </p:nvSpPr>
          <p:spPr>
            <a:xfrm>
              <a:off x="762" y="3717797"/>
              <a:ext cx="9144000" cy="45720"/>
            </a:xfrm>
            <a:custGeom>
              <a:avLst/>
              <a:gdLst/>
              <a:ahLst/>
              <a:cxnLst/>
              <a:rect l="l" t="t" r="r" b="b"/>
              <a:pathLst>
                <a:path w="9144000" h="45720">
                  <a:moveTo>
                    <a:pt x="0" y="45719"/>
                  </a:moveTo>
                  <a:lnTo>
                    <a:pt x="9144000" y="45719"/>
                  </a:lnTo>
                  <a:lnTo>
                    <a:pt x="9144000" y="0"/>
                  </a:lnTo>
                  <a:lnTo>
                    <a:pt x="0" y="0"/>
                  </a:lnTo>
                  <a:lnTo>
                    <a:pt x="0" y="45719"/>
                  </a:lnTo>
                  <a:close/>
                </a:path>
              </a:pathLst>
            </a:custGeom>
            <a:ln w="25400">
              <a:solidFill>
                <a:srgbClr val="7E7E7E"/>
              </a:solidFill>
            </a:ln>
          </p:spPr>
          <p:txBody>
            <a:bodyPr wrap="square" lIns="0" tIns="0" rIns="0" bIns="0" rtlCol="0"/>
            <a:lstStyle/>
            <a:p>
              <a:endParaRPr/>
            </a:p>
          </p:txBody>
        </p:sp>
        <p:sp>
          <p:nvSpPr>
            <p:cNvPr id="7" name="object 7"/>
            <p:cNvSpPr/>
            <p:nvPr/>
          </p:nvSpPr>
          <p:spPr>
            <a:xfrm>
              <a:off x="762" y="3659885"/>
              <a:ext cx="9144000" cy="45720"/>
            </a:xfrm>
            <a:custGeom>
              <a:avLst/>
              <a:gdLst/>
              <a:ahLst/>
              <a:cxnLst/>
              <a:rect l="l" t="t" r="r" b="b"/>
              <a:pathLst>
                <a:path w="9144000" h="45720">
                  <a:moveTo>
                    <a:pt x="9144000" y="0"/>
                  </a:moveTo>
                  <a:lnTo>
                    <a:pt x="0" y="0"/>
                  </a:lnTo>
                  <a:lnTo>
                    <a:pt x="0" y="45719"/>
                  </a:lnTo>
                  <a:lnTo>
                    <a:pt x="9144000" y="45719"/>
                  </a:lnTo>
                  <a:lnTo>
                    <a:pt x="9144000" y="0"/>
                  </a:lnTo>
                  <a:close/>
                </a:path>
              </a:pathLst>
            </a:custGeom>
            <a:solidFill>
              <a:srgbClr val="FF0000"/>
            </a:solidFill>
          </p:spPr>
          <p:txBody>
            <a:bodyPr wrap="square" lIns="0" tIns="0" rIns="0" bIns="0" rtlCol="0"/>
            <a:lstStyle/>
            <a:p>
              <a:endParaRPr/>
            </a:p>
          </p:txBody>
        </p:sp>
        <p:sp>
          <p:nvSpPr>
            <p:cNvPr id="8" name="object 8"/>
            <p:cNvSpPr/>
            <p:nvPr/>
          </p:nvSpPr>
          <p:spPr>
            <a:xfrm>
              <a:off x="762" y="3659885"/>
              <a:ext cx="9144000" cy="45720"/>
            </a:xfrm>
            <a:custGeom>
              <a:avLst/>
              <a:gdLst/>
              <a:ahLst/>
              <a:cxnLst/>
              <a:rect l="l" t="t" r="r" b="b"/>
              <a:pathLst>
                <a:path w="9144000" h="45720">
                  <a:moveTo>
                    <a:pt x="0" y="45719"/>
                  </a:moveTo>
                  <a:lnTo>
                    <a:pt x="9144000" y="45719"/>
                  </a:lnTo>
                  <a:lnTo>
                    <a:pt x="9144000" y="0"/>
                  </a:lnTo>
                  <a:lnTo>
                    <a:pt x="0" y="0"/>
                  </a:lnTo>
                  <a:lnTo>
                    <a:pt x="0" y="45719"/>
                  </a:lnTo>
                  <a:close/>
                </a:path>
              </a:pathLst>
            </a:custGeom>
            <a:ln w="25400">
              <a:solidFill>
                <a:srgbClr val="FF0000"/>
              </a:solidFill>
            </a:ln>
          </p:spPr>
          <p:txBody>
            <a:bodyPr wrap="square" lIns="0" tIns="0" rIns="0" bIns="0" rtlCol="0"/>
            <a:lstStyle/>
            <a:p>
              <a:endParaRPr/>
            </a:p>
          </p:txBody>
        </p:sp>
      </p:grpSp>
      <p:sp>
        <p:nvSpPr>
          <p:cNvPr id="10" name="object 10"/>
          <p:cNvSpPr txBox="1">
            <a:spLocks noGrp="1"/>
          </p:cNvSpPr>
          <p:nvPr>
            <p:ph type="title"/>
          </p:nvPr>
        </p:nvSpPr>
        <p:spPr>
          <a:xfrm>
            <a:off x="474370" y="3067304"/>
            <a:ext cx="4610735" cy="330835"/>
          </a:xfrm>
          <a:prstGeom prst="rect">
            <a:avLst/>
          </a:prstGeom>
        </p:spPr>
        <p:txBody>
          <a:bodyPr vert="horz" wrap="square" lIns="0" tIns="13335" rIns="0" bIns="0" rtlCol="0">
            <a:spAutoFit/>
          </a:bodyPr>
          <a:lstStyle/>
          <a:p>
            <a:pPr marL="12700">
              <a:lnSpc>
                <a:spcPct val="100000"/>
              </a:lnSpc>
              <a:spcBef>
                <a:spcPts val="105"/>
              </a:spcBef>
              <a:tabLst>
                <a:tab pos="3833495" algn="l"/>
              </a:tabLst>
            </a:pPr>
            <a:r>
              <a:rPr sz="2000" b="1" spc="-85" dirty="0">
                <a:latin typeface="Microsoft YaHei UI"/>
                <a:cs typeface="Microsoft YaHei UI"/>
              </a:rPr>
              <a:t>採用調達イ</a:t>
            </a:r>
            <a:r>
              <a:rPr sz="2000" b="1" spc="-95" dirty="0">
                <a:latin typeface="Microsoft YaHei UI"/>
                <a:cs typeface="Microsoft YaHei UI"/>
              </a:rPr>
              <a:t>ン</a:t>
            </a:r>
            <a:r>
              <a:rPr sz="2000" b="1" spc="-85" dirty="0">
                <a:latin typeface="Microsoft YaHei UI"/>
                <a:cs typeface="Microsoft YaHei UI"/>
              </a:rPr>
              <a:t>センティブについ</a:t>
            </a:r>
            <a:r>
              <a:rPr sz="2000" b="1" spc="-80" dirty="0">
                <a:latin typeface="Microsoft YaHei UI"/>
                <a:cs typeface="Microsoft YaHei UI"/>
              </a:rPr>
              <a:t>て</a:t>
            </a:r>
            <a:r>
              <a:rPr sz="2000" b="1" dirty="0">
                <a:latin typeface="Microsoft YaHei UI"/>
                <a:cs typeface="Microsoft YaHei UI"/>
              </a:rPr>
              <a:t>	企画書</a:t>
            </a:r>
            <a:endParaRPr sz="2000">
              <a:latin typeface="Microsoft YaHei UI"/>
              <a:cs typeface="Microsoft YaHei UI"/>
            </a:endParaRPr>
          </a:p>
        </p:txBody>
      </p:sp>
      <p:sp>
        <p:nvSpPr>
          <p:cNvPr id="12" name="object 12"/>
          <p:cNvSpPr txBox="1"/>
          <p:nvPr/>
        </p:nvSpPr>
        <p:spPr>
          <a:xfrm>
            <a:off x="4884546" y="3831463"/>
            <a:ext cx="4147185" cy="452755"/>
          </a:xfrm>
          <a:prstGeom prst="rect">
            <a:avLst/>
          </a:prstGeom>
        </p:spPr>
        <p:txBody>
          <a:bodyPr vert="horz" wrap="square" lIns="0" tIns="12700" rIns="0" bIns="0" rtlCol="0">
            <a:spAutoFit/>
          </a:bodyPr>
          <a:lstStyle/>
          <a:p>
            <a:pPr marL="12700" marR="5080" indent="2193290">
              <a:lnSpc>
                <a:spcPct val="100000"/>
              </a:lnSpc>
              <a:spcBef>
                <a:spcPts val="100"/>
              </a:spcBef>
            </a:pPr>
            <a:r>
              <a:rPr sz="1400" dirty="0">
                <a:latin typeface="MS UI Gothic"/>
                <a:cs typeface="MS UI Gothic"/>
              </a:rPr>
              <a:t>更新</a:t>
            </a:r>
            <a:r>
              <a:rPr sz="1400" spc="5" dirty="0">
                <a:latin typeface="MS UI Gothic"/>
                <a:cs typeface="MS UI Gothic"/>
              </a:rPr>
              <a:t>：</a:t>
            </a:r>
            <a:r>
              <a:rPr sz="1400" spc="365" dirty="0">
                <a:latin typeface="MS UI Gothic"/>
                <a:cs typeface="MS UI Gothic"/>
              </a:rPr>
              <a:t>2022</a:t>
            </a:r>
            <a:r>
              <a:rPr sz="1400" spc="-15" dirty="0">
                <a:latin typeface="MS UI Gothic"/>
                <a:cs typeface="MS UI Gothic"/>
              </a:rPr>
              <a:t>年</a:t>
            </a:r>
            <a:r>
              <a:rPr sz="1400" spc="55" dirty="0">
                <a:latin typeface="MS UI Gothic"/>
                <a:cs typeface="MS UI Gothic"/>
              </a:rPr>
              <a:t>６月</a:t>
            </a:r>
            <a:r>
              <a:rPr sz="1400" spc="350" dirty="0">
                <a:latin typeface="MS UI Gothic"/>
                <a:cs typeface="MS UI Gothic"/>
              </a:rPr>
              <a:t>2</a:t>
            </a:r>
            <a:r>
              <a:rPr sz="1400" spc="365" dirty="0">
                <a:latin typeface="MS UI Gothic"/>
                <a:cs typeface="MS UI Gothic"/>
              </a:rPr>
              <a:t>0</a:t>
            </a:r>
            <a:r>
              <a:rPr sz="1400" dirty="0">
                <a:latin typeface="MS UI Gothic"/>
                <a:cs typeface="MS UI Gothic"/>
              </a:rPr>
              <a:t>日 </a:t>
            </a:r>
            <a:r>
              <a:rPr sz="1400" spc="85" dirty="0">
                <a:latin typeface="MS UI Gothic"/>
                <a:cs typeface="MS UI Gothic"/>
              </a:rPr>
              <a:t>株式会社</a:t>
            </a:r>
            <a:r>
              <a:rPr sz="1400" spc="65" dirty="0">
                <a:latin typeface="MS UI Gothic"/>
                <a:cs typeface="MS UI Gothic"/>
              </a:rPr>
              <a:t>エ</a:t>
            </a:r>
            <a:r>
              <a:rPr sz="1400" spc="70" dirty="0">
                <a:latin typeface="MS UI Gothic"/>
                <a:cs typeface="MS UI Gothic"/>
              </a:rPr>
              <a:t>ム</a:t>
            </a:r>
            <a:r>
              <a:rPr sz="1400" spc="65" dirty="0">
                <a:latin typeface="MS UI Gothic"/>
                <a:cs typeface="MS UI Gothic"/>
              </a:rPr>
              <a:t>エ</a:t>
            </a:r>
            <a:r>
              <a:rPr sz="1400" spc="60" dirty="0">
                <a:latin typeface="MS UI Gothic"/>
                <a:cs typeface="MS UI Gothic"/>
              </a:rPr>
              <a:t>ム</a:t>
            </a:r>
            <a:r>
              <a:rPr sz="1400" spc="85" dirty="0">
                <a:latin typeface="MS UI Gothic"/>
                <a:cs typeface="MS UI Gothic"/>
              </a:rPr>
              <a:t>イ</a:t>
            </a:r>
            <a:r>
              <a:rPr sz="1400" spc="220" dirty="0">
                <a:latin typeface="MS UI Gothic"/>
                <a:cs typeface="MS UI Gothic"/>
              </a:rPr>
              <a:t>ン</a:t>
            </a:r>
            <a:r>
              <a:rPr sz="1400" spc="170" dirty="0">
                <a:latin typeface="MS UI Gothic"/>
                <a:cs typeface="MS UI Gothic"/>
              </a:rPr>
              <a:t>タ</a:t>
            </a:r>
            <a:r>
              <a:rPr sz="1400" spc="200" dirty="0">
                <a:latin typeface="MS UI Gothic"/>
                <a:cs typeface="MS UI Gothic"/>
              </a:rPr>
              <a:t>ー</a:t>
            </a:r>
            <a:r>
              <a:rPr sz="1400" spc="195" dirty="0">
                <a:latin typeface="MS UI Gothic"/>
                <a:cs typeface="MS UI Gothic"/>
              </a:rPr>
              <a:t>ナシ</a:t>
            </a:r>
            <a:r>
              <a:rPr sz="1400" spc="204" dirty="0">
                <a:latin typeface="MS UI Gothic"/>
                <a:cs typeface="MS UI Gothic"/>
              </a:rPr>
              <a:t>ョ</a:t>
            </a:r>
            <a:r>
              <a:rPr sz="1400" spc="330" dirty="0">
                <a:latin typeface="MS UI Gothic"/>
                <a:cs typeface="MS UI Gothic"/>
              </a:rPr>
              <a:t>ナ</a:t>
            </a:r>
            <a:r>
              <a:rPr sz="1400" spc="335" dirty="0">
                <a:latin typeface="MS UI Gothic"/>
                <a:cs typeface="MS UI Gothic"/>
              </a:rPr>
              <a:t>ル</a:t>
            </a:r>
            <a:r>
              <a:rPr sz="1400" spc="440" dirty="0">
                <a:latin typeface="MS UI Gothic"/>
                <a:cs typeface="MS UI Gothic"/>
              </a:rPr>
              <a:t> </a:t>
            </a:r>
            <a:r>
              <a:rPr sz="1400" spc="85" dirty="0">
                <a:latin typeface="MS UI Gothic"/>
                <a:cs typeface="MS UI Gothic"/>
              </a:rPr>
              <a:t>採用調達</a:t>
            </a:r>
            <a:r>
              <a:rPr sz="1400" spc="65" dirty="0">
                <a:latin typeface="MS UI Gothic"/>
                <a:cs typeface="MS UI Gothic"/>
              </a:rPr>
              <a:t>チ</a:t>
            </a:r>
            <a:r>
              <a:rPr sz="1400" spc="70" dirty="0">
                <a:latin typeface="MS UI Gothic"/>
                <a:cs typeface="MS UI Gothic"/>
              </a:rPr>
              <a:t>ーム</a:t>
            </a:r>
            <a:endParaRPr sz="1400">
              <a:latin typeface="MS UI Gothic"/>
              <a:cs typeface="MS UI Gothic"/>
            </a:endParaRPr>
          </a:p>
        </p:txBody>
      </p:sp>
      <p:sp>
        <p:nvSpPr>
          <p:cNvPr id="14" name="object 11">
            <a:extLst>
              <a:ext uri="{FF2B5EF4-FFF2-40B4-BE49-F238E27FC236}">
                <a16:creationId xmlns:a16="http://schemas.microsoft.com/office/drawing/2014/main" id="{3B1C346D-3E51-844F-6B01-94DA0C88B1CD}"/>
              </a:ext>
            </a:extLst>
          </p:cNvPr>
          <p:cNvSpPr txBox="1">
            <a:spLocks/>
          </p:cNvSpPr>
          <p:nvPr/>
        </p:nvSpPr>
        <p:spPr>
          <a:xfrm>
            <a:off x="8756650" y="6700474"/>
            <a:ext cx="434340" cy="160020"/>
          </a:xfrm>
          <a:prstGeom prst="rect">
            <a:avLst/>
          </a:prstGeom>
        </p:spPr>
        <p:txBody>
          <a:bodyPr vert="horz" wrap="square" lIns="0" tIns="0" rIns="0" bIns="0" rtlCol="0">
            <a:spAutoFit/>
          </a:bodyPr>
          <a:lstStyle>
            <a:defPPr>
              <a:defRPr lang="ja-JP"/>
            </a:defPPr>
            <a:lvl1pPr marL="0" algn="l" defTabSz="914400" rtl="0" eaLnBrk="1" latinLnBrk="0" hangingPunct="1">
              <a:defRPr kumimoji="1" sz="1050" b="0" i="0" kern="1200">
                <a:solidFill>
                  <a:schemeClr val="tx1"/>
                </a:solidFill>
                <a:latin typeface="MS UI Gothic"/>
                <a:ea typeface="+mn-ea"/>
                <a:cs typeface="MS UI Gothic"/>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12700">
              <a:lnSpc>
                <a:spcPts val="1240"/>
              </a:lnSpc>
            </a:pPr>
            <a:r>
              <a:rPr lang="ja-JP" altLang="en-US" spc="95"/>
              <a:t>－</a:t>
            </a:r>
            <a:fld id="{81D60167-4931-47E6-BA6A-407CBD079E47}" type="slidenum">
              <a:rPr spc="95" smtClean="0"/>
              <a:pPr marL="12700">
                <a:lnSpc>
                  <a:spcPts val="1240"/>
                </a:lnSpc>
              </a:pPr>
              <a:t>9</a:t>
            </a:fld>
            <a:r>
              <a:rPr spc="95"/>
              <a:t>－</a:t>
            </a:r>
            <a:endParaRPr spc="9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6334" y="6722770"/>
            <a:ext cx="1945005" cy="132080"/>
          </a:xfrm>
          <a:prstGeom prst="rect">
            <a:avLst/>
          </a:prstGeom>
        </p:spPr>
        <p:txBody>
          <a:bodyPr vert="horz" wrap="square" lIns="0" tIns="12065" rIns="0" bIns="0" rtlCol="0">
            <a:spAutoFit/>
          </a:bodyPr>
          <a:lstStyle/>
          <a:p>
            <a:pPr marL="12700">
              <a:lnSpc>
                <a:spcPct val="100000"/>
              </a:lnSpc>
              <a:spcBef>
                <a:spcPts val="95"/>
              </a:spcBef>
            </a:pPr>
            <a:r>
              <a:rPr sz="700" spc="-10" dirty="0">
                <a:latin typeface="Calibri"/>
                <a:cs typeface="Calibri"/>
              </a:rPr>
              <a:t>Copyright(C)</a:t>
            </a:r>
            <a:r>
              <a:rPr sz="700" spc="40" dirty="0">
                <a:latin typeface="Calibri"/>
                <a:cs typeface="Calibri"/>
              </a:rPr>
              <a:t> </a:t>
            </a:r>
            <a:r>
              <a:rPr sz="700" spc="-5" dirty="0">
                <a:latin typeface="Calibri"/>
                <a:cs typeface="Calibri"/>
              </a:rPr>
              <a:t>MMInternational</a:t>
            </a:r>
            <a:r>
              <a:rPr sz="700" spc="60" dirty="0">
                <a:latin typeface="Calibri"/>
                <a:cs typeface="Calibri"/>
              </a:rPr>
              <a:t> </a:t>
            </a:r>
            <a:r>
              <a:rPr sz="700" spc="-5" dirty="0">
                <a:latin typeface="Calibri"/>
                <a:cs typeface="Calibri"/>
              </a:rPr>
              <a:t>Inc.</a:t>
            </a:r>
            <a:r>
              <a:rPr sz="700" dirty="0">
                <a:latin typeface="Calibri"/>
                <a:cs typeface="Calibri"/>
              </a:rPr>
              <a:t> </a:t>
            </a:r>
            <a:r>
              <a:rPr sz="700" spc="-5" dirty="0">
                <a:latin typeface="Calibri"/>
                <a:cs typeface="Calibri"/>
              </a:rPr>
              <a:t>All</a:t>
            </a:r>
            <a:r>
              <a:rPr sz="700" spc="10" dirty="0">
                <a:latin typeface="Calibri"/>
                <a:cs typeface="Calibri"/>
              </a:rPr>
              <a:t> </a:t>
            </a:r>
            <a:r>
              <a:rPr sz="700" spc="-10" dirty="0">
                <a:latin typeface="Calibri"/>
                <a:cs typeface="Calibri"/>
              </a:rPr>
              <a:t>rights</a:t>
            </a:r>
            <a:r>
              <a:rPr sz="700" spc="35" dirty="0">
                <a:latin typeface="Calibri"/>
                <a:cs typeface="Calibri"/>
              </a:rPr>
              <a:t> </a:t>
            </a:r>
            <a:r>
              <a:rPr sz="700" spc="-5" dirty="0">
                <a:latin typeface="Calibri"/>
                <a:cs typeface="Calibri"/>
              </a:rPr>
              <a:t>reserved</a:t>
            </a:r>
            <a:endParaRPr sz="700">
              <a:latin typeface="Calibri"/>
              <a:cs typeface="Calibri"/>
            </a:endParaRPr>
          </a:p>
        </p:txBody>
      </p:sp>
      <p:sp>
        <p:nvSpPr>
          <p:cNvPr id="3" name="object 3"/>
          <p:cNvSpPr/>
          <p:nvPr/>
        </p:nvSpPr>
        <p:spPr>
          <a:xfrm>
            <a:off x="0" y="6693407"/>
            <a:ext cx="9144000" cy="0"/>
          </a:xfrm>
          <a:custGeom>
            <a:avLst/>
            <a:gdLst/>
            <a:ahLst/>
            <a:cxnLst/>
            <a:rect l="l" t="t" r="r" b="b"/>
            <a:pathLst>
              <a:path w="9144000">
                <a:moveTo>
                  <a:pt x="0" y="0"/>
                </a:moveTo>
                <a:lnTo>
                  <a:pt x="9144000" y="0"/>
                </a:lnTo>
              </a:path>
            </a:pathLst>
          </a:custGeom>
          <a:ln w="9525">
            <a:solidFill>
              <a:srgbClr val="FF0000"/>
            </a:solidFill>
          </a:ln>
        </p:spPr>
        <p:txBody>
          <a:bodyPr wrap="square" lIns="0" tIns="0" rIns="0" bIns="0" rtlCol="0"/>
          <a:lstStyle/>
          <a:p>
            <a:endParaRPr/>
          </a:p>
        </p:txBody>
      </p:sp>
      <p:grpSp>
        <p:nvGrpSpPr>
          <p:cNvPr id="4" name="object 4"/>
          <p:cNvGrpSpPr/>
          <p:nvPr/>
        </p:nvGrpSpPr>
        <p:grpSpPr>
          <a:xfrm>
            <a:off x="-11937" y="414527"/>
            <a:ext cx="9169400" cy="426720"/>
            <a:chOff x="-11937" y="414527"/>
            <a:chExt cx="9169400" cy="426720"/>
          </a:xfrm>
        </p:grpSpPr>
        <p:sp>
          <p:nvSpPr>
            <p:cNvPr id="5" name="object 5"/>
            <p:cNvSpPr/>
            <p:nvPr/>
          </p:nvSpPr>
          <p:spPr>
            <a:xfrm>
              <a:off x="762" y="782573"/>
              <a:ext cx="9144000" cy="45720"/>
            </a:xfrm>
            <a:custGeom>
              <a:avLst/>
              <a:gdLst/>
              <a:ahLst/>
              <a:cxnLst/>
              <a:rect l="l" t="t" r="r" b="b"/>
              <a:pathLst>
                <a:path w="9144000" h="45719">
                  <a:moveTo>
                    <a:pt x="9144000" y="0"/>
                  </a:moveTo>
                  <a:lnTo>
                    <a:pt x="0" y="0"/>
                  </a:lnTo>
                  <a:lnTo>
                    <a:pt x="0" y="45720"/>
                  </a:lnTo>
                  <a:lnTo>
                    <a:pt x="9144000" y="45720"/>
                  </a:lnTo>
                  <a:lnTo>
                    <a:pt x="9144000" y="0"/>
                  </a:lnTo>
                  <a:close/>
                </a:path>
              </a:pathLst>
            </a:custGeom>
            <a:solidFill>
              <a:srgbClr val="7E7E7E"/>
            </a:solidFill>
          </p:spPr>
          <p:txBody>
            <a:bodyPr wrap="square" lIns="0" tIns="0" rIns="0" bIns="0" rtlCol="0"/>
            <a:lstStyle/>
            <a:p>
              <a:endParaRPr/>
            </a:p>
          </p:txBody>
        </p:sp>
        <p:sp>
          <p:nvSpPr>
            <p:cNvPr id="6" name="object 6"/>
            <p:cNvSpPr/>
            <p:nvPr/>
          </p:nvSpPr>
          <p:spPr>
            <a:xfrm>
              <a:off x="762" y="782573"/>
              <a:ext cx="9144000" cy="45720"/>
            </a:xfrm>
            <a:custGeom>
              <a:avLst/>
              <a:gdLst/>
              <a:ahLst/>
              <a:cxnLst/>
              <a:rect l="l" t="t" r="r" b="b"/>
              <a:pathLst>
                <a:path w="9144000" h="45719">
                  <a:moveTo>
                    <a:pt x="0" y="45720"/>
                  </a:moveTo>
                  <a:lnTo>
                    <a:pt x="9144000" y="45720"/>
                  </a:lnTo>
                  <a:lnTo>
                    <a:pt x="9144000" y="0"/>
                  </a:lnTo>
                  <a:lnTo>
                    <a:pt x="0" y="0"/>
                  </a:lnTo>
                  <a:lnTo>
                    <a:pt x="0" y="45720"/>
                  </a:lnTo>
                  <a:close/>
                </a:path>
              </a:pathLst>
            </a:custGeom>
            <a:ln w="25400">
              <a:solidFill>
                <a:srgbClr val="7E7E7E"/>
              </a:solidFill>
            </a:ln>
          </p:spPr>
          <p:txBody>
            <a:bodyPr wrap="square" lIns="0" tIns="0" rIns="0" bIns="0" rtlCol="0"/>
            <a:lstStyle/>
            <a:p>
              <a:endParaRPr/>
            </a:p>
          </p:txBody>
        </p:sp>
        <p:sp>
          <p:nvSpPr>
            <p:cNvPr id="7" name="object 7"/>
            <p:cNvSpPr/>
            <p:nvPr/>
          </p:nvSpPr>
          <p:spPr>
            <a:xfrm>
              <a:off x="762" y="724661"/>
              <a:ext cx="9144000" cy="45720"/>
            </a:xfrm>
            <a:custGeom>
              <a:avLst/>
              <a:gdLst/>
              <a:ahLst/>
              <a:cxnLst/>
              <a:rect l="l" t="t" r="r" b="b"/>
              <a:pathLst>
                <a:path w="9144000" h="45720">
                  <a:moveTo>
                    <a:pt x="9144000" y="0"/>
                  </a:moveTo>
                  <a:lnTo>
                    <a:pt x="0" y="0"/>
                  </a:lnTo>
                  <a:lnTo>
                    <a:pt x="0" y="45720"/>
                  </a:lnTo>
                  <a:lnTo>
                    <a:pt x="9144000" y="45720"/>
                  </a:lnTo>
                  <a:lnTo>
                    <a:pt x="9144000" y="0"/>
                  </a:lnTo>
                  <a:close/>
                </a:path>
              </a:pathLst>
            </a:custGeom>
            <a:solidFill>
              <a:srgbClr val="FF0000"/>
            </a:solidFill>
          </p:spPr>
          <p:txBody>
            <a:bodyPr wrap="square" lIns="0" tIns="0" rIns="0" bIns="0" rtlCol="0"/>
            <a:lstStyle/>
            <a:p>
              <a:endParaRPr/>
            </a:p>
          </p:txBody>
        </p:sp>
        <p:sp>
          <p:nvSpPr>
            <p:cNvPr id="8" name="object 8"/>
            <p:cNvSpPr/>
            <p:nvPr/>
          </p:nvSpPr>
          <p:spPr>
            <a:xfrm>
              <a:off x="762" y="724661"/>
              <a:ext cx="9144000" cy="45720"/>
            </a:xfrm>
            <a:custGeom>
              <a:avLst/>
              <a:gdLst/>
              <a:ahLst/>
              <a:cxnLst/>
              <a:rect l="l" t="t" r="r" b="b"/>
              <a:pathLst>
                <a:path w="9144000" h="45720">
                  <a:moveTo>
                    <a:pt x="0" y="45720"/>
                  </a:moveTo>
                  <a:lnTo>
                    <a:pt x="9144000" y="45720"/>
                  </a:lnTo>
                  <a:lnTo>
                    <a:pt x="9144000" y="0"/>
                  </a:lnTo>
                  <a:lnTo>
                    <a:pt x="0" y="0"/>
                  </a:lnTo>
                  <a:lnTo>
                    <a:pt x="0" y="45720"/>
                  </a:lnTo>
                  <a:close/>
                </a:path>
              </a:pathLst>
            </a:custGeom>
            <a:ln w="25400">
              <a:solidFill>
                <a:srgbClr val="FF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8378952" y="414527"/>
              <a:ext cx="713231" cy="262127"/>
            </a:xfrm>
            <a:prstGeom prst="rect">
              <a:avLst/>
            </a:prstGeom>
          </p:spPr>
        </p:pic>
      </p:grpSp>
      <p:sp>
        <p:nvSpPr>
          <p:cNvPr id="10" name="object 10"/>
          <p:cNvSpPr txBox="1"/>
          <p:nvPr/>
        </p:nvSpPr>
        <p:spPr>
          <a:xfrm>
            <a:off x="78739" y="305816"/>
            <a:ext cx="431165" cy="269240"/>
          </a:xfrm>
          <a:prstGeom prst="rect">
            <a:avLst/>
          </a:prstGeom>
        </p:spPr>
        <p:txBody>
          <a:bodyPr vert="horz" wrap="square" lIns="0" tIns="12065" rIns="0" bIns="0" rtlCol="0">
            <a:spAutoFit/>
          </a:bodyPr>
          <a:lstStyle/>
          <a:p>
            <a:pPr marL="12700">
              <a:lnSpc>
                <a:spcPct val="100000"/>
              </a:lnSpc>
              <a:spcBef>
                <a:spcPts val="95"/>
              </a:spcBef>
            </a:pPr>
            <a:r>
              <a:rPr sz="1600" spc="-5" dirty="0">
                <a:latin typeface="MS UI Gothic"/>
                <a:cs typeface="MS UI Gothic"/>
              </a:rPr>
              <a:t>目次</a:t>
            </a:r>
            <a:endParaRPr sz="1600">
              <a:latin typeface="MS UI Gothic"/>
              <a:cs typeface="MS UI Gothic"/>
            </a:endParaRPr>
          </a:p>
        </p:txBody>
      </p:sp>
      <p:sp>
        <p:nvSpPr>
          <p:cNvPr id="11" name="object 11"/>
          <p:cNvSpPr txBox="1"/>
          <p:nvPr/>
        </p:nvSpPr>
        <p:spPr>
          <a:xfrm>
            <a:off x="5946775" y="215011"/>
            <a:ext cx="2216150" cy="361315"/>
          </a:xfrm>
          <a:prstGeom prst="rect">
            <a:avLst/>
          </a:prstGeom>
        </p:spPr>
        <p:txBody>
          <a:bodyPr vert="horz" wrap="square" lIns="0" tIns="12700" rIns="0" bIns="0" rtlCol="0">
            <a:spAutoFit/>
          </a:bodyPr>
          <a:lstStyle/>
          <a:p>
            <a:pPr marL="12700" marR="5080" indent="671830">
              <a:lnSpc>
                <a:spcPct val="100000"/>
              </a:lnSpc>
              <a:spcBef>
                <a:spcPts val="100"/>
              </a:spcBef>
            </a:pPr>
            <a:r>
              <a:rPr sz="1100" dirty="0">
                <a:latin typeface="MS UI Gothic"/>
                <a:cs typeface="MS UI Gothic"/>
              </a:rPr>
              <a:t>更新：</a:t>
            </a:r>
            <a:r>
              <a:rPr sz="1100" spc="285" dirty="0">
                <a:latin typeface="MS UI Gothic"/>
                <a:cs typeface="MS UI Gothic"/>
              </a:rPr>
              <a:t>2022</a:t>
            </a:r>
            <a:r>
              <a:rPr sz="1100" dirty="0">
                <a:latin typeface="MS UI Gothic"/>
                <a:cs typeface="MS UI Gothic"/>
              </a:rPr>
              <a:t>年</a:t>
            </a:r>
            <a:r>
              <a:rPr sz="1100" spc="285" dirty="0">
                <a:latin typeface="MS UI Gothic"/>
                <a:cs typeface="MS UI Gothic"/>
              </a:rPr>
              <a:t>6</a:t>
            </a:r>
            <a:r>
              <a:rPr sz="1100" dirty="0">
                <a:latin typeface="MS UI Gothic"/>
                <a:cs typeface="MS UI Gothic"/>
              </a:rPr>
              <a:t>月</a:t>
            </a:r>
            <a:r>
              <a:rPr sz="1100" spc="285" dirty="0">
                <a:latin typeface="MS UI Gothic"/>
                <a:cs typeface="MS UI Gothic"/>
              </a:rPr>
              <a:t>20</a:t>
            </a:r>
            <a:r>
              <a:rPr sz="1100" dirty="0">
                <a:latin typeface="MS UI Gothic"/>
                <a:cs typeface="MS UI Gothic"/>
              </a:rPr>
              <a:t>日 </a:t>
            </a:r>
            <a:r>
              <a:rPr sz="1100" spc="55" dirty="0">
                <a:latin typeface="MS UI Gothic"/>
                <a:cs typeface="MS UI Gothic"/>
              </a:rPr>
              <a:t>株式会社エム</a:t>
            </a:r>
            <a:r>
              <a:rPr sz="1100" spc="35" dirty="0">
                <a:latin typeface="MS UI Gothic"/>
                <a:cs typeface="MS UI Gothic"/>
              </a:rPr>
              <a:t>エ</a:t>
            </a:r>
            <a:r>
              <a:rPr sz="1100" spc="90" dirty="0">
                <a:latin typeface="MS UI Gothic"/>
                <a:cs typeface="MS UI Gothic"/>
              </a:rPr>
              <a:t>ム</a:t>
            </a:r>
            <a:r>
              <a:rPr sz="1100" spc="85" dirty="0">
                <a:latin typeface="MS UI Gothic"/>
                <a:cs typeface="MS UI Gothic"/>
              </a:rPr>
              <a:t>イ</a:t>
            </a:r>
            <a:r>
              <a:rPr sz="1100" spc="170" dirty="0">
                <a:latin typeface="MS UI Gothic"/>
                <a:cs typeface="MS UI Gothic"/>
              </a:rPr>
              <a:t>ン</a:t>
            </a:r>
            <a:r>
              <a:rPr sz="1100" spc="195" dirty="0">
                <a:latin typeface="MS UI Gothic"/>
                <a:cs typeface="MS UI Gothic"/>
              </a:rPr>
              <a:t>タ</a:t>
            </a:r>
            <a:r>
              <a:rPr sz="1100" spc="155" dirty="0">
                <a:latin typeface="MS UI Gothic"/>
                <a:cs typeface="MS UI Gothic"/>
              </a:rPr>
              <a:t>ー</a:t>
            </a:r>
            <a:r>
              <a:rPr sz="1100" spc="145" dirty="0">
                <a:latin typeface="MS UI Gothic"/>
                <a:cs typeface="MS UI Gothic"/>
              </a:rPr>
              <a:t>ナ</a:t>
            </a:r>
            <a:r>
              <a:rPr sz="1100" spc="65" dirty="0">
                <a:latin typeface="MS UI Gothic"/>
                <a:cs typeface="MS UI Gothic"/>
              </a:rPr>
              <a:t>シ</a:t>
            </a:r>
            <a:r>
              <a:rPr sz="1100" spc="340" dirty="0">
                <a:latin typeface="MS UI Gothic"/>
                <a:cs typeface="MS UI Gothic"/>
              </a:rPr>
              <a:t>ョ</a:t>
            </a:r>
            <a:r>
              <a:rPr sz="1100" spc="145" dirty="0">
                <a:latin typeface="MS UI Gothic"/>
                <a:cs typeface="MS UI Gothic"/>
              </a:rPr>
              <a:t>ナ</a:t>
            </a:r>
            <a:r>
              <a:rPr sz="1100" spc="180" dirty="0">
                <a:latin typeface="MS UI Gothic"/>
                <a:cs typeface="MS UI Gothic"/>
              </a:rPr>
              <a:t>ル</a:t>
            </a:r>
            <a:endParaRPr sz="1100">
              <a:latin typeface="MS UI Gothic"/>
              <a:cs typeface="MS UI Gothic"/>
            </a:endParaRPr>
          </a:p>
        </p:txBody>
      </p:sp>
      <p:grpSp>
        <p:nvGrpSpPr>
          <p:cNvPr id="12" name="object 12"/>
          <p:cNvGrpSpPr/>
          <p:nvPr/>
        </p:nvGrpSpPr>
        <p:grpSpPr>
          <a:xfrm>
            <a:off x="96265" y="4064761"/>
            <a:ext cx="8953500" cy="2473325"/>
            <a:chOff x="96265" y="4064761"/>
            <a:chExt cx="8953500" cy="2473325"/>
          </a:xfrm>
        </p:grpSpPr>
        <p:sp>
          <p:nvSpPr>
            <p:cNvPr id="13" name="object 13"/>
            <p:cNvSpPr/>
            <p:nvPr/>
          </p:nvSpPr>
          <p:spPr>
            <a:xfrm>
              <a:off x="108965" y="4077461"/>
              <a:ext cx="8928100" cy="2447925"/>
            </a:xfrm>
            <a:custGeom>
              <a:avLst/>
              <a:gdLst/>
              <a:ahLst/>
              <a:cxnLst/>
              <a:rect l="l" t="t" r="r" b="b"/>
              <a:pathLst>
                <a:path w="8928100" h="2447925">
                  <a:moveTo>
                    <a:pt x="8927592" y="0"/>
                  </a:moveTo>
                  <a:lnTo>
                    <a:pt x="0" y="0"/>
                  </a:lnTo>
                  <a:lnTo>
                    <a:pt x="0" y="2447544"/>
                  </a:lnTo>
                  <a:lnTo>
                    <a:pt x="8927592" y="2447544"/>
                  </a:lnTo>
                  <a:lnTo>
                    <a:pt x="8927592" y="0"/>
                  </a:lnTo>
                  <a:close/>
                </a:path>
              </a:pathLst>
            </a:custGeom>
            <a:solidFill>
              <a:srgbClr val="FFFFCC"/>
            </a:solidFill>
          </p:spPr>
          <p:txBody>
            <a:bodyPr wrap="square" lIns="0" tIns="0" rIns="0" bIns="0" rtlCol="0"/>
            <a:lstStyle/>
            <a:p>
              <a:endParaRPr/>
            </a:p>
          </p:txBody>
        </p:sp>
        <p:sp>
          <p:nvSpPr>
            <p:cNvPr id="14" name="object 14"/>
            <p:cNvSpPr/>
            <p:nvPr/>
          </p:nvSpPr>
          <p:spPr>
            <a:xfrm>
              <a:off x="108965" y="4077461"/>
              <a:ext cx="8928100" cy="2447925"/>
            </a:xfrm>
            <a:custGeom>
              <a:avLst/>
              <a:gdLst/>
              <a:ahLst/>
              <a:cxnLst/>
              <a:rect l="l" t="t" r="r" b="b"/>
              <a:pathLst>
                <a:path w="8928100" h="2447925">
                  <a:moveTo>
                    <a:pt x="0" y="2447544"/>
                  </a:moveTo>
                  <a:lnTo>
                    <a:pt x="8927592" y="2447544"/>
                  </a:lnTo>
                  <a:lnTo>
                    <a:pt x="8927592" y="0"/>
                  </a:lnTo>
                  <a:lnTo>
                    <a:pt x="0" y="0"/>
                  </a:lnTo>
                  <a:lnTo>
                    <a:pt x="0" y="2447544"/>
                  </a:lnTo>
                  <a:close/>
                </a:path>
              </a:pathLst>
            </a:custGeom>
            <a:ln w="25400">
              <a:solidFill>
                <a:srgbClr val="000000"/>
              </a:solidFill>
            </a:ln>
          </p:spPr>
          <p:txBody>
            <a:bodyPr wrap="square" lIns="0" tIns="0" rIns="0" bIns="0" rtlCol="0"/>
            <a:lstStyle/>
            <a:p>
              <a:endParaRPr/>
            </a:p>
          </p:txBody>
        </p:sp>
      </p:grpSp>
      <p:sp>
        <p:nvSpPr>
          <p:cNvPr id="15" name="object 15"/>
          <p:cNvSpPr txBox="1"/>
          <p:nvPr/>
        </p:nvSpPr>
        <p:spPr>
          <a:xfrm>
            <a:off x="194868" y="1065656"/>
            <a:ext cx="8345170" cy="5263515"/>
          </a:xfrm>
          <a:prstGeom prst="rect">
            <a:avLst/>
          </a:prstGeom>
        </p:spPr>
        <p:txBody>
          <a:bodyPr vert="horz" wrap="square" lIns="0" tIns="12065" rIns="0" bIns="0" rtlCol="0">
            <a:spAutoFit/>
          </a:bodyPr>
          <a:lstStyle/>
          <a:p>
            <a:pPr marL="868044">
              <a:lnSpc>
                <a:spcPct val="100000"/>
              </a:lnSpc>
              <a:spcBef>
                <a:spcPts val="95"/>
              </a:spcBef>
              <a:tabLst>
                <a:tab pos="2880360" algn="l"/>
                <a:tab pos="3623945" algn="l"/>
              </a:tabLst>
            </a:pPr>
            <a:r>
              <a:rPr sz="1600" spc="-90" dirty="0">
                <a:latin typeface="MS UI Gothic"/>
                <a:cs typeface="MS UI Gothic"/>
              </a:rPr>
              <a:t>１</a:t>
            </a:r>
            <a:r>
              <a:rPr sz="1600" spc="160" dirty="0">
                <a:latin typeface="MS UI Gothic"/>
                <a:cs typeface="MS UI Gothic"/>
              </a:rPr>
              <a:t>.</a:t>
            </a:r>
            <a:r>
              <a:rPr sz="1600" spc="-5" dirty="0">
                <a:latin typeface="MS UI Gothic"/>
                <a:cs typeface="MS UI Gothic"/>
              </a:rPr>
              <a:t>営業</a:t>
            </a:r>
            <a:r>
              <a:rPr sz="1600" spc="165" dirty="0">
                <a:latin typeface="MS UI Gothic"/>
                <a:cs typeface="MS UI Gothic"/>
              </a:rPr>
              <a:t>イン</a:t>
            </a:r>
            <a:r>
              <a:rPr sz="1600" spc="195" dirty="0">
                <a:latin typeface="MS UI Gothic"/>
                <a:cs typeface="MS UI Gothic"/>
              </a:rPr>
              <a:t>セ</a:t>
            </a:r>
            <a:r>
              <a:rPr sz="1600" spc="315" dirty="0">
                <a:latin typeface="MS UI Gothic"/>
                <a:cs typeface="MS UI Gothic"/>
              </a:rPr>
              <a:t>ンティ</a:t>
            </a:r>
            <a:r>
              <a:rPr sz="1600" spc="345" dirty="0">
                <a:latin typeface="MS UI Gothic"/>
                <a:cs typeface="MS UI Gothic"/>
              </a:rPr>
              <a:t>ブ</a:t>
            </a:r>
            <a:r>
              <a:rPr sz="1600" dirty="0">
                <a:latin typeface="MS UI Gothic"/>
                <a:cs typeface="MS UI Gothic"/>
              </a:rPr>
              <a:t>	</a:t>
            </a:r>
            <a:r>
              <a:rPr sz="1600" spc="-5" dirty="0">
                <a:latin typeface="MS UI Gothic"/>
                <a:cs typeface="MS UI Gothic"/>
              </a:rPr>
              <a:t>報酬面</a:t>
            </a:r>
            <a:r>
              <a:rPr sz="1600" dirty="0">
                <a:latin typeface="MS UI Gothic"/>
                <a:cs typeface="MS UI Gothic"/>
              </a:rPr>
              <a:t>	</a:t>
            </a:r>
            <a:r>
              <a:rPr sz="1600" spc="-5" dirty="0">
                <a:latin typeface="MS UI Gothic"/>
                <a:cs typeface="MS UI Gothic"/>
              </a:rPr>
              <a:t>「</a:t>
            </a:r>
            <a:r>
              <a:rPr sz="1600" spc="160" dirty="0">
                <a:latin typeface="MS UI Gothic"/>
                <a:cs typeface="MS UI Gothic"/>
              </a:rPr>
              <a:t>エムエ</a:t>
            </a:r>
            <a:r>
              <a:rPr sz="1600" spc="175" dirty="0">
                <a:latin typeface="MS UI Gothic"/>
                <a:cs typeface="MS UI Gothic"/>
              </a:rPr>
              <a:t>ム</a:t>
            </a:r>
            <a:r>
              <a:rPr sz="1600" spc="145" dirty="0">
                <a:latin typeface="MS UI Gothic"/>
                <a:cs typeface="MS UI Gothic"/>
              </a:rPr>
              <a:t>ポイント</a:t>
            </a:r>
            <a:r>
              <a:rPr sz="1600" spc="105" dirty="0">
                <a:latin typeface="MS UI Gothic"/>
                <a:cs typeface="MS UI Gothic"/>
              </a:rPr>
              <a:t>」</a:t>
            </a:r>
            <a:r>
              <a:rPr sz="1600" spc="295" dirty="0">
                <a:latin typeface="MS UI Gothic"/>
                <a:cs typeface="MS UI Gothic"/>
              </a:rPr>
              <a:t>について</a:t>
            </a:r>
            <a:endParaRPr sz="1600">
              <a:latin typeface="MS UI Gothic"/>
              <a:cs typeface="MS UI Gothic"/>
            </a:endParaRPr>
          </a:p>
          <a:p>
            <a:pPr>
              <a:lnSpc>
                <a:spcPct val="100000"/>
              </a:lnSpc>
              <a:spcBef>
                <a:spcPts val="60"/>
              </a:spcBef>
            </a:pPr>
            <a:endParaRPr sz="1450">
              <a:latin typeface="MS UI Gothic"/>
              <a:cs typeface="MS UI Gothic"/>
            </a:endParaRPr>
          </a:p>
          <a:p>
            <a:pPr marL="868044">
              <a:lnSpc>
                <a:spcPct val="100000"/>
              </a:lnSpc>
              <a:tabLst>
                <a:tab pos="2904490" algn="l"/>
                <a:tab pos="3608704" algn="l"/>
              </a:tabLst>
            </a:pPr>
            <a:r>
              <a:rPr sz="1600" spc="114" dirty="0">
                <a:latin typeface="MS UI Gothic"/>
                <a:cs typeface="MS UI Gothic"/>
              </a:rPr>
              <a:t>２</a:t>
            </a:r>
            <a:r>
              <a:rPr sz="1600" spc="165" dirty="0">
                <a:latin typeface="MS UI Gothic"/>
                <a:cs typeface="MS UI Gothic"/>
              </a:rPr>
              <a:t>.</a:t>
            </a:r>
            <a:r>
              <a:rPr sz="1600" spc="204" dirty="0">
                <a:latin typeface="MS UI Gothic"/>
                <a:cs typeface="MS UI Gothic"/>
              </a:rPr>
              <a:t>営業インセンティブ</a:t>
            </a:r>
            <a:r>
              <a:rPr sz="1600" dirty="0">
                <a:latin typeface="MS UI Gothic"/>
                <a:cs typeface="MS UI Gothic"/>
              </a:rPr>
              <a:t>	</a:t>
            </a:r>
            <a:r>
              <a:rPr sz="1600" spc="310" dirty="0">
                <a:latin typeface="MS UI Gothic"/>
                <a:cs typeface="MS UI Gothic"/>
              </a:rPr>
              <a:t>フロー</a:t>
            </a:r>
            <a:r>
              <a:rPr sz="1600" dirty="0">
                <a:latin typeface="MS UI Gothic"/>
                <a:cs typeface="MS UI Gothic"/>
              </a:rPr>
              <a:t>	</a:t>
            </a:r>
            <a:r>
              <a:rPr sz="1600" spc="-5" dirty="0">
                <a:latin typeface="MS UI Gothic"/>
                <a:cs typeface="MS UI Gothic"/>
              </a:rPr>
              <a:t>「</a:t>
            </a:r>
            <a:r>
              <a:rPr sz="1600" spc="185" dirty="0">
                <a:latin typeface="MS UI Gothic"/>
                <a:cs typeface="MS UI Gothic"/>
              </a:rPr>
              <a:t>エムエムポイ</a:t>
            </a:r>
            <a:r>
              <a:rPr sz="1600" spc="170" dirty="0">
                <a:latin typeface="MS UI Gothic"/>
                <a:cs typeface="MS UI Gothic"/>
              </a:rPr>
              <a:t>ン</a:t>
            </a:r>
            <a:r>
              <a:rPr sz="1600" spc="125" dirty="0">
                <a:latin typeface="MS UI Gothic"/>
                <a:cs typeface="MS UI Gothic"/>
              </a:rPr>
              <a:t>ト」に</a:t>
            </a:r>
            <a:r>
              <a:rPr sz="1600" spc="300" dirty="0">
                <a:latin typeface="MS UI Gothic"/>
                <a:cs typeface="MS UI Gothic"/>
              </a:rPr>
              <a:t>つ</a:t>
            </a:r>
            <a:r>
              <a:rPr sz="1600" spc="290" dirty="0">
                <a:latin typeface="MS UI Gothic"/>
                <a:cs typeface="MS UI Gothic"/>
              </a:rPr>
              <a:t>いて</a:t>
            </a:r>
            <a:endParaRPr sz="1600">
              <a:latin typeface="MS UI Gothic"/>
              <a:cs typeface="MS UI Gothic"/>
            </a:endParaRPr>
          </a:p>
          <a:p>
            <a:pPr>
              <a:lnSpc>
                <a:spcPct val="100000"/>
              </a:lnSpc>
            </a:pPr>
            <a:endParaRPr sz="1500">
              <a:latin typeface="MS UI Gothic"/>
              <a:cs typeface="MS UI Gothic"/>
            </a:endParaRPr>
          </a:p>
          <a:p>
            <a:pPr marL="1085215" indent="-217804">
              <a:lnSpc>
                <a:spcPct val="100000"/>
              </a:lnSpc>
              <a:spcBef>
                <a:spcPts val="5"/>
              </a:spcBef>
              <a:buSzPct val="93750"/>
              <a:buAutoNum type="arabicPeriod" startAt="3"/>
              <a:tabLst>
                <a:tab pos="1085850" algn="l"/>
              </a:tabLst>
            </a:pPr>
            <a:r>
              <a:rPr sz="1600" spc="85" dirty="0">
                <a:latin typeface="MS UI Gothic"/>
                <a:cs typeface="MS UI Gothic"/>
              </a:rPr>
              <a:t>人材確保の重要性と現状</a:t>
            </a:r>
            <a:r>
              <a:rPr sz="1600" spc="50" dirty="0">
                <a:latin typeface="MS UI Gothic"/>
                <a:cs typeface="MS UI Gothic"/>
              </a:rPr>
              <a:t>の</a:t>
            </a:r>
            <a:r>
              <a:rPr sz="1600" spc="-5" dirty="0">
                <a:latin typeface="MS UI Gothic"/>
                <a:cs typeface="MS UI Gothic"/>
              </a:rPr>
              <a:t>課題</a:t>
            </a:r>
            <a:endParaRPr sz="1600">
              <a:latin typeface="MS UI Gothic"/>
              <a:cs typeface="MS UI Gothic"/>
            </a:endParaRPr>
          </a:p>
          <a:p>
            <a:pPr>
              <a:lnSpc>
                <a:spcPct val="100000"/>
              </a:lnSpc>
              <a:spcBef>
                <a:spcPts val="60"/>
              </a:spcBef>
              <a:buFont typeface="MS UI Gothic"/>
              <a:buAutoNum type="arabicPeriod" startAt="3"/>
            </a:pPr>
            <a:endParaRPr sz="1450">
              <a:latin typeface="MS UI Gothic"/>
              <a:cs typeface="MS UI Gothic"/>
            </a:endParaRPr>
          </a:p>
          <a:p>
            <a:pPr marL="1085215" indent="-217804">
              <a:lnSpc>
                <a:spcPct val="100000"/>
              </a:lnSpc>
              <a:buSzPct val="93750"/>
              <a:buAutoNum type="arabicPeriod" startAt="3"/>
              <a:tabLst>
                <a:tab pos="1085850" algn="l"/>
                <a:tab pos="2889250" algn="l"/>
              </a:tabLst>
            </a:pPr>
            <a:r>
              <a:rPr sz="1600" spc="215" dirty="0">
                <a:latin typeface="MS UI Gothic"/>
                <a:cs typeface="MS UI Gothic"/>
              </a:rPr>
              <a:t>LINE</a:t>
            </a:r>
            <a:r>
              <a:rPr sz="1600" spc="55" dirty="0">
                <a:latin typeface="MS UI Gothic"/>
                <a:cs typeface="MS UI Gothic"/>
              </a:rPr>
              <a:t>導入</a:t>
            </a:r>
            <a:r>
              <a:rPr sz="1600" spc="45" dirty="0">
                <a:latin typeface="MS UI Gothic"/>
                <a:cs typeface="MS UI Gothic"/>
              </a:rPr>
              <a:t>の</a:t>
            </a:r>
            <a:r>
              <a:rPr sz="1600" spc="55" dirty="0">
                <a:latin typeface="MS UI Gothic"/>
                <a:cs typeface="MS UI Gothic"/>
              </a:rPr>
              <a:t>理由	</a:t>
            </a:r>
            <a:r>
              <a:rPr sz="1600" spc="114" dirty="0">
                <a:latin typeface="MS UI Gothic"/>
                <a:cs typeface="MS UI Gothic"/>
              </a:rPr>
              <a:t>～</a:t>
            </a:r>
            <a:r>
              <a:rPr sz="1600" spc="95" dirty="0">
                <a:latin typeface="MS UI Gothic"/>
                <a:cs typeface="MS UI Gothic"/>
              </a:rPr>
              <a:t>なぜ</a:t>
            </a:r>
            <a:r>
              <a:rPr sz="1600" spc="110" dirty="0">
                <a:latin typeface="MS UI Gothic"/>
                <a:cs typeface="MS UI Gothic"/>
              </a:rPr>
              <a:t>今</a:t>
            </a:r>
            <a:r>
              <a:rPr sz="1600" spc="210" dirty="0">
                <a:latin typeface="MS UI Gothic"/>
                <a:cs typeface="MS UI Gothic"/>
              </a:rPr>
              <a:t>LINE</a:t>
            </a:r>
            <a:r>
              <a:rPr sz="1600" spc="140" dirty="0">
                <a:latin typeface="MS UI Gothic"/>
                <a:cs typeface="MS UI Gothic"/>
              </a:rPr>
              <a:t>な</a:t>
            </a:r>
            <a:r>
              <a:rPr sz="1600" spc="135" dirty="0">
                <a:latin typeface="MS UI Gothic"/>
                <a:cs typeface="MS UI Gothic"/>
              </a:rPr>
              <a:t>のか</a:t>
            </a:r>
            <a:r>
              <a:rPr sz="1600" spc="110" dirty="0">
                <a:latin typeface="MS UI Gothic"/>
                <a:cs typeface="MS UI Gothic"/>
              </a:rPr>
              <a:t>？？～</a:t>
            </a:r>
            <a:endParaRPr sz="1600">
              <a:latin typeface="MS UI Gothic"/>
              <a:cs typeface="MS UI Gothic"/>
            </a:endParaRPr>
          </a:p>
          <a:p>
            <a:pPr>
              <a:lnSpc>
                <a:spcPct val="100000"/>
              </a:lnSpc>
              <a:spcBef>
                <a:spcPts val="60"/>
              </a:spcBef>
              <a:buFont typeface="MS UI Gothic"/>
              <a:buAutoNum type="arabicPeriod" startAt="3"/>
            </a:pPr>
            <a:endParaRPr sz="1450">
              <a:latin typeface="MS UI Gothic"/>
              <a:cs typeface="MS UI Gothic"/>
            </a:endParaRPr>
          </a:p>
          <a:p>
            <a:pPr marL="1117600" indent="-250190">
              <a:lnSpc>
                <a:spcPct val="100000"/>
              </a:lnSpc>
              <a:buSzPct val="93750"/>
              <a:buAutoNum type="arabicPeriod" startAt="3"/>
              <a:tabLst>
                <a:tab pos="1118235" algn="l"/>
              </a:tabLst>
            </a:pPr>
            <a:r>
              <a:rPr sz="1600" spc="345" dirty="0">
                <a:latin typeface="MS UI Gothic"/>
                <a:cs typeface="MS UI Gothic"/>
              </a:rPr>
              <a:t>LINE</a:t>
            </a:r>
            <a:r>
              <a:rPr sz="1600" spc="235" dirty="0">
                <a:latin typeface="MS UI Gothic"/>
                <a:cs typeface="MS UI Gothic"/>
              </a:rPr>
              <a:t>シ</a:t>
            </a:r>
            <a:r>
              <a:rPr sz="1600" spc="390" dirty="0">
                <a:latin typeface="MS UI Gothic"/>
                <a:cs typeface="MS UI Gothic"/>
              </a:rPr>
              <a:t>ス</a:t>
            </a:r>
            <a:r>
              <a:rPr sz="1600" spc="400" dirty="0">
                <a:latin typeface="MS UI Gothic"/>
                <a:cs typeface="MS UI Gothic"/>
              </a:rPr>
              <a:t>テ</a:t>
            </a:r>
            <a:r>
              <a:rPr sz="1600" spc="260" dirty="0">
                <a:latin typeface="MS UI Gothic"/>
                <a:cs typeface="MS UI Gothic"/>
              </a:rPr>
              <a:t>ム</a:t>
            </a:r>
            <a:r>
              <a:rPr sz="1600" spc="120" dirty="0">
                <a:latin typeface="MS UI Gothic"/>
                <a:cs typeface="MS UI Gothic"/>
              </a:rPr>
              <a:t>導入</a:t>
            </a:r>
            <a:r>
              <a:rPr sz="1600" spc="415" dirty="0">
                <a:latin typeface="MS UI Gothic"/>
                <a:cs typeface="MS UI Gothic"/>
              </a:rPr>
              <a:t>に</a:t>
            </a:r>
            <a:r>
              <a:rPr sz="1600" spc="120" dirty="0">
                <a:latin typeface="MS UI Gothic"/>
                <a:cs typeface="MS UI Gothic"/>
              </a:rPr>
              <a:t>係</a:t>
            </a:r>
            <a:r>
              <a:rPr sz="1600" spc="445" dirty="0">
                <a:latin typeface="MS UI Gothic"/>
                <a:cs typeface="MS UI Gothic"/>
              </a:rPr>
              <a:t>る</a:t>
            </a:r>
            <a:r>
              <a:rPr sz="1600" spc="120" dirty="0">
                <a:latin typeface="MS UI Gothic"/>
                <a:cs typeface="MS UI Gothic"/>
              </a:rPr>
              <a:t>経費</a:t>
            </a:r>
            <a:r>
              <a:rPr sz="1600" spc="415" dirty="0">
                <a:latin typeface="MS UI Gothic"/>
                <a:cs typeface="MS UI Gothic"/>
              </a:rPr>
              <a:t>に</a:t>
            </a:r>
            <a:r>
              <a:rPr sz="1600" spc="430" dirty="0">
                <a:latin typeface="MS UI Gothic"/>
                <a:cs typeface="MS UI Gothic"/>
              </a:rPr>
              <a:t>つ</a:t>
            </a:r>
            <a:r>
              <a:rPr sz="1600" spc="415" dirty="0">
                <a:latin typeface="MS UI Gothic"/>
                <a:cs typeface="MS UI Gothic"/>
              </a:rPr>
              <a:t>い</a:t>
            </a:r>
            <a:r>
              <a:rPr sz="1600" spc="290" dirty="0">
                <a:latin typeface="MS UI Gothic"/>
                <a:cs typeface="MS UI Gothic"/>
              </a:rPr>
              <a:t>て</a:t>
            </a:r>
            <a:endParaRPr sz="1600">
              <a:latin typeface="MS UI Gothic"/>
              <a:cs typeface="MS UI Gothic"/>
            </a:endParaRPr>
          </a:p>
          <a:p>
            <a:pPr>
              <a:lnSpc>
                <a:spcPct val="100000"/>
              </a:lnSpc>
              <a:buFont typeface="MS UI Gothic"/>
              <a:buAutoNum type="arabicPeriod" startAt="3"/>
            </a:pPr>
            <a:endParaRPr sz="1500">
              <a:latin typeface="MS UI Gothic"/>
              <a:cs typeface="MS UI Gothic"/>
            </a:endParaRPr>
          </a:p>
          <a:p>
            <a:pPr marL="1085215" indent="-217804">
              <a:lnSpc>
                <a:spcPct val="100000"/>
              </a:lnSpc>
              <a:buSzPct val="93750"/>
              <a:buAutoNum type="arabicPeriod" startAt="3"/>
              <a:tabLst>
                <a:tab pos="1085850" algn="l"/>
              </a:tabLst>
            </a:pPr>
            <a:r>
              <a:rPr sz="1600" spc="229" dirty="0">
                <a:latin typeface="MS UI Gothic"/>
                <a:cs typeface="MS UI Gothic"/>
              </a:rPr>
              <a:t>KPI</a:t>
            </a:r>
            <a:r>
              <a:rPr sz="1600" spc="180" dirty="0">
                <a:latin typeface="MS UI Gothic"/>
                <a:cs typeface="MS UI Gothic"/>
              </a:rPr>
              <a:t>設定</a:t>
            </a:r>
            <a:r>
              <a:rPr sz="1600" spc="145" dirty="0">
                <a:latin typeface="MS UI Gothic"/>
                <a:cs typeface="MS UI Gothic"/>
              </a:rPr>
              <a:t>の</a:t>
            </a:r>
            <a:r>
              <a:rPr sz="1600" spc="180" dirty="0">
                <a:latin typeface="MS UI Gothic"/>
                <a:cs typeface="MS UI Gothic"/>
              </a:rPr>
              <a:t>変更</a:t>
            </a:r>
            <a:r>
              <a:rPr sz="1600" spc="140" dirty="0">
                <a:latin typeface="MS UI Gothic"/>
                <a:cs typeface="MS UI Gothic"/>
              </a:rPr>
              <a:t>につ</a:t>
            </a:r>
            <a:r>
              <a:rPr sz="1600" spc="145" dirty="0">
                <a:latin typeface="MS UI Gothic"/>
                <a:cs typeface="MS UI Gothic"/>
              </a:rPr>
              <a:t>い</a:t>
            </a:r>
            <a:r>
              <a:rPr sz="1600" spc="140" dirty="0">
                <a:latin typeface="MS UI Gothic"/>
                <a:cs typeface="MS UI Gothic"/>
              </a:rPr>
              <a:t>て</a:t>
            </a:r>
            <a:endParaRPr sz="1600">
              <a:latin typeface="MS UI Gothic"/>
              <a:cs typeface="MS UI Gothic"/>
            </a:endParaRPr>
          </a:p>
          <a:p>
            <a:pPr>
              <a:lnSpc>
                <a:spcPct val="100000"/>
              </a:lnSpc>
              <a:spcBef>
                <a:spcPts val="10"/>
              </a:spcBef>
            </a:pPr>
            <a:endParaRPr sz="2300">
              <a:latin typeface="MS UI Gothic"/>
              <a:cs typeface="MS UI Gothic"/>
            </a:endParaRPr>
          </a:p>
          <a:p>
            <a:pPr marL="12700">
              <a:lnSpc>
                <a:spcPct val="100000"/>
              </a:lnSpc>
            </a:pPr>
            <a:r>
              <a:rPr sz="1100" b="1" spc="40" dirty="0">
                <a:latin typeface="Microsoft YaHei UI"/>
                <a:cs typeface="Microsoft YaHei UI"/>
              </a:rPr>
              <a:t>■</a:t>
            </a:r>
            <a:r>
              <a:rPr sz="1100" b="1" spc="65" dirty="0">
                <a:latin typeface="Microsoft YaHei UI"/>
                <a:cs typeface="Microsoft YaHei UI"/>
              </a:rPr>
              <a:t>営業イ</a:t>
            </a:r>
            <a:r>
              <a:rPr sz="1100" b="1" spc="-75" dirty="0">
                <a:latin typeface="Microsoft YaHei UI"/>
                <a:cs typeface="Microsoft YaHei UI"/>
              </a:rPr>
              <a:t>ン</a:t>
            </a:r>
            <a:r>
              <a:rPr sz="1100" b="1" spc="-60" dirty="0">
                <a:latin typeface="Microsoft YaHei UI"/>
                <a:cs typeface="Microsoft YaHei UI"/>
              </a:rPr>
              <a:t>セ</a:t>
            </a:r>
            <a:r>
              <a:rPr sz="1100" b="1" spc="-75" dirty="0">
                <a:latin typeface="Microsoft YaHei UI"/>
                <a:cs typeface="Microsoft YaHei UI"/>
              </a:rPr>
              <a:t>ン</a:t>
            </a:r>
            <a:r>
              <a:rPr sz="1100" b="1" spc="-50" dirty="0">
                <a:latin typeface="Microsoft YaHei UI"/>
                <a:cs typeface="Microsoft YaHei UI"/>
              </a:rPr>
              <a:t>テ</a:t>
            </a:r>
            <a:r>
              <a:rPr sz="1100" b="1" spc="-190" dirty="0">
                <a:latin typeface="Microsoft YaHei UI"/>
                <a:cs typeface="Microsoft YaHei UI"/>
              </a:rPr>
              <a:t>ィ</a:t>
            </a:r>
            <a:r>
              <a:rPr sz="1100" b="1" spc="-35" dirty="0">
                <a:latin typeface="Microsoft YaHei UI"/>
                <a:cs typeface="Microsoft YaHei UI"/>
              </a:rPr>
              <a:t>ブ</a:t>
            </a:r>
            <a:r>
              <a:rPr sz="1100" b="1" spc="-114" dirty="0">
                <a:latin typeface="Microsoft YaHei UI"/>
                <a:cs typeface="Microsoft YaHei UI"/>
              </a:rPr>
              <a:t>ポ</a:t>
            </a:r>
            <a:r>
              <a:rPr sz="1100" b="1" spc="-120" dirty="0">
                <a:latin typeface="Microsoft YaHei UI"/>
                <a:cs typeface="Microsoft YaHei UI"/>
              </a:rPr>
              <a:t>イ</a:t>
            </a:r>
            <a:r>
              <a:rPr sz="1100" b="1" spc="-85" dirty="0">
                <a:latin typeface="Microsoft YaHei UI"/>
                <a:cs typeface="Microsoft YaHei UI"/>
              </a:rPr>
              <a:t>ン</a:t>
            </a:r>
            <a:r>
              <a:rPr sz="1100" b="1" spc="-60" dirty="0">
                <a:latin typeface="Microsoft YaHei UI"/>
                <a:cs typeface="Microsoft YaHei UI"/>
              </a:rPr>
              <a:t>トにつ</a:t>
            </a:r>
            <a:r>
              <a:rPr sz="1100" b="1" spc="-70" dirty="0">
                <a:latin typeface="Microsoft YaHei UI"/>
                <a:cs typeface="Microsoft YaHei UI"/>
              </a:rPr>
              <a:t>い</a:t>
            </a:r>
            <a:r>
              <a:rPr sz="1100" b="1" spc="-325" dirty="0">
                <a:latin typeface="Microsoft YaHei UI"/>
                <a:cs typeface="Microsoft YaHei UI"/>
              </a:rPr>
              <a:t>て</a:t>
            </a:r>
            <a:r>
              <a:rPr sz="1100" b="1" spc="-300" dirty="0">
                <a:latin typeface="Microsoft YaHei UI"/>
                <a:cs typeface="Microsoft YaHei UI"/>
              </a:rPr>
              <a:t>（１～２）</a:t>
            </a:r>
            <a:endParaRPr sz="1100">
              <a:latin typeface="Microsoft YaHei UI"/>
              <a:cs typeface="Microsoft YaHei UI"/>
            </a:endParaRPr>
          </a:p>
          <a:p>
            <a:pPr marL="12700">
              <a:lnSpc>
                <a:spcPct val="100000"/>
              </a:lnSpc>
            </a:pPr>
            <a:r>
              <a:rPr sz="1100" dirty="0">
                <a:latin typeface="MS UI Gothic"/>
                <a:cs typeface="MS UI Gothic"/>
              </a:rPr>
              <a:t>・</a:t>
            </a:r>
            <a:r>
              <a:rPr sz="1100" spc="285" dirty="0">
                <a:latin typeface="MS UI Gothic"/>
                <a:cs typeface="MS UI Gothic"/>
              </a:rPr>
              <a:t>2022</a:t>
            </a:r>
            <a:r>
              <a:rPr sz="1100" dirty="0">
                <a:latin typeface="MS UI Gothic"/>
                <a:cs typeface="MS UI Gothic"/>
              </a:rPr>
              <a:t>年</a:t>
            </a:r>
            <a:r>
              <a:rPr sz="1100" spc="285" dirty="0">
                <a:latin typeface="MS UI Gothic"/>
                <a:cs typeface="MS UI Gothic"/>
              </a:rPr>
              <a:t>6</a:t>
            </a:r>
            <a:r>
              <a:rPr sz="1100" spc="-10" dirty="0">
                <a:latin typeface="MS UI Gothic"/>
                <a:cs typeface="MS UI Gothic"/>
              </a:rPr>
              <a:t>月度以降</a:t>
            </a:r>
            <a:r>
              <a:rPr sz="1100" spc="-5" dirty="0">
                <a:latin typeface="MS UI Gothic"/>
                <a:cs typeface="MS UI Gothic"/>
              </a:rPr>
              <a:t>、</a:t>
            </a:r>
            <a:r>
              <a:rPr sz="1100" spc="-10" dirty="0">
                <a:latin typeface="MS UI Gothic"/>
                <a:cs typeface="MS UI Gothic"/>
              </a:rPr>
              <a:t>採用</a:t>
            </a:r>
            <a:r>
              <a:rPr sz="1100" spc="-25" dirty="0">
                <a:latin typeface="MS UI Gothic"/>
                <a:cs typeface="MS UI Gothic"/>
              </a:rPr>
              <a:t>調</a:t>
            </a:r>
            <a:r>
              <a:rPr sz="1100" spc="95" dirty="0">
                <a:latin typeface="MS UI Gothic"/>
                <a:cs typeface="MS UI Gothic"/>
              </a:rPr>
              <a:t>達</a:t>
            </a:r>
            <a:r>
              <a:rPr sz="1100" spc="65" dirty="0">
                <a:latin typeface="MS UI Gothic"/>
                <a:cs typeface="MS UI Gothic"/>
              </a:rPr>
              <a:t>チ</a:t>
            </a:r>
            <a:r>
              <a:rPr sz="1100" spc="155" dirty="0">
                <a:latin typeface="MS UI Gothic"/>
                <a:cs typeface="MS UI Gothic"/>
              </a:rPr>
              <a:t>ー</a:t>
            </a:r>
            <a:r>
              <a:rPr sz="1100" spc="85" dirty="0">
                <a:latin typeface="MS UI Gothic"/>
                <a:cs typeface="MS UI Gothic"/>
              </a:rPr>
              <a:t>ム</a:t>
            </a:r>
            <a:r>
              <a:rPr sz="1100" spc="215" dirty="0">
                <a:latin typeface="MS UI Gothic"/>
                <a:cs typeface="MS UI Gothic"/>
              </a:rPr>
              <a:t>に</a:t>
            </a:r>
            <a:r>
              <a:rPr sz="1100" spc="190" dirty="0">
                <a:latin typeface="MS UI Gothic"/>
                <a:cs typeface="MS UI Gothic"/>
              </a:rPr>
              <a:t>よ</a:t>
            </a:r>
            <a:r>
              <a:rPr sz="1100" spc="215" dirty="0">
                <a:latin typeface="MS UI Gothic"/>
                <a:cs typeface="MS UI Gothic"/>
              </a:rPr>
              <a:t>る</a:t>
            </a:r>
            <a:r>
              <a:rPr sz="1100" spc="75" dirty="0">
                <a:latin typeface="MS UI Gothic"/>
                <a:cs typeface="MS UI Gothic"/>
              </a:rPr>
              <a:t>イ</a:t>
            </a:r>
            <a:r>
              <a:rPr sz="1100" spc="170" dirty="0">
                <a:latin typeface="MS UI Gothic"/>
                <a:cs typeface="MS UI Gothic"/>
              </a:rPr>
              <a:t>ン</a:t>
            </a:r>
            <a:r>
              <a:rPr sz="1100" spc="114" dirty="0">
                <a:latin typeface="MS UI Gothic"/>
                <a:cs typeface="MS UI Gothic"/>
              </a:rPr>
              <a:t>セ</a:t>
            </a:r>
            <a:r>
              <a:rPr sz="1100" spc="180" dirty="0">
                <a:latin typeface="MS UI Gothic"/>
                <a:cs typeface="MS UI Gothic"/>
              </a:rPr>
              <a:t>ン</a:t>
            </a:r>
            <a:r>
              <a:rPr sz="1100" spc="185" dirty="0">
                <a:latin typeface="MS UI Gothic"/>
                <a:cs typeface="MS UI Gothic"/>
              </a:rPr>
              <a:t>テ</a:t>
            </a:r>
            <a:r>
              <a:rPr sz="1100" spc="285" dirty="0">
                <a:latin typeface="MS UI Gothic"/>
                <a:cs typeface="MS UI Gothic"/>
              </a:rPr>
              <a:t>ィ</a:t>
            </a:r>
            <a:r>
              <a:rPr sz="1100" spc="170" dirty="0">
                <a:latin typeface="MS UI Gothic"/>
                <a:cs typeface="MS UI Gothic"/>
              </a:rPr>
              <a:t>ブ</a:t>
            </a:r>
            <a:r>
              <a:rPr sz="1100" spc="185" dirty="0">
                <a:latin typeface="MS UI Gothic"/>
                <a:cs typeface="MS UI Gothic"/>
              </a:rPr>
              <a:t>ポ</a:t>
            </a:r>
            <a:r>
              <a:rPr sz="1100" spc="150" dirty="0">
                <a:latin typeface="MS UI Gothic"/>
                <a:cs typeface="MS UI Gothic"/>
              </a:rPr>
              <a:t>イ</a:t>
            </a:r>
            <a:r>
              <a:rPr sz="1100" spc="180" dirty="0">
                <a:latin typeface="MS UI Gothic"/>
                <a:cs typeface="MS UI Gothic"/>
              </a:rPr>
              <a:t>ン</a:t>
            </a:r>
            <a:r>
              <a:rPr sz="1100" spc="120" dirty="0">
                <a:latin typeface="MS UI Gothic"/>
                <a:cs typeface="MS UI Gothic"/>
              </a:rPr>
              <a:t>ト</a:t>
            </a:r>
            <a:r>
              <a:rPr sz="1100" spc="125" dirty="0">
                <a:latin typeface="MS UI Gothic"/>
                <a:cs typeface="MS UI Gothic"/>
              </a:rPr>
              <a:t>の</a:t>
            </a:r>
            <a:r>
              <a:rPr sz="1100" spc="35" dirty="0">
                <a:latin typeface="MS UI Gothic"/>
                <a:cs typeface="MS UI Gothic"/>
              </a:rPr>
              <a:t>仕組</a:t>
            </a:r>
            <a:r>
              <a:rPr sz="1100" spc="20" dirty="0">
                <a:latin typeface="MS UI Gothic"/>
                <a:cs typeface="MS UI Gothic"/>
              </a:rPr>
              <a:t>み</a:t>
            </a:r>
            <a:r>
              <a:rPr sz="1100" spc="110" dirty="0">
                <a:latin typeface="MS UI Gothic"/>
                <a:cs typeface="MS UI Gothic"/>
              </a:rPr>
              <a:t>を</a:t>
            </a:r>
            <a:r>
              <a:rPr sz="1100" spc="130" dirty="0">
                <a:latin typeface="MS UI Gothic"/>
                <a:cs typeface="MS UI Gothic"/>
              </a:rPr>
              <a:t>追</a:t>
            </a:r>
            <a:r>
              <a:rPr sz="1100" dirty="0">
                <a:latin typeface="MS UI Gothic"/>
                <a:cs typeface="MS UI Gothic"/>
              </a:rPr>
              <a:t>加導</a:t>
            </a:r>
            <a:r>
              <a:rPr sz="1100" spc="-15" dirty="0">
                <a:latin typeface="MS UI Gothic"/>
                <a:cs typeface="MS UI Gothic"/>
              </a:rPr>
              <a:t>入</a:t>
            </a:r>
            <a:r>
              <a:rPr sz="1100" spc="110" dirty="0">
                <a:latin typeface="MS UI Gothic"/>
                <a:cs typeface="MS UI Gothic"/>
              </a:rPr>
              <a:t>す</a:t>
            </a:r>
            <a:r>
              <a:rPr sz="1100" spc="215" dirty="0">
                <a:latin typeface="MS UI Gothic"/>
                <a:cs typeface="MS UI Gothic"/>
              </a:rPr>
              <a:t>る</a:t>
            </a:r>
            <a:r>
              <a:rPr sz="1100" spc="-70" dirty="0">
                <a:latin typeface="MS UI Gothic"/>
                <a:cs typeface="MS UI Gothic"/>
              </a:rPr>
              <a:t>。</a:t>
            </a:r>
            <a:endParaRPr sz="1100">
              <a:latin typeface="MS UI Gothic"/>
              <a:cs typeface="MS UI Gothic"/>
            </a:endParaRPr>
          </a:p>
          <a:p>
            <a:pPr>
              <a:lnSpc>
                <a:spcPct val="100000"/>
              </a:lnSpc>
              <a:spcBef>
                <a:spcPts val="40"/>
              </a:spcBef>
            </a:pPr>
            <a:endParaRPr sz="1000">
              <a:latin typeface="MS UI Gothic"/>
              <a:cs typeface="MS UI Gothic"/>
            </a:endParaRPr>
          </a:p>
          <a:p>
            <a:pPr marL="105410" marR="5080" indent="-93345">
              <a:lnSpc>
                <a:spcPct val="100000"/>
              </a:lnSpc>
            </a:pPr>
            <a:r>
              <a:rPr sz="1100" spc="30" dirty="0">
                <a:latin typeface="MS UI Gothic"/>
                <a:cs typeface="MS UI Gothic"/>
              </a:rPr>
              <a:t>・</a:t>
            </a:r>
            <a:r>
              <a:rPr sz="1100" spc="45" dirty="0">
                <a:latin typeface="MS UI Gothic"/>
                <a:cs typeface="MS UI Gothic"/>
              </a:rPr>
              <a:t>イ</a:t>
            </a:r>
            <a:r>
              <a:rPr sz="1100" spc="180" dirty="0">
                <a:latin typeface="MS UI Gothic"/>
                <a:cs typeface="MS UI Gothic"/>
              </a:rPr>
              <a:t>ン</a:t>
            </a:r>
            <a:r>
              <a:rPr sz="1100" spc="125" dirty="0">
                <a:latin typeface="MS UI Gothic"/>
                <a:cs typeface="MS UI Gothic"/>
              </a:rPr>
              <a:t>セ</a:t>
            </a:r>
            <a:r>
              <a:rPr sz="1100" spc="180" dirty="0">
                <a:latin typeface="MS UI Gothic"/>
                <a:cs typeface="MS UI Gothic"/>
              </a:rPr>
              <a:t>ン</a:t>
            </a:r>
            <a:r>
              <a:rPr sz="1100" spc="185" dirty="0">
                <a:latin typeface="MS UI Gothic"/>
                <a:cs typeface="MS UI Gothic"/>
              </a:rPr>
              <a:t>テ</a:t>
            </a:r>
            <a:r>
              <a:rPr sz="1100" spc="285" dirty="0">
                <a:latin typeface="MS UI Gothic"/>
                <a:cs typeface="MS UI Gothic"/>
              </a:rPr>
              <a:t>ィ</a:t>
            </a:r>
            <a:r>
              <a:rPr sz="1100" spc="175" dirty="0">
                <a:latin typeface="MS UI Gothic"/>
                <a:cs typeface="MS UI Gothic"/>
              </a:rPr>
              <a:t>ブ</a:t>
            </a:r>
            <a:r>
              <a:rPr sz="1100" spc="190" dirty="0">
                <a:latin typeface="MS UI Gothic"/>
                <a:cs typeface="MS UI Gothic"/>
              </a:rPr>
              <a:t>ポ</a:t>
            </a:r>
            <a:r>
              <a:rPr sz="1100" spc="165" dirty="0">
                <a:latin typeface="MS UI Gothic"/>
                <a:cs typeface="MS UI Gothic"/>
              </a:rPr>
              <a:t>イ</a:t>
            </a:r>
            <a:r>
              <a:rPr sz="1100" spc="170" dirty="0">
                <a:latin typeface="MS UI Gothic"/>
                <a:cs typeface="MS UI Gothic"/>
              </a:rPr>
              <a:t>ン</a:t>
            </a:r>
            <a:r>
              <a:rPr sz="1100" spc="120" dirty="0">
                <a:latin typeface="MS UI Gothic"/>
                <a:cs typeface="MS UI Gothic"/>
              </a:rPr>
              <a:t>ト</a:t>
            </a:r>
            <a:r>
              <a:rPr sz="1100" spc="125" dirty="0">
                <a:latin typeface="MS UI Gothic"/>
                <a:cs typeface="MS UI Gothic"/>
              </a:rPr>
              <a:t>の</a:t>
            </a:r>
            <a:r>
              <a:rPr sz="1100" spc="35" dirty="0">
                <a:latin typeface="MS UI Gothic"/>
                <a:cs typeface="MS UI Gothic"/>
              </a:rPr>
              <a:t>仕組</a:t>
            </a:r>
            <a:r>
              <a:rPr sz="1100" spc="20" dirty="0">
                <a:latin typeface="MS UI Gothic"/>
                <a:cs typeface="MS UI Gothic"/>
              </a:rPr>
              <a:t>み</a:t>
            </a:r>
            <a:r>
              <a:rPr sz="1100" spc="75" dirty="0">
                <a:latin typeface="MS UI Gothic"/>
                <a:cs typeface="MS UI Gothic"/>
              </a:rPr>
              <a:t>導入</a:t>
            </a:r>
            <a:r>
              <a:rPr sz="1100" spc="45" dirty="0">
                <a:latin typeface="MS UI Gothic"/>
                <a:cs typeface="MS UI Gothic"/>
              </a:rPr>
              <a:t>の</a:t>
            </a:r>
            <a:r>
              <a:rPr sz="1100" spc="55" dirty="0">
                <a:latin typeface="MS UI Gothic"/>
                <a:cs typeface="MS UI Gothic"/>
              </a:rPr>
              <a:t>目的</a:t>
            </a:r>
            <a:r>
              <a:rPr sz="1100" spc="30" dirty="0">
                <a:latin typeface="MS UI Gothic"/>
                <a:cs typeface="MS UI Gothic"/>
              </a:rPr>
              <a:t>は</a:t>
            </a:r>
            <a:r>
              <a:rPr sz="1100" spc="-20" dirty="0">
                <a:latin typeface="MS UI Gothic"/>
                <a:cs typeface="MS UI Gothic"/>
              </a:rPr>
              <a:t>、</a:t>
            </a:r>
            <a:r>
              <a:rPr sz="1100" spc="-25" dirty="0">
                <a:latin typeface="MS UI Gothic"/>
                <a:cs typeface="MS UI Gothic"/>
              </a:rPr>
              <a:t>新規</a:t>
            </a:r>
            <a:r>
              <a:rPr sz="1100" spc="-35" dirty="0">
                <a:latin typeface="MS UI Gothic"/>
                <a:cs typeface="MS UI Gothic"/>
              </a:rPr>
              <a:t>案</a:t>
            </a:r>
            <a:r>
              <a:rPr sz="1100" dirty="0">
                <a:latin typeface="MS UI Gothic"/>
                <a:cs typeface="MS UI Gothic"/>
              </a:rPr>
              <a:t>件（基</a:t>
            </a:r>
            <a:r>
              <a:rPr sz="1100" spc="-15" dirty="0">
                <a:latin typeface="MS UI Gothic"/>
                <a:cs typeface="MS UI Gothic"/>
              </a:rPr>
              <a:t>本</a:t>
            </a:r>
            <a:r>
              <a:rPr sz="1100" spc="190" dirty="0">
                <a:latin typeface="MS UI Gothic"/>
                <a:cs typeface="MS UI Gothic"/>
              </a:rPr>
              <a:t>グル</a:t>
            </a:r>
            <a:r>
              <a:rPr sz="1100" spc="155" dirty="0">
                <a:latin typeface="MS UI Gothic"/>
                <a:cs typeface="MS UI Gothic"/>
              </a:rPr>
              <a:t>ー</a:t>
            </a:r>
            <a:r>
              <a:rPr sz="1100" spc="235" dirty="0">
                <a:latin typeface="MS UI Gothic"/>
                <a:cs typeface="MS UI Gothic"/>
              </a:rPr>
              <a:t>プ</a:t>
            </a:r>
            <a:r>
              <a:rPr sz="1100" dirty="0">
                <a:latin typeface="MS UI Gothic"/>
                <a:cs typeface="MS UI Gothic"/>
              </a:rPr>
              <a:t>外事</a:t>
            </a:r>
            <a:r>
              <a:rPr sz="1100" spc="-15" dirty="0">
                <a:latin typeface="MS UI Gothic"/>
                <a:cs typeface="MS UI Gothic"/>
              </a:rPr>
              <a:t>業</a:t>
            </a:r>
            <a:r>
              <a:rPr sz="1100" spc="10" dirty="0">
                <a:latin typeface="MS UI Gothic"/>
                <a:cs typeface="MS UI Gothic"/>
              </a:rPr>
              <a:t>）</a:t>
            </a:r>
            <a:r>
              <a:rPr sz="1100" dirty="0">
                <a:latin typeface="MS UI Gothic"/>
                <a:cs typeface="MS UI Gothic"/>
              </a:rPr>
              <a:t>受注</a:t>
            </a:r>
            <a:r>
              <a:rPr sz="1100" spc="-10" dirty="0">
                <a:latin typeface="MS UI Gothic"/>
                <a:cs typeface="MS UI Gothic"/>
              </a:rPr>
              <a:t>時</a:t>
            </a:r>
            <a:r>
              <a:rPr sz="1100" spc="-75" dirty="0">
                <a:latin typeface="MS UI Gothic"/>
                <a:cs typeface="MS UI Gothic"/>
              </a:rPr>
              <a:t>、</a:t>
            </a:r>
            <a:r>
              <a:rPr sz="1100" spc="180" dirty="0">
                <a:latin typeface="MS UI Gothic"/>
                <a:cs typeface="MS UI Gothic"/>
              </a:rPr>
              <a:t>ス</a:t>
            </a:r>
            <a:r>
              <a:rPr sz="1100" spc="195" dirty="0">
                <a:latin typeface="MS UI Gothic"/>
                <a:cs typeface="MS UI Gothic"/>
              </a:rPr>
              <a:t>タ</a:t>
            </a:r>
            <a:r>
              <a:rPr sz="1100" spc="245" dirty="0">
                <a:latin typeface="MS UI Gothic"/>
                <a:cs typeface="MS UI Gothic"/>
              </a:rPr>
              <a:t>ッ</a:t>
            </a:r>
            <a:r>
              <a:rPr sz="1100" spc="280" dirty="0">
                <a:latin typeface="MS UI Gothic"/>
                <a:cs typeface="MS UI Gothic"/>
              </a:rPr>
              <a:t>フ</a:t>
            </a:r>
            <a:r>
              <a:rPr sz="1100" spc="75" dirty="0">
                <a:latin typeface="MS UI Gothic"/>
                <a:cs typeface="MS UI Gothic"/>
              </a:rPr>
              <a:t>採用</a:t>
            </a:r>
            <a:r>
              <a:rPr sz="1100" spc="45" dirty="0">
                <a:latin typeface="MS UI Gothic"/>
                <a:cs typeface="MS UI Gothic"/>
              </a:rPr>
              <a:t>ま</a:t>
            </a:r>
            <a:r>
              <a:rPr sz="1100" spc="195" dirty="0">
                <a:latin typeface="MS UI Gothic"/>
                <a:cs typeface="MS UI Gothic"/>
              </a:rPr>
              <a:t>で</a:t>
            </a:r>
            <a:r>
              <a:rPr sz="1100" spc="170" dirty="0">
                <a:latin typeface="MS UI Gothic"/>
                <a:cs typeface="MS UI Gothic"/>
              </a:rPr>
              <a:t>に</a:t>
            </a:r>
            <a:r>
              <a:rPr sz="1100" spc="40" dirty="0">
                <a:latin typeface="MS UI Gothic"/>
                <a:cs typeface="MS UI Gothic"/>
              </a:rPr>
              <a:t>難航</a:t>
            </a:r>
            <a:r>
              <a:rPr sz="1100" spc="30" dirty="0">
                <a:latin typeface="MS UI Gothic"/>
                <a:cs typeface="MS UI Gothic"/>
              </a:rPr>
              <a:t>す</a:t>
            </a:r>
            <a:r>
              <a:rPr sz="1100" spc="215" dirty="0">
                <a:latin typeface="MS UI Gothic"/>
                <a:cs typeface="MS UI Gothic"/>
              </a:rPr>
              <a:t>る</a:t>
            </a:r>
            <a:r>
              <a:rPr sz="1100" spc="335" dirty="0">
                <a:latin typeface="MS UI Gothic"/>
                <a:cs typeface="MS UI Gothic"/>
              </a:rPr>
              <a:t>と</a:t>
            </a:r>
            <a:r>
              <a:rPr sz="1100" spc="120" dirty="0">
                <a:latin typeface="MS UI Gothic"/>
                <a:cs typeface="MS UI Gothic"/>
              </a:rPr>
              <a:t>予想</a:t>
            </a:r>
            <a:r>
              <a:rPr sz="1100" spc="65" dirty="0">
                <a:latin typeface="MS UI Gothic"/>
                <a:cs typeface="MS UI Gothic"/>
              </a:rPr>
              <a:t>さ</a:t>
            </a:r>
            <a:r>
              <a:rPr sz="1100" spc="175" dirty="0">
                <a:latin typeface="MS UI Gothic"/>
                <a:cs typeface="MS UI Gothic"/>
              </a:rPr>
              <a:t>れ</a:t>
            </a:r>
            <a:r>
              <a:rPr sz="1100" spc="130" dirty="0">
                <a:latin typeface="MS UI Gothic"/>
                <a:cs typeface="MS UI Gothic"/>
              </a:rPr>
              <a:t>る</a:t>
            </a:r>
            <a:r>
              <a:rPr sz="1100" spc="75" dirty="0">
                <a:latin typeface="MS UI Gothic"/>
                <a:cs typeface="MS UI Gothic"/>
              </a:rPr>
              <a:t>条件</a:t>
            </a:r>
            <a:r>
              <a:rPr sz="1100" spc="60" dirty="0">
                <a:latin typeface="MS UI Gothic"/>
                <a:cs typeface="MS UI Gothic"/>
              </a:rPr>
              <a:t>の </a:t>
            </a:r>
            <a:r>
              <a:rPr sz="1100" spc="80" dirty="0">
                <a:latin typeface="MS UI Gothic"/>
                <a:cs typeface="MS UI Gothic"/>
              </a:rPr>
              <a:t>案件</a:t>
            </a:r>
            <a:r>
              <a:rPr sz="1100" spc="60" dirty="0">
                <a:latin typeface="MS UI Gothic"/>
                <a:cs typeface="MS UI Gothic"/>
              </a:rPr>
              <a:t>に</a:t>
            </a:r>
            <a:r>
              <a:rPr sz="1100" spc="80" dirty="0">
                <a:latin typeface="MS UI Gothic"/>
                <a:cs typeface="MS UI Gothic"/>
              </a:rPr>
              <a:t>対</a:t>
            </a:r>
            <a:r>
              <a:rPr sz="1100" spc="50" dirty="0">
                <a:latin typeface="MS UI Gothic"/>
                <a:cs typeface="MS UI Gothic"/>
              </a:rPr>
              <a:t>し</a:t>
            </a:r>
            <a:r>
              <a:rPr sz="1100" spc="-75" dirty="0">
                <a:latin typeface="MS UI Gothic"/>
                <a:cs typeface="MS UI Gothic"/>
              </a:rPr>
              <a:t>、</a:t>
            </a:r>
            <a:r>
              <a:rPr sz="1100" spc="25" dirty="0">
                <a:latin typeface="MS UI Gothic"/>
                <a:cs typeface="MS UI Gothic"/>
              </a:rPr>
              <a:t>事前</a:t>
            </a:r>
            <a:r>
              <a:rPr sz="1100" spc="20" dirty="0">
                <a:latin typeface="MS UI Gothic"/>
                <a:cs typeface="MS UI Gothic"/>
              </a:rPr>
              <a:t>に</a:t>
            </a:r>
            <a:r>
              <a:rPr sz="1100" spc="10" dirty="0">
                <a:latin typeface="MS UI Gothic"/>
                <a:cs typeface="MS UI Gothic"/>
              </a:rPr>
              <a:t>「</a:t>
            </a:r>
            <a:r>
              <a:rPr sz="1100" spc="25" dirty="0">
                <a:latin typeface="MS UI Gothic"/>
                <a:cs typeface="MS UI Gothic"/>
              </a:rPr>
              <a:t>対象案件</a:t>
            </a:r>
            <a:r>
              <a:rPr sz="1100" spc="10" dirty="0">
                <a:latin typeface="MS UI Gothic"/>
                <a:cs typeface="MS UI Gothic"/>
              </a:rPr>
              <a:t>」</a:t>
            </a:r>
            <a:r>
              <a:rPr sz="1100" spc="-5" dirty="0">
                <a:latin typeface="MS UI Gothic"/>
                <a:cs typeface="MS UI Gothic"/>
              </a:rPr>
              <a:t>・</a:t>
            </a:r>
            <a:r>
              <a:rPr sz="1100" dirty="0">
                <a:latin typeface="MS UI Gothic"/>
                <a:cs typeface="MS UI Gothic"/>
              </a:rPr>
              <a:t>「対象</a:t>
            </a:r>
            <a:r>
              <a:rPr sz="1100" spc="-15" dirty="0">
                <a:latin typeface="MS UI Gothic"/>
                <a:cs typeface="MS UI Gothic"/>
              </a:rPr>
              <a:t>期</a:t>
            </a:r>
            <a:r>
              <a:rPr sz="1100" dirty="0">
                <a:latin typeface="MS UI Gothic"/>
                <a:cs typeface="MS UI Gothic"/>
              </a:rPr>
              <a:t>間」・</a:t>
            </a:r>
            <a:r>
              <a:rPr sz="1100" spc="50" dirty="0">
                <a:latin typeface="MS UI Gothic"/>
                <a:cs typeface="MS UI Gothic"/>
              </a:rPr>
              <a:t> </a:t>
            </a:r>
            <a:r>
              <a:rPr sz="1100" dirty="0">
                <a:latin typeface="MS UI Gothic"/>
                <a:cs typeface="MS UI Gothic"/>
              </a:rPr>
              <a:t>「</a:t>
            </a:r>
            <a:r>
              <a:rPr sz="1100" spc="105" dirty="0">
                <a:latin typeface="MS UI Gothic"/>
                <a:cs typeface="MS UI Gothic"/>
              </a:rPr>
              <a:t>付与</a:t>
            </a:r>
            <a:r>
              <a:rPr sz="1100" spc="85" dirty="0">
                <a:latin typeface="MS UI Gothic"/>
                <a:cs typeface="MS UI Gothic"/>
              </a:rPr>
              <a:t>ポ</a:t>
            </a:r>
            <a:r>
              <a:rPr sz="1100" spc="75" dirty="0">
                <a:latin typeface="MS UI Gothic"/>
                <a:cs typeface="MS UI Gothic"/>
              </a:rPr>
              <a:t>イ</a:t>
            </a:r>
            <a:r>
              <a:rPr sz="1100" spc="85" dirty="0">
                <a:latin typeface="MS UI Gothic"/>
                <a:cs typeface="MS UI Gothic"/>
              </a:rPr>
              <a:t>ン</a:t>
            </a:r>
            <a:r>
              <a:rPr sz="1100" spc="70" dirty="0">
                <a:latin typeface="MS UI Gothic"/>
                <a:cs typeface="MS UI Gothic"/>
              </a:rPr>
              <a:t>ト</a:t>
            </a:r>
            <a:r>
              <a:rPr sz="1100" spc="45" dirty="0">
                <a:latin typeface="MS UI Gothic"/>
                <a:cs typeface="MS UI Gothic"/>
              </a:rPr>
              <a:t>」</a:t>
            </a:r>
            <a:r>
              <a:rPr sz="1100" spc="75" dirty="0">
                <a:latin typeface="MS UI Gothic"/>
                <a:cs typeface="MS UI Gothic"/>
              </a:rPr>
              <a:t>を</a:t>
            </a:r>
            <a:r>
              <a:rPr sz="1100" spc="95" dirty="0">
                <a:latin typeface="MS UI Gothic"/>
                <a:cs typeface="MS UI Gothic"/>
              </a:rPr>
              <a:t>設定</a:t>
            </a:r>
            <a:r>
              <a:rPr sz="1100" spc="65" dirty="0">
                <a:latin typeface="MS UI Gothic"/>
                <a:cs typeface="MS UI Gothic"/>
              </a:rPr>
              <a:t>し</a:t>
            </a:r>
            <a:r>
              <a:rPr sz="1100" spc="-20" dirty="0">
                <a:latin typeface="MS UI Gothic"/>
                <a:cs typeface="MS UI Gothic"/>
              </a:rPr>
              <a:t>、</a:t>
            </a:r>
            <a:r>
              <a:rPr sz="1100" spc="-30" dirty="0">
                <a:latin typeface="MS UI Gothic"/>
                <a:cs typeface="MS UI Gothic"/>
              </a:rPr>
              <a:t>配</a:t>
            </a:r>
            <a:r>
              <a:rPr sz="1100" spc="-40" dirty="0">
                <a:latin typeface="MS UI Gothic"/>
                <a:cs typeface="MS UI Gothic"/>
              </a:rPr>
              <a:t>信</a:t>
            </a:r>
            <a:r>
              <a:rPr sz="1100" spc="110" dirty="0">
                <a:latin typeface="MS UI Gothic"/>
                <a:cs typeface="MS UI Gothic"/>
              </a:rPr>
              <a:t>す</a:t>
            </a:r>
            <a:r>
              <a:rPr sz="1100" spc="215" dirty="0">
                <a:latin typeface="MS UI Gothic"/>
                <a:cs typeface="MS UI Gothic"/>
              </a:rPr>
              <a:t>る</a:t>
            </a:r>
            <a:r>
              <a:rPr sz="1100" spc="290" dirty="0">
                <a:latin typeface="MS UI Gothic"/>
                <a:cs typeface="MS UI Gothic"/>
              </a:rPr>
              <a:t>こ</a:t>
            </a:r>
            <a:r>
              <a:rPr sz="1100" spc="265" dirty="0">
                <a:latin typeface="MS UI Gothic"/>
                <a:cs typeface="MS UI Gothic"/>
              </a:rPr>
              <a:t>と</a:t>
            </a:r>
            <a:r>
              <a:rPr sz="1100" spc="60" dirty="0">
                <a:latin typeface="MS UI Gothic"/>
                <a:cs typeface="MS UI Gothic"/>
              </a:rPr>
              <a:t>で</a:t>
            </a:r>
            <a:r>
              <a:rPr sz="1100" spc="45" dirty="0">
                <a:latin typeface="MS UI Gothic"/>
                <a:cs typeface="MS UI Gothic"/>
              </a:rPr>
              <a:t>、</a:t>
            </a:r>
            <a:r>
              <a:rPr sz="1100" spc="-15" dirty="0">
                <a:latin typeface="MS UI Gothic"/>
                <a:cs typeface="MS UI Gothic"/>
              </a:rPr>
              <a:t>月</a:t>
            </a:r>
            <a:r>
              <a:rPr sz="1100" spc="50" dirty="0">
                <a:latin typeface="MS UI Gothic"/>
                <a:cs typeface="MS UI Gothic"/>
              </a:rPr>
              <a:t>給者</a:t>
            </a:r>
            <a:r>
              <a:rPr sz="1100" spc="25" dirty="0">
                <a:latin typeface="MS UI Gothic"/>
                <a:cs typeface="MS UI Gothic"/>
              </a:rPr>
              <a:t>や</a:t>
            </a:r>
            <a:r>
              <a:rPr sz="1100" dirty="0">
                <a:latin typeface="MS UI Gothic"/>
                <a:cs typeface="MS UI Gothic"/>
              </a:rPr>
              <a:t>時給</a:t>
            </a:r>
            <a:r>
              <a:rPr sz="1100" spc="-15" dirty="0">
                <a:latin typeface="MS UI Gothic"/>
                <a:cs typeface="MS UI Gothic"/>
              </a:rPr>
              <a:t>者</a:t>
            </a:r>
            <a:r>
              <a:rPr sz="1100" spc="204" dirty="0">
                <a:latin typeface="MS UI Gothic"/>
                <a:cs typeface="MS UI Gothic"/>
              </a:rPr>
              <a:t>の</a:t>
            </a:r>
            <a:r>
              <a:rPr sz="1100" dirty="0">
                <a:latin typeface="MS UI Gothic"/>
                <a:cs typeface="MS UI Gothic"/>
              </a:rPr>
              <a:t>積</a:t>
            </a:r>
            <a:r>
              <a:rPr sz="1100" spc="-15" dirty="0">
                <a:latin typeface="MS UI Gothic"/>
                <a:cs typeface="MS UI Gothic"/>
              </a:rPr>
              <a:t>極</a:t>
            </a:r>
            <a:r>
              <a:rPr sz="1100" spc="125" dirty="0">
                <a:latin typeface="MS UI Gothic"/>
                <a:cs typeface="MS UI Gothic"/>
              </a:rPr>
              <a:t>的</a:t>
            </a:r>
            <a:r>
              <a:rPr sz="1100" spc="105" dirty="0">
                <a:latin typeface="MS UI Gothic"/>
                <a:cs typeface="MS UI Gothic"/>
              </a:rPr>
              <a:t>な</a:t>
            </a:r>
            <a:r>
              <a:rPr sz="1100" spc="85" dirty="0">
                <a:latin typeface="MS UI Gothic"/>
                <a:cs typeface="MS UI Gothic"/>
              </a:rPr>
              <a:t>か</a:t>
            </a:r>
            <a:r>
              <a:rPr sz="1100" spc="165" dirty="0">
                <a:latin typeface="MS UI Gothic"/>
                <a:cs typeface="MS UI Gothic"/>
              </a:rPr>
              <a:t>かわ</a:t>
            </a:r>
            <a:r>
              <a:rPr sz="1100" spc="240" dirty="0">
                <a:latin typeface="MS UI Gothic"/>
                <a:cs typeface="MS UI Gothic"/>
              </a:rPr>
              <a:t>り</a:t>
            </a:r>
            <a:r>
              <a:rPr sz="1100" spc="275" dirty="0">
                <a:latin typeface="MS UI Gothic"/>
                <a:cs typeface="MS UI Gothic"/>
              </a:rPr>
              <a:t>を</a:t>
            </a:r>
            <a:r>
              <a:rPr sz="1100" spc="30" dirty="0">
                <a:latin typeface="MS UI Gothic"/>
                <a:cs typeface="MS UI Gothic"/>
              </a:rPr>
              <a:t>促</a:t>
            </a:r>
            <a:r>
              <a:rPr sz="1100" spc="20" dirty="0">
                <a:latin typeface="MS UI Gothic"/>
                <a:cs typeface="MS UI Gothic"/>
              </a:rPr>
              <a:t>し、</a:t>
            </a:r>
            <a:endParaRPr sz="1100">
              <a:latin typeface="MS UI Gothic"/>
              <a:cs typeface="MS UI Gothic"/>
            </a:endParaRPr>
          </a:p>
          <a:p>
            <a:pPr marL="105410">
              <a:lnSpc>
                <a:spcPct val="100000"/>
              </a:lnSpc>
            </a:pPr>
            <a:r>
              <a:rPr sz="1100" spc="50" dirty="0">
                <a:latin typeface="MS UI Gothic"/>
                <a:cs typeface="MS UI Gothic"/>
              </a:rPr>
              <a:t>現場の日々の稼働（売上）</a:t>
            </a:r>
            <a:r>
              <a:rPr sz="1100" spc="30" dirty="0">
                <a:latin typeface="MS UI Gothic"/>
                <a:cs typeface="MS UI Gothic"/>
              </a:rPr>
              <a:t>に</a:t>
            </a:r>
            <a:r>
              <a:rPr sz="1100" spc="40" dirty="0">
                <a:latin typeface="MS UI Gothic"/>
                <a:cs typeface="MS UI Gothic"/>
              </a:rPr>
              <a:t>貢献</a:t>
            </a:r>
            <a:r>
              <a:rPr sz="1100" spc="30" dirty="0">
                <a:latin typeface="MS UI Gothic"/>
                <a:cs typeface="MS UI Gothic"/>
              </a:rPr>
              <a:t>す</a:t>
            </a:r>
            <a:r>
              <a:rPr sz="1100" spc="215" dirty="0">
                <a:latin typeface="MS UI Gothic"/>
                <a:cs typeface="MS UI Gothic"/>
              </a:rPr>
              <a:t>る</a:t>
            </a:r>
            <a:r>
              <a:rPr sz="1100" spc="200" dirty="0">
                <a:latin typeface="MS UI Gothic"/>
                <a:cs typeface="MS UI Gothic"/>
              </a:rPr>
              <a:t>た</a:t>
            </a:r>
            <a:r>
              <a:rPr sz="1100" spc="180" dirty="0">
                <a:latin typeface="MS UI Gothic"/>
                <a:cs typeface="MS UI Gothic"/>
              </a:rPr>
              <a:t>め</a:t>
            </a:r>
            <a:r>
              <a:rPr sz="1100" spc="160" dirty="0">
                <a:latin typeface="MS UI Gothic"/>
                <a:cs typeface="MS UI Gothic"/>
              </a:rPr>
              <a:t>で</a:t>
            </a:r>
            <a:r>
              <a:rPr sz="1100" spc="204" dirty="0">
                <a:latin typeface="MS UI Gothic"/>
                <a:cs typeface="MS UI Gothic"/>
              </a:rPr>
              <a:t>あ</a:t>
            </a:r>
            <a:r>
              <a:rPr sz="1100" spc="185" dirty="0">
                <a:latin typeface="MS UI Gothic"/>
                <a:cs typeface="MS UI Gothic"/>
              </a:rPr>
              <a:t>る</a:t>
            </a:r>
            <a:r>
              <a:rPr sz="1100" spc="-70" dirty="0">
                <a:latin typeface="MS UI Gothic"/>
                <a:cs typeface="MS UI Gothic"/>
              </a:rPr>
              <a:t>。</a:t>
            </a:r>
            <a:endParaRPr sz="1100">
              <a:latin typeface="MS UI Gothic"/>
              <a:cs typeface="MS UI Gothic"/>
            </a:endParaRPr>
          </a:p>
          <a:p>
            <a:pPr>
              <a:lnSpc>
                <a:spcPct val="100000"/>
              </a:lnSpc>
            </a:pPr>
            <a:endParaRPr sz="1100">
              <a:latin typeface="MS UI Gothic"/>
              <a:cs typeface="MS UI Gothic"/>
            </a:endParaRPr>
          </a:p>
          <a:p>
            <a:pPr>
              <a:lnSpc>
                <a:spcPct val="100000"/>
              </a:lnSpc>
              <a:spcBef>
                <a:spcPts val="15"/>
              </a:spcBef>
            </a:pPr>
            <a:endParaRPr sz="950">
              <a:latin typeface="MS UI Gothic"/>
              <a:cs typeface="MS UI Gothic"/>
            </a:endParaRPr>
          </a:p>
          <a:p>
            <a:pPr marL="153035" indent="-140970">
              <a:lnSpc>
                <a:spcPct val="100000"/>
              </a:lnSpc>
              <a:buSzPct val="90909"/>
              <a:buChar char="■"/>
              <a:tabLst>
                <a:tab pos="153670" algn="l"/>
              </a:tabLst>
            </a:pPr>
            <a:r>
              <a:rPr sz="1100" b="1" spc="75" dirty="0">
                <a:latin typeface="Microsoft YaHei UI"/>
                <a:cs typeface="Microsoft YaHei UI"/>
              </a:rPr>
              <a:t>LINE</a:t>
            </a:r>
            <a:r>
              <a:rPr sz="1100" b="1" spc="-70" dirty="0">
                <a:latin typeface="Microsoft YaHei UI"/>
                <a:cs typeface="Microsoft YaHei UI"/>
              </a:rPr>
              <a:t>の導入について</a:t>
            </a:r>
            <a:r>
              <a:rPr sz="1100" b="1" spc="-60" dirty="0">
                <a:latin typeface="Microsoft YaHei UI"/>
                <a:cs typeface="Microsoft YaHei UI"/>
              </a:rPr>
              <a:t>（3～6）</a:t>
            </a:r>
            <a:endParaRPr sz="1100">
              <a:latin typeface="Microsoft YaHei UI"/>
              <a:cs typeface="Microsoft YaHei UI"/>
            </a:endParaRPr>
          </a:p>
          <a:p>
            <a:pPr marL="12700">
              <a:lnSpc>
                <a:spcPct val="100000"/>
              </a:lnSpc>
            </a:pPr>
            <a:r>
              <a:rPr sz="1100" dirty="0">
                <a:latin typeface="MS UI Gothic"/>
                <a:cs typeface="MS UI Gothic"/>
              </a:rPr>
              <a:t>・</a:t>
            </a:r>
            <a:r>
              <a:rPr sz="1100" spc="285" dirty="0">
                <a:latin typeface="MS UI Gothic"/>
                <a:cs typeface="MS UI Gothic"/>
              </a:rPr>
              <a:t>2022</a:t>
            </a:r>
            <a:r>
              <a:rPr sz="1100" dirty="0">
                <a:latin typeface="MS UI Gothic"/>
                <a:cs typeface="MS UI Gothic"/>
              </a:rPr>
              <a:t>年</a:t>
            </a:r>
            <a:r>
              <a:rPr sz="1100" spc="285" dirty="0">
                <a:latin typeface="MS UI Gothic"/>
                <a:cs typeface="MS UI Gothic"/>
              </a:rPr>
              <a:t>7</a:t>
            </a:r>
            <a:r>
              <a:rPr sz="1100" spc="25" dirty="0">
                <a:latin typeface="MS UI Gothic"/>
                <a:cs typeface="MS UI Gothic"/>
              </a:rPr>
              <a:t>月度以降</a:t>
            </a:r>
            <a:r>
              <a:rPr sz="1100" spc="15" dirty="0">
                <a:latin typeface="MS UI Gothic"/>
                <a:cs typeface="MS UI Gothic"/>
              </a:rPr>
              <a:t>、</a:t>
            </a:r>
            <a:r>
              <a:rPr sz="1100" spc="25" dirty="0">
                <a:latin typeface="MS UI Gothic"/>
                <a:cs typeface="MS UI Gothic"/>
              </a:rPr>
              <a:t>新</a:t>
            </a:r>
            <a:r>
              <a:rPr sz="1100" spc="15" dirty="0">
                <a:latin typeface="MS UI Gothic"/>
                <a:cs typeface="MS UI Gothic"/>
              </a:rPr>
              <a:t>た</a:t>
            </a:r>
            <a:r>
              <a:rPr sz="1100" spc="125" dirty="0">
                <a:latin typeface="MS UI Gothic"/>
                <a:cs typeface="MS UI Gothic"/>
              </a:rPr>
              <a:t>な</a:t>
            </a:r>
            <a:r>
              <a:rPr sz="1100" dirty="0">
                <a:latin typeface="MS UI Gothic"/>
                <a:cs typeface="MS UI Gothic"/>
              </a:rPr>
              <a:t>採用</a:t>
            </a:r>
            <a:r>
              <a:rPr sz="1100" spc="-15" dirty="0">
                <a:latin typeface="MS UI Gothic"/>
                <a:cs typeface="MS UI Gothic"/>
              </a:rPr>
              <a:t>手</a:t>
            </a:r>
            <a:r>
              <a:rPr sz="1100" spc="210" dirty="0">
                <a:latin typeface="MS UI Gothic"/>
                <a:cs typeface="MS UI Gothic"/>
              </a:rPr>
              <a:t>法</a:t>
            </a:r>
            <a:r>
              <a:rPr sz="1100" spc="125" dirty="0">
                <a:latin typeface="MS UI Gothic"/>
                <a:cs typeface="MS UI Gothic"/>
              </a:rPr>
              <a:t>と</a:t>
            </a:r>
            <a:r>
              <a:rPr sz="1100" spc="160" dirty="0">
                <a:latin typeface="MS UI Gothic"/>
                <a:cs typeface="MS UI Gothic"/>
              </a:rPr>
              <a:t>し</a:t>
            </a:r>
            <a:r>
              <a:rPr sz="1100" spc="175" dirty="0">
                <a:latin typeface="MS UI Gothic"/>
                <a:cs typeface="MS UI Gothic"/>
              </a:rPr>
              <a:t>て</a:t>
            </a:r>
            <a:r>
              <a:rPr sz="1100" spc="145" dirty="0">
                <a:latin typeface="MS UI Gothic"/>
                <a:cs typeface="MS UI Gothic"/>
              </a:rPr>
              <a:t>LINE</a:t>
            </a:r>
            <a:r>
              <a:rPr sz="1100" spc="55" dirty="0">
                <a:latin typeface="MS UI Gothic"/>
                <a:cs typeface="MS UI Gothic"/>
              </a:rPr>
              <a:t>公式</a:t>
            </a:r>
            <a:r>
              <a:rPr sz="1100" spc="25" dirty="0">
                <a:latin typeface="MS UI Gothic"/>
                <a:cs typeface="MS UI Gothic"/>
              </a:rPr>
              <a:t>ア</a:t>
            </a:r>
            <a:r>
              <a:rPr sz="1100" spc="240" dirty="0">
                <a:latin typeface="MS UI Gothic"/>
                <a:cs typeface="MS UI Gothic"/>
              </a:rPr>
              <a:t>カ</a:t>
            </a:r>
            <a:r>
              <a:rPr sz="1100" spc="195" dirty="0">
                <a:latin typeface="MS UI Gothic"/>
                <a:cs typeface="MS UI Gothic"/>
              </a:rPr>
              <a:t>ウ</a:t>
            </a:r>
            <a:r>
              <a:rPr sz="1100" spc="170" dirty="0">
                <a:latin typeface="MS UI Gothic"/>
                <a:cs typeface="MS UI Gothic"/>
              </a:rPr>
              <a:t>ン</a:t>
            </a:r>
            <a:r>
              <a:rPr sz="1100" spc="150" dirty="0">
                <a:latin typeface="MS UI Gothic"/>
                <a:cs typeface="MS UI Gothic"/>
              </a:rPr>
              <a:t>ト</a:t>
            </a:r>
            <a:r>
              <a:rPr sz="1100" spc="145" dirty="0">
                <a:latin typeface="MS UI Gothic"/>
                <a:cs typeface="MS UI Gothic"/>
              </a:rPr>
              <a:t>を</a:t>
            </a:r>
            <a:r>
              <a:rPr sz="1100" spc="20" dirty="0">
                <a:latin typeface="MS UI Gothic"/>
                <a:cs typeface="MS UI Gothic"/>
              </a:rPr>
              <a:t>開設</a:t>
            </a:r>
            <a:r>
              <a:rPr sz="1100" spc="15" dirty="0">
                <a:latin typeface="MS UI Gothic"/>
                <a:cs typeface="MS UI Gothic"/>
              </a:rPr>
              <a:t>し</a:t>
            </a:r>
            <a:r>
              <a:rPr sz="1100" spc="10" dirty="0">
                <a:latin typeface="MS UI Gothic"/>
                <a:cs typeface="MS UI Gothic"/>
              </a:rPr>
              <a:t>、</a:t>
            </a:r>
            <a:r>
              <a:rPr sz="1100" spc="40" dirty="0">
                <a:latin typeface="MS UI Gothic"/>
                <a:cs typeface="MS UI Gothic"/>
              </a:rPr>
              <a:t>ＬＩＮＥ</a:t>
            </a:r>
            <a:r>
              <a:rPr sz="1100" spc="130" dirty="0">
                <a:latin typeface="MS UI Gothic"/>
                <a:cs typeface="MS UI Gothic"/>
              </a:rPr>
              <a:t>シ</a:t>
            </a:r>
            <a:r>
              <a:rPr sz="1100" spc="120" dirty="0">
                <a:latin typeface="MS UI Gothic"/>
                <a:cs typeface="MS UI Gothic"/>
              </a:rPr>
              <a:t>ス</a:t>
            </a:r>
            <a:r>
              <a:rPr sz="1100" spc="185" dirty="0">
                <a:latin typeface="MS UI Gothic"/>
                <a:cs typeface="MS UI Gothic"/>
              </a:rPr>
              <a:t>テ</a:t>
            </a:r>
            <a:r>
              <a:rPr sz="1100" spc="180" dirty="0">
                <a:latin typeface="MS UI Gothic"/>
                <a:cs typeface="MS UI Gothic"/>
              </a:rPr>
              <a:t>ム</a:t>
            </a:r>
            <a:r>
              <a:rPr sz="1100" spc="150" dirty="0">
                <a:latin typeface="MS UI Gothic"/>
                <a:cs typeface="MS UI Gothic"/>
              </a:rPr>
              <a:t>を</a:t>
            </a:r>
            <a:r>
              <a:rPr sz="1100" dirty="0">
                <a:latin typeface="MS UI Gothic"/>
                <a:cs typeface="MS UI Gothic"/>
              </a:rPr>
              <a:t>追加</a:t>
            </a:r>
            <a:r>
              <a:rPr sz="1100" spc="-15" dirty="0">
                <a:latin typeface="MS UI Gothic"/>
                <a:cs typeface="MS UI Gothic"/>
              </a:rPr>
              <a:t>導</a:t>
            </a:r>
            <a:r>
              <a:rPr sz="1100" spc="65" dirty="0">
                <a:latin typeface="MS UI Gothic"/>
                <a:cs typeface="MS UI Gothic"/>
              </a:rPr>
              <a:t>入</a:t>
            </a:r>
            <a:r>
              <a:rPr sz="1100" spc="50" dirty="0">
                <a:latin typeface="MS UI Gothic"/>
                <a:cs typeface="MS UI Gothic"/>
              </a:rPr>
              <a:t>す</a:t>
            </a:r>
            <a:r>
              <a:rPr sz="1100" spc="215" dirty="0">
                <a:latin typeface="MS UI Gothic"/>
                <a:cs typeface="MS UI Gothic"/>
              </a:rPr>
              <a:t>る</a:t>
            </a:r>
            <a:r>
              <a:rPr sz="1100" spc="-70" dirty="0">
                <a:latin typeface="MS UI Gothic"/>
                <a:cs typeface="MS UI Gothic"/>
              </a:rPr>
              <a:t>。</a:t>
            </a:r>
            <a:endParaRPr sz="1100">
              <a:latin typeface="MS UI Gothic"/>
              <a:cs typeface="MS UI Gothic"/>
            </a:endParaRPr>
          </a:p>
          <a:p>
            <a:pPr>
              <a:lnSpc>
                <a:spcPct val="100000"/>
              </a:lnSpc>
              <a:spcBef>
                <a:spcPts val="40"/>
              </a:spcBef>
            </a:pPr>
            <a:endParaRPr sz="1000">
              <a:latin typeface="MS UI Gothic"/>
              <a:cs typeface="MS UI Gothic"/>
            </a:endParaRPr>
          </a:p>
          <a:p>
            <a:pPr marL="105410" marR="668655" indent="-93345">
              <a:lnSpc>
                <a:spcPct val="100000"/>
              </a:lnSpc>
            </a:pPr>
            <a:r>
              <a:rPr sz="1100" dirty="0">
                <a:latin typeface="MS UI Gothic"/>
                <a:cs typeface="MS UI Gothic"/>
              </a:rPr>
              <a:t>・</a:t>
            </a:r>
            <a:r>
              <a:rPr sz="1100" spc="145" dirty="0">
                <a:latin typeface="MS UI Gothic"/>
                <a:cs typeface="MS UI Gothic"/>
              </a:rPr>
              <a:t>LINE</a:t>
            </a:r>
            <a:r>
              <a:rPr sz="1100" spc="114" dirty="0">
                <a:latin typeface="MS UI Gothic"/>
                <a:cs typeface="MS UI Gothic"/>
              </a:rPr>
              <a:t>公式</a:t>
            </a:r>
            <a:r>
              <a:rPr sz="1100" spc="85" dirty="0">
                <a:latin typeface="MS UI Gothic"/>
                <a:cs typeface="MS UI Gothic"/>
              </a:rPr>
              <a:t>ア</a:t>
            </a:r>
            <a:r>
              <a:rPr sz="1100" spc="80" dirty="0">
                <a:latin typeface="MS UI Gothic"/>
                <a:cs typeface="MS UI Gothic"/>
              </a:rPr>
              <a:t>カ</a:t>
            </a:r>
            <a:r>
              <a:rPr sz="1100" spc="195" dirty="0">
                <a:latin typeface="MS UI Gothic"/>
                <a:cs typeface="MS UI Gothic"/>
              </a:rPr>
              <a:t>ウ</a:t>
            </a:r>
            <a:r>
              <a:rPr sz="1100" spc="180" dirty="0">
                <a:latin typeface="MS UI Gothic"/>
                <a:cs typeface="MS UI Gothic"/>
              </a:rPr>
              <a:t>ン</a:t>
            </a:r>
            <a:r>
              <a:rPr sz="1100" spc="75" dirty="0">
                <a:latin typeface="MS UI Gothic"/>
                <a:cs typeface="MS UI Gothic"/>
              </a:rPr>
              <a:t>ト</a:t>
            </a:r>
            <a:r>
              <a:rPr sz="1100" spc="90" dirty="0">
                <a:latin typeface="MS UI Gothic"/>
                <a:cs typeface="MS UI Gothic"/>
              </a:rPr>
              <a:t>の</a:t>
            </a:r>
            <a:r>
              <a:rPr sz="1100" spc="110" dirty="0">
                <a:latin typeface="MS UI Gothic"/>
                <a:cs typeface="MS UI Gothic"/>
              </a:rPr>
              <a:t>導入</a:t>
            </a:r>
            <a:r>
              <a:rPr sz="1100" spc="75" dirty="0">
                <a:latin typeface="MS UI Gothic"/>
                <a:cs typeface="MS UI Gothic"/>
              </a:rPr>
              <a:t>の</a:t>
            </a:r>
            <a:r>
              <a:rPr sz="1100" spc="55" dirty="0">
                <a:latin typeface="MS UI Gothic"/>
                <a:cs typeface="MS UI Gothic"/>
              </a:rPr>
              <a:t>目的</a:t>
            </a:r>
            <a:r>
              <a:rPr sz="1100" spc="30" dirty="0">
                <a:latin typeface="MS UI Gothic"/>
                <a:cs typeface="MS UI Gothic"/>
              </a:rPr>
              <a:t>は</a:t>
            </a:r>
            <a:r>
              <a:rPr sz="1100" spc="75" dirty="0">
                <a:latin typeface="MS UI Gothic"/>
                <a:cs typeface="MS UI Gothic"/>
              </a:rPr>
              <a:t>、</a:t>
            </a:r>
            <a:r>
              <a:rPr sz="1100" spc="114" dirty="0">
                <a:latin typeface="MS UI Gothic"/>
                <a:cs typeface="MS UI Gothic"/>
              </a:rPr>
              <a:t>友</a:t>
            </a:r>
            <a:r>
              <a:rPr sz="1100" spc="90" dirty="0">
                <a:latin typeface="MS UI Gothic"/>
                <a:cs typeface="MS UI Gothic"/>
              </a:rPr>
              <a:t>だ</a:t>
            </a:r>
            <a:r>
              <a:rPr sz="1100" spc="70" dirty="0">
                <a:latin typeface="MS UI Gothic"/>
                <a:cs typeface="MS UI Gothic"/>
              </a:rPr>
              <a:t>ち</a:t>
            </a:r>
            <a:r>
              <a:rPr sz="1100" dirty="0">
                <a:latin typeface="MS UI Gothic"/>
                <a:cs typeface="MS UI Gothic"/>
              </a:rPr>
              <a:t>登録</a:t>
            </a:r>
            <a:r>
              <a:rPr sz="1100" spc="-15" dirty="0">
                <a:latin typeface="MS UI Gothic"/>
                <a:cs typeface="MS UI Gothic"/>
              </a:rPr>
              <a:t>者</a:t>
            </a:r>
            <a:r>
              <a:rPr sz="1100" spc="110" dirty="0">
                <a:latin typeface="MS UI Gothic"/>
                <a:cs typeface="MS UI Gothic"/>
              </a:rPr>
              <a:t>を</a:t>
            </a:r>
            <a:r>
              <a:rPr sz="1100" spc="150" dirty="0">
                <a:latin typeface="MS UI Gothic"/>
                <a:cs typeface="MS UI Gothic"/>
              </a:rPr>
              <a:t>増</a:t>
            </a:r>
            <a:r>
              <a:rPr sz="1100" spc="105" dirty="0">
                <a:latin typeface="MS UI Gothic"/>
                <a:cs typeface="MS UI Gothic"/>
              </a:rPr>
              <a:t>や</a:t>
            </a:r>
            <a:r>
              <a:rPr sz="1100" spc="25" dirty="0">
                <a:latin typeface="MS UI Gothic"/>
                <a:cs typeface="MS UI Gothic"/>
              </a:rPr>
              <a:t>し</a:t>
            </a:r>
            <a:r>
              <a:rPr sz="1100" spc="35" dirty="0">
                <a:latin typeface="MS UI Gothic"/>
                <a:cs typeface="MS UI Gothic"/>
              </a:rPr>
              <a:t>登録</a:t>
            </a:r>
            <a:r>
              <a:rPr sz="1100" spc="25" dirty="0">
                <a:latin typeface="MS UI Gothic"/>
                <a:cs typeface="MS UI Gothic"/>
              </a:rPr>
              <a:t>者</a:t>
            </a:r>
            <a:r>
              <a:rPr sz="1100" spc="125" dirty="0">
                <a:latin typeface="MS UI Gothic"/>
                <a:cs typeface="MS UI Gothic"/>
              </a:rPr>
              <a:t>の</a:t>
            </a:r>
            <a:r>
              <a:rPr sz="1100" spc="150" dirty="0">
                <a:latin typeface="MS UI Gothic"/>
                <a:cs typeface="MS UI Gothic"/>
              </a:rPr>
              <a:t>中</a:t>
            </a:r>
            <a:r>
              <a:rPr sz="1100" spc="110" dirty="0">
                <a:latin typeface="MS UI Gothic"/>
                <a:cs typeface="MS UI Gothic"/>
              </a:rPr>
              <a:t>か</a:t>
            </a:r>
            <a:r>
              <a:rPr sz="1100" spc="254" dirty="0">
                <a:latin typeface="MS UI Gothic"/>
                <a:cs typeface="MS UI Gothic"/>
              </a:rPr>
              <a:t>ら</a:t>
            </a:r>
            <a:r>
              <a:rPr sz="1100" spc="-15" dirty="0">
                <a:latin typeface="MS UI Gothic"/>
                <a:cs typeface="MS UI Gothic"/>
              </a:rPr>
              <a:t>現</a:t>
            </a:r>
            <a:r>
              <a:rPr sz="1100" spc="210" dirty="0">
                <a:latin typeface="MS UI Gothic"/>
                <a:cs typeface="MS UI Gothic"/>
              </a:rPr>
              <a:t>場</a:t>
            </a:r>
            <a:r>
              <a:rPr sz="1100" spc="125" dirty="0">
                <a:latin typeface="MS UI Gothic"/>
                <a:cs typeface="MS UI Gothic"/>
              </a:rPr>
              <a:t>と</a:t>
            </a:r>
            <a:r>
              <a:rPr sz="1100" spc="200" dirty="0">
                <a:latin typeface="MS UI Gothic"/>
                <a:cs typeface="MS UI Gothic"/>
              </a:rPr>
              <a:t>の</a:t>
            </a:r>
            <a:r>
              <a:rPr sz="1100" spc="175" dirty="0">
                <a:latin typeface="MS UI Gothic"/>
                <a:cs typeface="MS UI Gothic"/>
              </a:rPr>
              <a:t>マ</a:t>
            </a:r>
            <a:r>
              <a:rPr sz="1100" spc="195" dirty="0">
                <a:latin typeface="MS UI Gothic"/>
                <a:cs typeface="MS UI Gothic"/>
              </a:rPr>
              <a:t>ッ</a:t>
            </a:r>
            <a:r>
              <a:rPr sz="1100" spc="260" dirty="0">
                <a:latin typeface="MS UI Gothic"/>
                <a:cs typeface="MS UI Gothic"/>
              </a:rPr>
              <a:t>チ</a:t>
            </a:r>
            <a:r>
              <a:rPr sz="1100" spc="180" dirty="0">
                <a:latin typeface="MS UI Gothic"/>
                <a:cs typeface="MS UI Gothic"/>
              </a:rPr>
              <a:t>ン</a:t>
            </a:r>
            <a:r>
              <a:rPr sz="1100" spc="235" dirty="0">
                <a:latin typeface="MS UI Gothic"/>
                <a:cs typeface="MS UI Gothic"/>
              </a:rPr>
              <a:t>グ</a:t>
            </a:r>
            <a:r>
              <a:rPr sz="1100" spc="229" dirty="0">
                <a:latin typeface="MS UI Gothic"/>
                <a:cs typeface="MS UI Gothic"/>
              </a:rPr>
              <a:t>を</a:t>
            </a:r>
            <a:r>
              <a:rPr sz="1100" spc="-15" dirty="0">
                <a:latin typeface="MS UI Gothic"/>
                <a:cs typeface="MS UI Gothic"/>
              </a:rPr>
              <a:t>行</a:t>
            </a:r>
            <a:r>
              <a:rPr sz="1100" spc="30" dirty="0">
                <a:latin typeface="MS UI Gothic"/>
                <a:cs typeface="MS UI Gothic"/>
              </a:rPr>
              <a:t>い</a:t>
            </a:r>
            <a:r>
              <a:rPr sz="1100" spc="25" dirty="0">
                <a:latin typeface="MS UI Gothic"/>
                <a:cs typeface="MS UI Gothic"/>
              </a:rPr>
              <a:t>、</a:t>
            </a:r>
            <a:r>
              <a:rPr sz="1100" spc="40" dirty="0">
                <a:latin typeface="MS UI Gothic"/>
                <a:cs typeface="MS UI Gothic"/>
              </a:rPr>
              <a:t>採</a:t>
            </a:r>
            <a:r>
              <a:rPr sz="1100" spc="25" dirty="0">
                <a:latin typeface="MS UI Gothic"/>
                <a:cs typeface="MS UI Gothic"/>
              </a:rPr>
              <a:t>用</a:t>
            </a:r>
            <a:r>
              <a:rPr sz="1100" dirty="0">
                <a:latin typeface="MS UI Gothic"/>
                <a:cs typeface="MS UI Gothic"/>
              </a:rPr>
              <a:t>募集</a:t>
            </a:r>
            <a:r>
              <a:rPr sz="1100" spc="-15" dirty="0">
                <a:latin typeface="MS UI Gothic"/>
                <a:cs typeface="MS UI Gothic"/>
              </a:rPr>
              <a:t>費</a:t>
            </a:r>
            <a:r>
              <a:rPr sz="1100" spc="60" dirty="0">
                <a:latin typeface="MS UI Gothic"/>
                <a:cs typeface="MS UI Gothic"/>
              </a:rPr>
              <a:t>の</a:t>
            </a:r>
            <a:r>
              <a:rPr sz="1100" spc="75" dirty="0">
                <a:latin typeface="MS UI Gothic"/>
                <a:cs typeface="MS UI Gothic"/>
              </a:rPr>
              <a:t>低</a:t>
            </a:r>
            <a:r>
              <a:rPr sz="1100" spc="60" dirty="0">
                <a:latin typeface="MS UI Gothic"/>
                <a:cs typeface="MS UI Gothic"/>
              </a:rPr>
              <a:t>減</a:t>
            </a:r>
            <a:r>
              <a:rPr sz="1100" spc="345" dirty="0">
                <a:latin typeface="MS UI Gothic"/>
                <a:cs typeface="MS UI Gothic"/>
              </a:rPr>
              <a:t>と </a:t>
            </a:r>
            <a:r>
              <a:rPr sz="1100" spc="180" dirty="0">
                <a:latin typeface="MS UI Gothic"/>
                <a:cs typeface="MS UI Gothic"/>
              </a:rPr>
              <a:t>ス</a:t>
            </a:r>
            <a:r>
              <a:rPr sz="1100" spc="145" dirty="0">
                <a:latin typeface="MS UI Gothic"/>
                <a:cs typeface="MS UI Gothic"/>
              </a:rPr>
              <a:t>ムー</a:t>
            </a:r>
            <a:r>
              <a:rPr sz="1100" spc="140" dirty="0">
                <a:latin typeface="MS UI Gothic"/>
                <a:cs typeface="MS UI Gothic"/>
              </a:rPr>
              <a:t>ズ</a:t>
            </a:r>
            <a:r>
              <a:rPr sz="1100" spc="25" dirty="0">
                <a:latin typeface="MS UI Gothic"/>
                <a:cs typeface="MS UI Gothic"/>
              </a:rPr>
              <a:t>な</a:t>
            </a:r>
            <a:r>
              <a:rPr sz="1100" spc="30" dirty="0">
                <a:latin typeface="MS UI Gothic"/>
                <a:cs typeface="MS UI Gothic"/>
              </a:rPr>
              <a:t>現場稼</a:t>
            </a:r>
            <a:r>
              <a:rPr sz="1100" spc="15" dirty="0">
                <a:latin typeface="MS UI Gothic"/>
                <a:cs typeface="MS UI Gothic"/>
              </a:rPr>
              <a:t>働</a:t>
            </a:r>
            <a:r>
              <a:rPr sz="1100" spc="55" dirty="0">
                <a:latin typeface="MS UI Gothic"/>
                <a:cs typeface="MS UI Gothic"/>
              </a:rPr>
              <a:t>人材</a:t>
            </a:r>
            <a:r>
              <a:rPr sz="1100" spc="45" dirty="0">
                <a:latin typeface="MS UI Gothic"/>
                <a:cs typeface="MS UI Gothic"/>
              </a:rPr>
              <a:t>の</a:t>
            </a:r>
            <a:r>
              <a:rPr sz="1100" spc="40" dirty="0">
                <a:latin typeface="MS UI Gothic"/>
                <a:cs typeface="MS UI Gothic"/>
              </a:rPr>
              <a:t>充</a:t>
            </a:r>
            <a:r>
              <a:rPr sz="1100" spc="160" dirty="0">
                <a:latin typeface="MS UI Gothic"/>
                <a:cs typeface="MS UI Gothic"/>
              </a:rPr>
              <a:t>足</a:t>
            </a:r>
            <a:r>
              <a:rPr sz="1100" spc="130" dirty="0">
                <a:latin typeface="MS UI Gothic"/>
                <a:cs typeface="MS UI Gothic"/>
              </a:rPr>
              <a:t>の</a:t>
            </a:r>
            <a:r>
              <a:rPr sz="1100" spc="110" dirty="0">
                <a:latin typeface="MS UI Gothic"/>
                <a:cs typeface="MS UI Gothic"/>
              </a:rPr>
              <a:t>た</a:t>
            </a:r>
            <a:r>
              <a:rPr sz="1100" spc="180" dirty="0">
                <a:latin typeface="MS UI Gothic"/>
                <a:cs typeface="MS UI Gothic"/>
              </a:rPr>
              <a:t>め</a:t>
            </a:r>
            <a:r>
              <a:rPr sz="1100" spc="160" dirty="0">
                <a:latin typeface="MS UI Gothic"/>
                <a:cs typeface="MS UI Gothic"/>
              </a:rPr>
              <a:t>で</a:t>
            </a:r>
            <a:r>
              <a:rPr sz="1100" spc="204" dirty="0">
                <a:latin typeface="MS UI Gothic"/>
                <a:cs typeface="MS UI Gothic"/>
              </a:rPr>
              <a:t>あ</a:t>
            </a:r>
            <a:r>
              <a:rPr sz="1100" spc="175" dirty="0">
                <a:latin typeface="MS UI Gothic"/>
                <a:cs typeface="MS UI Gothic"/>
              </a:rPr>
              <a:t>る</a:t>
            </a:r>
            <a:r>
              <a:rPr sz="1100" spc="-70" dirty="0">
                <a:latin typeface="MS UI Gothic"/>
                <a:cs typeface="MS UI Gothic"/>
              </a:rPr>
              <a:t>。</a:t>
            </a:r>
            <a:endParaRPr sz="1100">
              <a:latin typeface="MS UI Gothic"/>
              <a:cs typeface="MS UI Gothic"/>
            </a:endParaRPr>
          </a:p>
        </p:txBody>
      </p:sp>
      <p:sp>
        <p:nvSpPr>
          <p:cNvPr id="18" name="object 11">
            <a:extLst>
              <a:ext uri="{FF2B5EF4-FFF2-40B4-BE49-F238E27FC236}">
                <a16:creationId xmlns:a16="http://schemas.microsoft.com/office/drawing/2014/main" id="{8C542A61-E08E-01CA-175B-A750C4EB3B03}"/>
              </a:ext>
            </a:extLst>
          </p:cNvPr>
          <p:cNvSpPr txBox="1">
            <a:spLocks noGrp="1"/>
          </p:cNvSpPr>
          <p:nvPr>
            <p:ph type="sldNum" sz="quarter" idx="7"/>
          </p:nvPr>
        </p:nvSpPr>
        <p:spPr>
          <a:xfrm>
            <a:off x="8756650" y="6700474"/>
            <a:ext cx="434340" cy="160020"/>
          </a:xfrm>
          <a:prstGeom prst="rect">
            <a:avLst/>
          </a:prstGeom>
        </p:spPr>
        <p:txBody>
          <a:bodyPr vert="horz" wrap="square" lIns="0" tIns="0" rIns="0" bIns="0" rtlCol="0">
            <a:spAutoFit/>
          </a:bodyPr>
          <a:lstStyle>
            <a:defPPr>
              <a:defRPr lang="ja-JP"/>
            </a:defPPr>
            <a:lvl1pPr marL="0" algn="l" defTabSz="914400" rtl="0" eaLnBrk="1" latinLnBrk="0" hangingPunct="1">
              <a:defRPr kumimoji="1" sz="1050" b="0" i="0" kern="1200">
                <a:solidFill>
                  <a:schemeClr val="tx1"/>
                </a:solidFill>
                <a:latin typeface="MS UI Gothic"/>
                <a:ea typeface="+mn-ea"/>
                <a:cs typeface="MS UI Gothic"/>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12700">
              <a:lnSpc>
                <a:spcPts val="1240"/>
              </a:lnSpc>
            </a:pPr>
            <a:r>
              <a:rPr lang="ja-JP" altLang="en-US" spc="95"/>
              <a:t>－</a:t>
            </a:r>
            <a:fld id="{81D60167-4931-47E6-BA6A-407CBD079E47}" type="slidenum">
              <a:rPr spc="95" smtClean="0"/>
              <a:pPr marL="12700">
                <a:lnSpc>
                  <a:spcPts val="1240"/>
                </a:lnSpc>
              </a:pPr>
              <a:t>10</a:t>
            </a:fld>
            <a:r>
              <a:rPr spc="95"/>
              <a:t>－</a:t>
            </a:r>
            <a:endParaRPr spc="9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349704"/>
            <a:ext cx="5628005" cy="181460"/>
          </a:xfrm>
          <a:prstGeom prst="rect">
            <a:avLst/>
          </a:prstGeom>
        </p:spPr>
        <p:txBody>
          <a:bodyPr vert="horz" wrap="square" lIns="0" tIns="12065" rIns="0" bIns="0" rtlCol="0">
            <a:spAutoFit/>
          </a:bodyPr>
          <a:lstStyle/>
          <a:p>
            <a:pPr marL="12700">
              <a:lnSpc>
                <a:spcPct val="100000"/>
              </a:lnSpc>
              <a:spcBef>
                <a:spcPts val="95"/>
              </a:spcBef>
              <a:tabLst>
                <a:tab pos="2449830" algn="l"/>
                <a:tab pos="3195320" algn="l"/>
              </a:tabLst>
            </a:pPr>
            <a:r>
              <a:rPr sz="1100" spc="185" dirty="0"/>
              <a:t>1-(1).</a:t>
            </a:r>
            <a:r>
              <a:rPr sz="1100" spc="-5" dirty="0"/>
              <a:t>営業</a:t>
            </a:r>
            <a:r>
              <a:rPr sz="1100" spc="165" dirty="0"/>
              <a:t>イ</a:t>
            </a:r>
            <a:r>
              <a:rPr sz="1100" spc="170" dirty="0"/>
              <a:t>ン</a:t>
            </a:r>
            <a:r>
              <a:rPr sz="1100" spc="195" dirty="0"/>
              <a:t>セ</a:t>
            </a:r>
            <a:r>
              <a:rPr sz="1100" spc="340" dirty="0"/>
              <a:t>ン</a:t>
            </a:r>
            <a:r>
              <a:rPr sz="1100" spc="345" dirty="0"/>
              <a:t>テ</a:t>
            </a:r>
            <a:r>
              <a:rPr sz="1100" spc="254" dirty="0"/>
              <a:t>ィ</a:t>
            </a:r>
            <a:r>
              <a:rPr sz="1100" spc="345" dirty="0"/>
              <a:t>ブ	</a:t>
            </a:r>
            <a:r>
              <a:rPr sz="1100" spc="-5" dirty="0"/>
              <a:t>報酬面	「</a:t>
            </a:r>
            <a:r>
              <a:rPr sz="1100" spc="155" dirty="0"/>
              <a:t>エ</a:t>
            </a:r>
            <a:r>
              <a:rPr sz="1100" spc="170" dirty="0"/>
              <a:t>ム</a:t>
            </a:r>
            <a:r>
              <a:rPr sz="1100" spc="155" dirty="0"/>
              <a:t>エ</a:t>
            </a:r>
            <a:r>
              <a:rPr sz="1100" spc="175" dirty="0"/>
              <a:t>ム</a:t>
            </a:r>
            <a:r>
              <a:rPr sz="1100" spc="160" dirty="0"/>
              <a:t>ポ</a:t>
            </a:r>
            <a:r>
              <a:rPr sz="1100" spc="140" dirty="0"/>
              <a:t>イ</a:t>
            </a:r>
            <a:r>
              <a:rPr sz="1100" spc="145" dirty="0"/>
              <a:t>ン</a:t>
            </a:r>
            <a:r>
              <a:rPr sz="1100" spc="140" dirty="0"/>
              <a:t>ト</a:t>
            </a:r>
            <a:r>
              <a:rPr sz="1100" spc="105" dirty="0"/>
              <a:t>」</a:t>
            </a:r>
            <a:r>
              <a:rPr sz="1100" spc="285" dirty="0"/>
              <a:t>につ</a:t>
            </a:r>
            <a:r>
              <a:rPr sz="1100" spc="295" dirty="0"/>
              <a:t>い</a:t>
            </a:r>
            <a:r>
              <a:rPr sz="1100" spc="285" dirty="0"/>
              <a:t>て</a:t>
            </a:r>
          </a:p>
        </p:txBody>
      </p:sp>
      <p:sp>
        <p:nvSpPr>
          <p:cNvPr id="3" name="object 3"/>
          <p:cNvSpPr txBox="1"/>
          <p:nvPr/>
        </p:nvSpPr>
        <p:spPr>
          <a:xfrm>
            <a:off x="115062" y="5226558"/>
            <a:ext cx="8929370" cy="1424940"/>
          </a:xfrm>
          <a:prstGeom prst="rect">
            <a:avLst/>
          </a:prstGeom>
          <a:solidFill>
            <a:srgbClr val="FFFFCC"/>
          </a:solidFill>
          <a:ln w="25400">
            <a:solidFill>
              <a:srgbClr val="000000"/>
            </a:solidFill>
          </a:ln>
        </p:spPr>
        <p:txBody>
          <a:bodyPr vert="horz" wrap="square" lIns="0" tIns="50165" rIns="0" bIns="0" rtlCol="0">
            <a:spAutoFit/>
          </a:bodyPr>
          <a:lstStyle/>
          <a:p>
            <a:pPr marL="286385" marR="254635" indent="-187960">
              <a:lnSpc>
                <a:spcPct val="100000"/>
              </a:lnSpc>
              <a:spcBef>
                <a:spcPts val="395"/>
              </a:spcBef>
              <a:buFont typeface="Arial MT"/>
              <a:buChar char="•"/>
              <a:tabLst>
                <a:tab pos="271780" algn="l"/>
              </a:tabLst>
            </a:pPr>
            <a:r>
              <a:rPr sz="1100" spc="15" dirty="0">
                <a:latin typeface="MS UI Gothic"/>
                <a:cs typeface="MS UI Gothic"/>
              </a:rPr>
              <a:t>運用方法は</a:t>
            </a:r>
            <a:r>
              <a:rPr sz="1100" spc="5" dirty="0">
                <a:latin typeface="MS UI Gothic"/>
                <a:cs typeface="MS UI Gothic"/>
              </a:rPr>
              <a:t>、</a:t>
            </a:r>
            <a:r>
              <a:rPr sz="1100" dirty="0">
                <a:latin typeface="MS UI Gothic"/>
                <a:cs typeface="MS UI Gothic"/>
              </a:rPr>
              <a:t>新規現場受注</a:t>
            </a:r>
            <a:r>
              <a:rPr sz="1100" spc="-15" dirty="0">
                <a:latin typeface="MS UI Gothic"/>
                <a:cs typeface="MS UI Gothic"/>
              </a:rPr>
              <a:t>時、「</a:t>
            </a:r>
            <a:r>
              <a:rPr sz="1100" spc="-20" dirty="0">
                <a:latin typeface="MS UI Gothic"/>
                <a:cs typeface="MS UI Gothic"/>
              </a:rPr>
              <a:t>受注</a:t>
            </a:r>
            <a:r>
              <a:rPr sz="1100" spc="-30" dirty="0">
                <a:latin typeface="MS UI Gothic"/>
                <a:cs typeface="MS UI Gothic"/>
              </a:rPr>
              <a:t>報</a:t>
            </a:r>
            <a:r>
              <a:rPr sz="1100" dirty="0">
                <a:latin typeface="MS UI Gothic"/>
                <a:cs typeface="MS UI Gothic"/>
              </a:rPr>
              <a:t>告～</a:t>
            </a:r>
            <a:r>
              <a:rPr sz="1100" spc="-15" dirty="0">
                <a:latin typeface="MS UI Gothic"/>
                <a:cs typeface="MS UI Gothic"/>
              </a:rPr>
              <a:t>稼</a:t>
            </a:r>
            <a:r>
              <a:rPr sz="1100" dirty="0">
                <a:latin typeface="MS UI Gothic"/>
                <a:cs typeface="MS UI Gothic"/>
              </a:rPr>
              <a:t>働開</a:t>
            </a:r>
            <a:r>
              <a:rPr sz="1100" spc="-15" dirty="0">
                <a:latin typeface="MS UI Gothic"/>
                <a:cs typeface="MS UI Gothic"/>
              </a:rPr>
              <a:t>始</a:t>
            </a:r>
            <a:r>
              <a:rPr sz="1100" spc="195" dirty="0">
                <a:latin typeface="MS UI Gothic"/>
                <a:cs typeface="MS UI Gothic"/>
              </a:rPr>
              <a:t>ま</a:t>
            </a:r>
            <a:r>
              <a:rPr sz="1100" spc="85" dirty="0">
                <a:latin typeface="MS UI Gothic"/>
                <a:cs typeface="MS UI Gothic"/>
              </a:rPr>
              <a:t>での</a:t>
            </a:r>
            <a:r>
              <a:rPr sz="1100" spc="105" dirty="0">
                <a:latin typeface="MS UI Gothic"/>
                <a:cs typeface="MS UI Gothic"/>
              </a:rPr>
              <a:t>期</a:t>
            </a:r>
            <a:r>
              <a:rPr sz="1100" spc="90" dirty="0">
                <a:latin typeface="MS UI Gothic"/>
                <a:cs typeface="MS UI Gothic"/>
              </a:rPr>
              <a:t>間</a:t>
            </a:r>
            <a:r>
              <a:rPr sz="1100" spc="15" dirty="0">
                <a:latin typeface="MS UI Gothic"/>
                <a:cs typeface="MS UI Gothic"/>
              </a:rPr>
              <a:t>」</a:t>
            </a:r>
            <a:r>
              <a:rPr sz="1100" spc="30" dirty="0">
                <a:latin typeface="MS UI Gothic"/>
                <a:cs typeface="MS UI Gothic"/>
              </a:rPr>
              <a:t>や</a:t>
            </a:r>
            <a:r>
              <a:rPr sz="1100" spc="10" dirty="0">
                <a:latin typeface="MS UI Gothic"/>
                <a:cs typeface="MS UI Gothic"/>
              </a:rPr>
              <a:t>、</a:t>
            </a:r>
            <a:r>
              <a:rPr sz="1100" dirty="0">
                <a:latin typeface="MS UI Gothic"/>
                <a:cs typeface="MS UI Gothic"/>
              </a:rPr>
              <a:t>「</a:t>
            </a:r>
            <a:r>
              <a:rPr sz="1100" spc="-15" dirty="0">
                <a:latin typeface="MS UI Gothic"/>
                <a:cs typeface="MS UI Gothic"/>
              </a:rPr>
              <a:t>案</a:t>
            </a:r>
            <a:r>
              <a:rPr sz="1100" dirty="0">
                <a:latin typeface="MS UI Gothic"/>
                <a:cs typeface="MS UI Gothic"/>
              </a:rPr>
              <a:t>件規</a:t>
            </a:r>
            <a:r>
              <a:rPr sz="1100" spc="-15" dirty="0">
                <a:latin typeface="MS UI Gothic"/>
                <a:cs typeface="MS UI Gothic"/>
              </a:rPr>
              <a:t>模</a:t>
            </a:r>
            <a:r>
              <a:rPr sz="1100" spc="35" dirty="0">
                <a:latin typeface="MS UI Gothic"/>
                <a:cs typeface="MS UI Gothic"/>
              </a:rPr>
              <a:t>や</a:t>
            </a:r>
            <a:r>
              <a:rPr sz="1100" spc="45" dirty="0">
                <a:latin typeface="MS UI Gothic"/>
                <a:cs typeface="MS UI Gothic"/>
              </a:rPr>
              <a:t>業</a:t>
            </a:r>
            <a:r>
              <a:rPr sz="1100" spc="35" dirty="0">
                <a:latin typeface="MS UI Gothic"/>
                <a:cs typeface="MS UI Gothic"/>
              </a:rPr>
              <a:t>務</a:t>
            </a:r>
            <a:r>
              <a:rPr sz="1100" dirty="0">
                <a:latin typeface="MS UI Gothic"/>
                <a:cs typeface="MS UI Gothic"/>
              </a:rPr>
              <a:t>内容</a:t>
            </a:r>
            <a:r>
              <a:rPr sz="1100" spc="-15" dirty="0">
                <a:latin typeface="MS UI Gothic"/>
                <a:cs typeface="MS UI Gothic"/>
              </a:rPr>
              <a:t>」</a:t>
            </a:r>
            <a:r>
              <a:rPr sz="1100" spc="15" dirty="0">
                <a:latin typeface="MS UI Gothic"/>
                <a:cs typeface="MS UI Gothic"/>
              </a:rPr>
              <a:t>、</a:t>
            </a:r>
            <a:r>
              <a:rPr sz="1100" spc="10" dirty="0">
                <a:latin typeface="MS UI Gothic"/>
                <a:cs typeface="MS UI Gothic"/>
              </a:rPr>
              <a:t>「</a:t>
            </a:r>
            <a:r>
              <a:rPr sz="1100" spc="25" dirty="0">
                <a:latin typeface="MS UI Gothic"/>
                <a:cs typeface="MS UI Gothic"/>
              </a:rPr>
              <a:t>条件</a:t>
            </a:r>
            <a:r>
              <a:rPr sz="1100" spc="10" dirty="0">
                <a:latin typeface="MS UI Gothic"/>
                <a:cs typeface="MS UI Gothic"/>
              </a:rPr>
              <a:t>」</a:t>
            </a:r>
            <a:r>
              <a:rPr sz="1100" spc="5" dirty="0">
                <a:latin typeface="MS UI Gothic"/>
                <a:cs typeface="MS UI Gothic"/>
              </a:rPr>
              <a:t>に</a:t>
            </a:r>
            <a:r>
              <a:rPr sz="1100" spc="225" dirty="0">
                <a:latin typeface="MS UI Gothic"/>
                <a:cs typeface="MS UI Gothic"/>
              </a:rPr>
              <a:t>よ</a:t>
            </a:r>
            <a:r>
              <a:rPr sz="1100" spc="260" dirty="0">
                <a:latin typeface="MS UI Gothic"/>
                <a:cs typeface="MS UI Gothic"/>
              </a:rPr>
              <a:t>り</a:t>
            </a:r>
            <a:r>
              <a:rPr sz="1100" spc="-20" dirty="0">
                <a:latin typeface="MS UI Gothic"/>
                <a:cs typeface="MS UI Gothic"/>
              </a:rPr>
              <a:t>、</a:t>
            </a:r>
            <a:r>
              <a:rPr sz="1100" spc="-30" dirty="0">
                <a:latin typeface="MS UI Gothic"/>
                <a:cs typeface="MS UI Gothic"/>
              </a:rPr>
              <a:t>採</a:t>
            </a:r>
            <a:r>
              <a:rPr sz="1100" spc="-40" dirty="0">
                <a:latin typeface="MS UI Gothic"/>
                <a:cs typeface="MS UI Gothic"/>
              </a:rPr>
              <a:t>用</a:t>
            </a:r>
            <a:r>
              <a:rPr sz="1100" spc="55" dirty="0">
                <a:latin typeface="MS UI Gothic"/>
                <a:cs typeface="MS UI Gothic"/>
              </a:rPr>
              <a:t>が</a:t>
            </a:r>
            <a:r>
              <a:rPr sz="1100" spc="65" dirty="0">
                <a:latin typeface="MS UI Gothic"/>
                <a:cs typeface="MS UI Gothic"/>
              </a:rPr>
              <a:t>難</a:t>
            </a:r>
            <a:r>
              <a:rPr sz="1100" spc="50" dirty="0">
                <a:latin typeface="MS UI Gothic"/>
                <a:cs typeface="MS UI Gothic"/>
              </a:rPr>
              <a:t>航</a:t>
            </a:r>
            <a:r>
              <a:rPr sz="1100" spc="110" dirty="0">
                <a:latin typeface="MS UI Gothic"/>
                <a:cs typeface="MS UI Gothic"/>
              </a:rPr>
              <a:t>す</a:t>
            </a:r>
            <a:r>
              <a:rPr sz="1100" spc="215" dirty="0">
                <a:latin typeface="MS UI Gothic"/>
                <a:cs typeface="MS UI Gothic"/>
              </a:rPr>
              <a:t>る</a:t>
            </a:r>
            <a:r>
              <a:rPr sz="1100" dirty="0">
                <a:latin typeface="MS UI Gothic"/>
                <a:cs typeface="MS UI Gothic"/>
              </a:rPr>
              <a:t>可能</a:t>
            </a:r>
            <a:r>
              <a:rPr sz="1100" spc="-15" dirty="0">
                <a:latin typeface="MS UI Gothic"/>
                <a:cs typeface="MS UI Gothic"/>
              </a:rPr>
              <a:t>性</a:t>
            </a:r>
            <a:r>
              <a:rPr sz="1100" spc="204" dirty="0">
                <a:latin typeface="MS UI Gothic"/>
                <a:cs typeface="MS UI Gothic"/>
              </a:rPr>
              <a:t>が</a:t>
            </a:r>
            <a:r>
              <a:rPr sz="1100" spc="200" dirty="0">
                <a:latin typeface="MS UI Gothic"/>
                <a:cs typeface="MS UI Gothic"/>
              </a:rPr>
              <a:t>あ</a:t>
            </a:r>
            <a:r>
              <a:rPr sz="1100" spc="185" dirty="0">
                <a:latin typeface="MS UI Gothic"/>
                <a:cs typeface="MS UI Gothic"/>
              </a:rPr>
              <a:t>る </a:t>
            </a:r>
            <a:r>
              <a:rPr sz="1100" spc="80" dirty="0">
                <a:latin typeface="MS UI Gothic"/>
                <a:cs typeface="MS UI Gothic"/>
              </a:rPr>
              <a:t>案件</a:t>
            </a:r>
            <a:r>
              <a:rPr sz="1100" spc="60" dirty="0">
                <a:latin typeface="MS UI Gothic"/>
                <a:cs typeface="MS UI Gothic"/>
              </a:rPr>
              <a:t>に</a:t>
            </a:r>
            <a:r>
              <a:rPr sz="1100" spc="80" dirty="0">
                <a:latin typeface="MS UI Gothic"/>
                <a:cs typeface="MS UI Gothic"/>
              </a:rPr>
              <a:t>対</a:t>
            </a:r>
            <a:r>
              <a:rPr sz="1100" spc="45" dirty="0">
                <a:latin typeface="MS UI Gothic"/>
                <a:cs typeface="MS UI Gothic"/>
              </a:rPr>
              <a:t>し</a:t>
            </a:r>
            <a:r>
              <a:rPr sz="1100" spc="30" dirty="0">
                <a:latin typeface="MS UI Gothic"/>
                <a:cs typeface="MS UI Gothic"/>
              </a:rPr>
              <a:t>「</a:t>
            </a:r>
            <a:r>
              <a:rPr sz="1100" spc="45" dirty="0">
                <a:latin typeface="MS UI Gothic"/>
                <a:cs typeface="MS UI Gothic"/>
              </a:rPr>
              <a:t>イ</a:t>
            </a:r>
            <a:r>
              <a:rPr sz="1100" spc="180" dirty="0">
                <a:latin typeface="MS UI Gothic"/>
                <a:cs typeface="MS UI Gothic"/>
              </a:rPr>
              <a:t>ン</a:t>
            </a:r>
            <a:r>
              <a:rPr sz="1100" spc="125" dirty="0">
                <a:latin typeface="MS UI Gothic"/>
                <a:cs typeface="MS UI Gothic"/>
              </a:rPr>
              <a:t>セ</a:t>
            </a:r>
            <a:r>
              <a:rPr sz="1100" spc="170" dirty="0">
                <a:latin typeface="MS UI Gothic"/>
                <a:cs typeface="MS UI Gothic"/>
              </a:rPr>
              <a:t>ン</a:t>
            </a:r>
            <a:r>
              <a:rPr sz="1100" spc="185" dirty="0">
                <a:latin typeface="MS UI Gothic"/>
                <a:cs typeface="MS UI Gothic"/>
              </a:rPr>
              <a:t>テ</a:t>
            </a:r>
            <a:r>
              <a:rPr sz="1100" spc="285" dirty="0">
                <a:latin typeface="MS UI Gothic"/>
                <a:cs typeface="MS UI Gothic"/>
              </a:rPr>
              <a:t>ィ</a:t>
            </a:r>
            <a:r>
              <a:rPr sz="1100" spc="175" dirty="0">
                <a:latin typeface="MS UI Gothic"/>
                <a:cs typeface="MS UI Gothic"/>
              </a:rPr>
              <a:t>ブ</a:t>
            </a:r>
            <a:r>
              <a:rPr sz="1100" spc="190" dirty="0">
                <a:latin typeface="MS UI Gothic"/>
                <a:cs typeface="MS UI Gothic"/>
              </a:rPr>
              <a:t>ポ</a:t>
            </a:r>
            <a:r>
              <a:rPr sz="1100" spc="165" dirty="0">
                <a:latin typeface="MS UI Gothic"/>
                <a:cs typeface="MS UI Gothic"/>
              </a:rPr>
              <a:t>イ</a:t>
            </a:r>
            <a:r>
              <a:rPr sz="1100" spc="160" dirty="0">
                <a:latin typeface="MS UI Gothic"/>
                <a:cs typeface="MS UI Gothic"/>
              </a:rPr>
              <a:t>ン</a:t>
            </a:r>
            <a:r>
              <a:rPr sz="1100" spc="10" dirty="0">
                <a:latin typeface="MS UI Gothic"/>
                <a:cs typeface="MS UI Gothic"/>
              </a:rPr>
              <a:t>ト</a:t>
            </a:r>
            <a:r>
              <a:rPr sz="1100" spc="15" dirty="0">
                <a:latin typeface="MS UI Gothic"/>
                <a:cs typeface="MS UI Gothic"/>
              </a:rPr>
              <a:t>対象</a:t>
            </a:r>
            <a:r>
              <a:rPr sz="1100" dirty="0">
                <a:latin typeface="MS UI Gothic"/>
                <a:cs typeface="MS UI Gothic"/>
              </a:rPr>
              <a:t>期</a:t>
            </a:r>
            <a:r>
              <a:rPr sz="1100" spc="85" dirty="0">
                <a:latin typeface="MS UI Gothic"/>
                <a:cs typeface="MS UI Gothic"/>
              </a:rPr>
              <a:t>間</a:t>
            </a:r>
            <a:r>
              <a:rPr sz="1100" spc="40" dirty="0">
                <a:latin typeface="MS UI Gothic"/>
                <a:cs typeface="MS UI Gothic"/>
              </a:rPr>
              <a:t>・</a:t>
            </a:r>
            <a:r>
              <a:rPr sz="1100" spc="55" dirty="0">
                <a:latin typeface="MS UI Gothic"/>
                <a:cs typeface="MS UI Gothic"/>
              </a:rPr>
              <a:t>ポ</a:t>
            </a:r>
            <a:r>
              <a:rPr sz="1100" spc="75" dirty="0">
                <a:latin typeface="MS UI Gothic"/>
                <a:cs typeface="MS UI Gothic"/>
              </a:rPr>
              <a:t>イ</a:t>
            </a:r>
            <a:r>
              <a:rPr sz="1100" spc="180" dirty="0">
                <a:latin typeface="MS UI Gothic"/>
                <a:cs typeface="MS UI Gothic"/>
              </a:rPr>
              <a:t>ン</a:t>
            </a:r>
            <a:r>
              <a:rPr sz="1100" spc="45" dirty="0">
                <a:latin typeface="MS UI Gothic"/>
                <a:cs typeface="MS UI Gothic"/>
              </a:rPr>
              <a:t>ト</a:t>
            </a:r>
            <a:r>
              <a:rPr sz="1100" spc="80" dirty="0">
                <a:latin typeface="MS UI Gothic"/>
                <a:cs typeface="MS UI Gothic"/>
              </a:rPr>
              <a:t>数等</a:t>
            </a:r>
            <a:r>
              <a:rPr sz="1100" spc="40" dirty="0">
                <a:latin typeface="MS UI Gothic"/>
                <a:cs typeface="MS UI Gothic"/>
              </a:rPr>
              <a:t>」</a:t>
            </a:r>
            <a:r>
              <a:rPr sz="1100" spc="45" dirty="0">
                <a:latin typeface="MS UI Gothic"/>
                <a:cs typeface="MS UI Gothic"/>
              </a:rPr>
              <a:t>を</a:t>
            </a:r>
            <a:r>
              <a:rPr sz="1100" dirty="0">
                <a:latin typeface="MS UI Gothic"/>
                <a:cs typeface="MS UI Gothic"/>
              </a:rPr>
              <a:t>採</a:t>
            </a:r>
            <a:r>
              <a:rPr sz="1100" spc="-15" dirty="0">
                <a:latin typeface="MS UI Gothic"/>
                <a:cs typeface="MS UI Gothic"/>
              </a:rPr>
              <a:t>用</a:t>
            </a:r>
            <a:r>
              <a:rPr sz="1100" spc="75" dirty="0">
                <a:latin typeface="MS UI Gothic"/>
                <a:cs typeface="MS UI Gothic"/>
              </a:rPr>
              <a:t>調達</a:t>
            </a:r>
            <a:r>
              <a:rPr sz="1100" spc="45" dirty="0">
                <a:latin typeface="MS UI Gothic"/>
                <a:cs typeface="MS UI Gothic"/>
              </a:rPr>
              <a:t>に</a:t>
            </a:r>
            <a:r>
              <a:rPr sz="1100" spc="55" dirty="0">
                <a:latin typeface="MS UI Gothic"/>
                <a:cs typeface="MS UI Gothic"/>
              </a:rPr>
              <a:t>て</a:t>
            </a:r>
            <a:r>
              <a:rPr sz="1100" spc="70" dirty="0">
                <a:latin typeface="MS UI Gothic"/>
                <a:cs typeface="MS UI Gothic"/>
              </a:rPr>
              <a:t>意</a:t>
            </a:r>
            <a:r>
              <a:rPr sz="1100" spc="60" dirty="0">
                <a:latin typeface="MS UI Gothic"/>
                <a:cs typeface="MS UI Gothic"/>
              </a:rPr>
              <a:t>思</a:t>
            </a:r>
            <a:r>
              <a:rPr sz="1100" spc="105" dirty="0">
                <a:latin typeface="MS UI Gothic"/>
                <a:cs typeface="MS UI Gothic"/>
              </a:rPr>
              <a:t>決定</a:t>
            </a:r>
            <a:r>
              <a:rPr sz="1100" spc="75" dirty="0">
                <a:latin typeface="MS UI Gothic"/>
                <a:cs typeface="MS UI Gothic"/>
              </a:rPr>
              <a:t>し</a:t>
            </a:r>
            <a:r>
              <a:rPr sz="1100" spc="60" dirty="0">
                <a:latin typeface="MS UI Gothic"/>
                <a:cs typeface="MS UI Gothic"/>
              </a:rPr>
              <a:t>た</a:t>
            </a:r>
            <a:r>
              <a:rPr sz="1100" spc="345" dirty="0">
                <a:latin typeface="MS UI Gothic"/>
                <a:cs typeface="MS UI Gothic"/>
              </a:rPr>
              <a:t>う</a:t>
            </a:r>
            <a:r>
              <a:rPr sz="1100" spc="150" dirty="0">
                <a:latin typeface="MS UI Gothic"/>
                <a:cs typeface="MS UI Gothic"/>
              </a:rPr>
              <a:t>え</a:t>
            </a:r>
            <a:r>
              <a:rPr sz="1100" spc="60" dirty="0">
                <a:latin typeface="MS UI Gothic"/>
                <a:cs typeface="MS UI Gothic"/>
              </a:rPr>
              <a:t>で</a:t>
            </a:r>
            <a:r>
              <a:rPr sz="1100" spc="45" dirty="0">
                <a:latin typeface="MS UI Gothic"/>
                <a:cs typeface="MS UI Gothic"/>
              </a:rPr>
              <a:t>、</a:t>
            </a:r>
            <a:r>
              <a:rPr sz="1100" spc="140" dirty="0">
                <a:latin typeface="MS UI Gothic"/>
                <a:cs typeface="MS UI Gothic"/>
              </a:rPr>
              <a:t>キ</a:t>
            </a:r>
            <a:r>
              <a:rPr sz="1100" spc="180" dirty="0">
                <a:latin typeface="MS UI Gothic"/>
                <a:cs typeface="MS UI Gothic"/>
              </a:rPr>
              <a:t>ン</a:t>
            </a:r>
            <a:r>
              <a:rPr sz="1100" spc="45" dirty="0">
                <a:latin typeface="MS UI Gothic"/>
                <a:cs typeface="MS UI Gothic"/>
              </a:rPr>
              <a:t>ト</a:t>
            </a:r>
            <a:r>
              <a:rPr sz="1100" spc="155" dirty="0">
                <a:latin typeface="MS UI Gothic"/>
                <a:cs typeface="MS UI Gothic"/>
              </a:rPr>
              <a:t>ー</a:t>
            </a:r>
            <a:r>
              <a:rPr sz="1100" spc="170" dirty="0">
                <a:latin typeface="MS UI Gothic"/>
                <a:cs typeface="MS UI Gothic"/>
              </a:rPr>
              <a:t>ン</a:t>
            </a:r>
            <a:r>
              <a:rPr sz="1100" spc="200" dirty="0">
                <a:latin typeface="MS UI Gothic"/>
                <a:cs typeface="MS UI Gothic"/>
              </a:rPr>
              <a:t>に</a:t>
            </a:r>
            <a:r>
              <a:rPr sz="1100" spc="185" dirty="0">
                <a:latin typeface="MS UI Gothic"/>
                <a:cs typeface="MS UI Gothic"/>
              </a:rPr>
              <a:t>て</a:t>
            </a:r>
            <a:r>
              <a:rPr sz="1100" dirty="0">
                <a:latin typeface="MS UI Gothic"/>
                <a:cs typeface="MS UI Gothic"/>
              </a:rPr>
              <a:t>社長</a:t>
            </a:r>
            <a:r>
              <a:rPr sz="1100" spc="-15" dirty="0">
                <a:latin typeface="MS UI Gothic"/>
                <a:cs typeface="MS UI Gothic"/>
              </a:rPr>
              <a:t>・</a:t>
            </a:r>
            <a:r>
              <a:rPr sz="1100" spc="95" dirty="0">
                <a:latin typeface="MS UI Gothic"/>
                <a:cs typeface="MS UI Gothic"/>
              </a:rPr>
              <a:t>幹部</a:t>
            </a:r>
            <a:r>
              <a:rPr sz="1100" spc="55" dirty="0">
                <a:latin typeface="MS UI Gothic"/>
                <a:cs typeface="MS UI Gothic"/>
              </a:rPr>
              <a:t>メ</a:t>
            </a:r>
            <a:r>
              <a:rPr sz="1100" spc="180" dirty="0">
                <a:latin typeface="MS UI Gothic"/>
                <a:cs typeface="MS UI Gothic"/>
              </a:rPr>
              <a:t>ン</a:t>
            </a:r>
            <a:r>
              <a:rPr sz="1100" spc="145" dirty="0">
                <a:latin typeface="MS UI Gothic"/>
                <a:cs typeface="MS UI Gothic"/>
              </a:rPr>
              <a:t>バ</a:t>
            </a:r>
            <a:r>
              <a:rPr sz="1100" spc="155" dirty="0">
                <a:latin typeface="MS UI Gothic"/>
                <a:cs typeface="MS UI Gothic"/>
              </a:rPr>
              <a:t>ー</a:t>
            </a:r>
            <a:r>
              <a:rPr sz="1100" spc="165" dirty="0">
                <a:latin typeface="MS UI Gothic"/>
                <a:cs typeface="MS UI Gothic"/>
              </a:rPr>
              <a:t>へ</a:t>
            </a:r>
            <a:r>
              <a:rPr sz="1100" spc="-25" dirty="0">
                <a:latin typeface="MS UI Gothic"/>
                <a:cs typeface="MS UI Gothic"/>
              </a:rPr>
              <a:t>報告</a:t>
            </a:r>
            <a:r>
              <a:rPr sz="1100" spc="-15" dirty="0">
                <a:latin typeface="MS UI Gothic"/>
                <a:cs typeface="MS UI Gothic"/>
              </a:rPr>
              <a:t>。 </a:t>
            </a:r>
            <a:r>
              <a:rPr sz="1100" spc="204" dirty="0">
                <a:latin typeface="MS UI Gothic"/>
                <a:cs typeface="MS UI Gothic"/>
              </a:rPr>
              <a:t>そ</a:t>
            </a:r>
            <a:r>
              <a:rPr sz="1100" spc="35" dirty="0">
                <a:latin typeface="MS UI Gothic"/>
                <a:cs typeface="MS UI Gothic"/>
              </a:rPr>
              <a:t>の</a:t>
            </a:r>
            <a:r>
              <a:rPr sz="1100" spc="45" dirty="0">
                <a:latin typeface="MS UI Gothic"/>
                <a:cs typeface="MS UI Gothic"/>
              </a:rPr>
              <a:t>後</a:t>
            </a:r>
            <a:r>
              <a:rPr sz="1100" spc="30" dirty="0">
                <a:latin typeface="MS UI Gothic"/>
                <a:cs typeface="MS UI Gothic"/>
              </a:rPr>
              <a:t>、</a:t>
            </a:r>
            <a:r>
              <a:rPr sz="1100" spc="45" dirty="0">
                <a:latin typeface="MS UI Gothic"/>
                <a:cs typeface="MS UI Gothic"/>
              </a:rPr>
              <a:t>月給者及</a:t>
            </a:r>
            <a:r>
              <a:rPr sz="1100" spc="40" dirty="0">
                <a:latin typeface="MS UI Gothic"/>
                <a:cs typeface="MS UI Gothic"/>
              </a:rPr>
              <a:t>び</a:t>
            </a:r>
            <a:r>
              <a:rPr sz="1100" spc="45" dirty="0">
                <a:latin typeface="MS UI Gothic"/>
                <a:cs typeface="MS UI Gothic"/>
              </a:rPr>
              <a:t>時給者</a:t>
            </a:r>
            <a:r>
              <a:rPr sz="1100" spc="30" dirty="0">
                <a:latin typeface="MS UI Gothic"/>
                <a:cs typeface="MS UI Gothic"/>
              </a:rPr>
              <a:t>へ</a:t>
            </a:r>
            <a:r>
              <a:rPr sz="1100" dirty="0">
                <a:latin typeface="MS UI Gothic"/>
                <a:cs typeface="MS UI Gothic"/>
              </a:rPr>
              <a:t>一</a:t>
            </a:r>
            <a:r>
              <a:rPr sz="1100" spc="-15" dirty="0">
                <a:latin typeface="MS UI Gothic"/>
                <a:cs typeface="MS UI Gothic"/>
              </a:rPr>
              <a:t>斉</a:t>
            </a:r>
            <a:r>
              <a:rPr sz="1100" spc="40" dirty="0">
                <a:latin typeface="MS UI Gothic"/>
                <a:cs typeface="MS UI Gothic"/>
              </a:rPr>
              <a:t>配信</a:t>
            </a:r>
            <a:r>
              <a:rPr sz="1100" spc="30" dirty="0">
                <a:latin typeface="MS UI Gothic"/>
                <a:cs typeface="MS UI Gothic"/>
              </a:rPr>
              <a:t>す</a:t>
            </a:r>
            <a:r>
              <a:rPr sz="1100" spc="215" dirty="0">
                <a:latin typeface="MS UI Gothic"/>
                <a:cs typeface="MS UI Gothic"/>
              </a:rPr>
              <a:t>る</a:t>
            </a:r>
            <a:r>
              <a:rPr sz="1100" spc="-25" dirty="0">
                <a:latin typeface="MS UI Gothic"/>
                <a:cs typeface="MS UI Gothic"/>
              </a:rPr>
              <a:t>。</a:t>
            </a:r>
            <a:r>
              <a:rPr sz="1100" spc="-20" dirty="0">
                <a:latin typeface="MS UI Gothic"/>
                <a:cs typeface="MS UI Gothic"/>
              </a:rPr>
              <a:t>（</a:t>
            </a:r>
            <a:r>
              <a:rPr sz="1100" spc="-45" dirty="0">
                <a:latin typeface="MS UI Gothic"/>
                <a:cs typeface="MS UI Gothic"/>
              </a:rPr>
              <a:t>連</a:t>
            </a:r>
            <a:r>
              <a:rPr sz="1100" dirty="0">
                <a:latin typeface="MS UI Gothic"/>
                <a:cs typeface="MS UI Gothic"/>
              </a:rPr>
              <a:t>絡方</a:t>
            </a:r>
            <a:r>
              <a:rPr sz="1100" spc="-15" dirty="0">
                <a:latin typeface="MS UI Gothic"/>
                <a:cs typeface="MS UI Gothic"/>
              </a:rPr>
              <a:t>法</a:t>
            </a:r>
            <a:r>
              <a:rPr sz="1100" spc="40" dirty="0">
                <a:latin typeface="MS UI Gothic"/>
                <a:cs typeface="MS UI Gothic"/>
              </a:rPr>
              <a:t>は</a:t>
            </a:r>
            <a:r>
              <a:rPr sz="1100" spc="50" dirty="0">
                <a:latin typeface="MS UI Gothic"/>
                <a:cs typeface="MS UI Gothic"/>
              </a:rPr>
              <a:t>月</a:t>
            </a:r>
            <a:r>
              <a:rPr sz="1100" spc="40" dirty="0">
                <a:latin typeface="MS UI Gothic"/>
                <a:cs typeface="MS UI Gothic"/>
              </a:rPr>
              <a:t>給</a:t>
            </a:r>
            <a:r>
              <a:rPr sz="1100" spc="60" dirty="0">
                <a:latin typeface="MS UI Gothic"/>
                <a:cs typeface="MS UI Gothic"/>
              </a:rPr>
              <a:t>者＝</a:t>
            </a:r>
            <a:r>
              <a:rPr sz="1100" spc="25" dirty="0">
                <a:latin typeface="MS UI Gothic"/>
                <a:cs typeface="MS UI Gothic"/>
              </a:rPr>
              <a:t>キ</a:t>
            </a:r>
            <a:r>
              <a:rPr sz="1100" spc="170" dirty="0">
                <a:latin typeface="MS UI Gothic"/>
                <a:cs typeface="MS UI Gothic"/>
              </a:rPr>
              <a:t>ン</a:t>
            </a:r>
            <a:r>
              <a:rPr sz="1100" spc="125" dirty="0">
                <a:latin typeface="MS UI Gothic"/>
                <a:cs typeface="MS UI Gothic"/>
              </a:rPr>
              <a:t>ト</a:t>
            </a:r>
            <a:r>
              <a:rPr sz="1100" spc="145" dirty="0">
                <a:latin typeface="MS UI Gothic"/>
                <a:cs typeface="MS UI Gothic"/>
              </a:rPr>
              <a:t>ー</a:t>
            </a:r>
            <a:r>
              <a:rPr sz="1100" spc="114" dirty="0">
                <a:latin typeface="MS UI Gothic"/>
                <a:cs typeface="MS UI Gothic"/>
              </a:rPr>
              <a:t>ン</a:t>
            </a:r>
            <a:r>
              <a:rPr sz="1100" spc="75" dirty="0">
                <a:latin typeface="MS UI Gothic"/>
                <a:cs typeface="MS UI Gothic"/>
              </a:rPr>
              <a:t>（</a:t>
            </a:r>
            <a:r>
              <a:rPr sz="1100" spc="110" dirty="0">
                <a:latin typeface="MS UI Gothic"/>
                <a:cs typeface="MS UI Gothic"/>
              </a:rPr>
              <a:t>い</a:t>
            </a:r>
            <a:r>
              <a:rPr sz="1100" spc="125" dirty="0">
                <a:latin typeface="MS UI Gothic"/>
                <a:cs typeface="MS UI Gothic"/>
              </a:rPr>
              <a:t>ずれ</a:t>
            </a:r>
            <a:r>
              <a:rPr sz="1100" spc="-10" dirty="0">
                <a:latin typeface="MS UI Gothic"/>
                <a:cs typeface="MS UI Gothic"/>
              </a:rPr>
              <a:t>「</a:t>
            </a:r>
            <a:r>
              <a:rPr sz="1100" spc="145" dirty="0">
                <a:latin typeface="MS UI Gothic"/>
                <a:cs typeface="MS UI Gothic"/>
              </a:rPr>
              <a:t>LINE</a:t>
            </a:r>
            <a:r>
              <a:rPr sz="1100" spc="35" dirty="0">
                <a:latin typeface="MS UI Gothic"/>
                <a:cs typeface="MS UI Gothic"/>
              </a:rPr>
              <a:t>」</a:t>
            </a:r>
            <a:r>
              <a:rPr sz="1100" spc="50" dirty="0">
                <a:latin typeface="MS UI Gothic"/>
                <a:cs typeface="MS UI Gothic"/>
              </a:rPr>
              <a:t>を</a:t>
            </a:r>
            <a:r>
              <a:rPr sz="1100" spc="70" dirty="0">
                <a:latin typeface="MS UI Gothic"/>
                <a:cs typeface="MS UI Gothic"/>
              </a:rPr>
              <a:t>予定</a:t>
            </a:r>
            <a:r>
              <a:rPr sz="1100" spc="10" dirty="0">
                <a:latin typeface="MS UI Gothic"/>
                <a:cs typeface="MS UI Gothic"/>
              </a:rPr>
              <a:t>）／</a:t>
            </a:r>
            <a:r>
              <a:rPr sz="1100" dirty="0">
                <a:latin typeface="MS UI Gothic"/>
                <a:cs typeface="MS UI Gothic"/>
              </a:rPr>
              <a:t>時</a:t>
            </a:r>
            <a:r>
              <a:rPr sz="1100" spc="-15" dirty="0">
                <a:latin typeface="MS UI Gothic"/>
                <a:cs typeface="MS UI Gothic"/>
              </a:rPr>
              <a:t>給</a:t>
            </a:r>
            <a:r>
              <a:rPr sz="1100" dirty="0">
                <a:latin typeface="MS UI Gothic"/>
                <a:cs typeface="MS UI Gothic"/>
              </a:rPr>
              <a:t>者＝「</a:t>
            </a:r>
            <a:r>
              <a:rPr sz="1100" spc="145" dirty="0">
                <a:latin typeface="MS UI Gothic"/>
                <a:cs typeface="MS UI Gothic"/>
              </a:rPr>
              <a:t>LINE</a:t>
            </a:r>
            <a:r>
              <a:rPr sz="1100" spc="35" dirty="0">
                <a:latin typeface="MS UI Gothic"/>
                <a:cs typeface="MS UI Gothic"/>
              </a:rPr>
              <a:t>」</a:t>
            </a:r>
            <a:r>
              <a:rPr sz="1100" spc="50" dirty="0">
                <a:latin typeface="MS UI Gothic"/>
                <a:cs typeface="MS UI Gothic"/>
              </a:rPr>
              <a:t>を</a:t>
            </a:r>
            <a:r>
              <a:rPr sz="1100" spc="70" dirty="0">
                <a:latin typeface="MS UI Gothic"/>
                <a:cs typeface="MS UI Gothic"/>
              </a:rPr>
              <a:t>予定</a:t>
            </a:r>
            <a:r>
              <a:rPr sz="1100" spc="35" dirty="0">
                <a:latin typeface="MS UI Gothic"/>
                <a:cs typeface="MS UI Gothic"/>
              </a:rPr>
              <a:t>）</a:t>
            </a:r>
            <a:endParaRPr sz="1100">
              <a:latin typeface="MS UI Gothic"/>
              <a:cs typeface="MS UI Gothic"/>
            </a:endParaRPr>
          </a:p>
          <a:p>
            <a:pPr marL="286385" marR="908685">
              <a:lnSpc>
                <a:spcPct val="100000"/>
              </a:lnSpc>
            </a:pPr>
            <a:r>
              <a:rPr sz="1100" dirty="0">
                <a:latin typeface="MS UI Gothic"/>
                <a:cs typeface="MS UI Gothic"/>
              </a:rPr>
              <a:t>毎月</a:t>
            </a:r>
            <a:r>
              <a:rPr sz="1100" spc="285" dirty="0">
                <a:latin typeface="MS UI Gothic"/>
                <a:cs typeface="MS UI Gothic"/>
              </a:rPr>
              <a:t>25</a:t>
            </a:r>
            <a:r>
              <a:rPr sz="1100" spc="60" dirty="0">
                <a:latin typeface="MS UI Gothic"/>
                <a:cs typeface="MS UI Gothic"/>
              </a:rPr>
              <a:t>日</a:t>
            </a:r>
            <a:r>
              <a:rPr sz="1100" spc="45" dirty="0">
                <a:latin typeface="MS UI Gothic"/>
                <a:cs typeface="MS UI Gothic"/>
              </a:rPr>
              <a:t>に</a:t>
            </a:r>
            <a:r>
              <a:rPr sz="1100" spc="60" dirty="0">
                <a:latin typeface="MS UI Gothic"/>
                <a:cs typeface="MS UI Gothic"/>
              </a:rPr>
              <a:t>対象案件</a:t>
            </a:r>
            <a:r>
              <a:rPr sz="1100" spc="30" dirty="0">
                <a:latin typeface="MS UI Gothic"/>
                <a:cs typeface="MS UI Gothic"/>
              </a:rPr>
              <a:t>へ</a:t>
            </a:r>
            <a:r>
              <a:rPr sz="1100" spc="165" dirty="0">
                <a:latin typeface="MS UI Gothic"/>
                <a:cs typeface="MS UI Gothic"/>
              </a:rPr>
              <a:t>の</a:t>
            </a:r>
            <a:r>
              <a:rPr sz="1100" spc="155" dirty="0">
                <a:latin typeface="MS UI Gothic"/>
                <a:cs typeface="MS UI Gothic"/>
              </a:rPr>
              <a:t>ヘ</a:t>
            </a:r>
            <a:r>
              <a:rPr sz="1100" spc="225" dirty="0">
                <a:latin typeface="MS UI Gothic"/>
                <a:cs typeface="MS UI Gothic"/>
              </a:rPr>
              <a:t>ル</a:t>
            </a:r>
            <a:r>
              <a:rPr sz="1100" spc="200" dirty="0">
                <a:latin typeface="MS UI Gothic"/>
                <a:cs typeface="MS UI Gothic"/>
              </a:rPr>
              <a:t>プ</a:t>
            </a:r>
            <a:r>
              <a:rPr sz="1100" spc="-15" dirty="0">
                <a:latin typeface="MS UI Gothic"/>
                <a:cs typeface="MS UI Gothic"/>
              </a:rPr>
              <a:t>参</a:t>
            </a:r>
            <a:r>
              <a:rPr sz="1100" spc="145" dirty="0">
                <a:latin typeface="MS UI Gothic"/>
                <a:cs typeface="MS UI Gothic"/>
              </a:rPr>
              <a:t>加</a:t>
            </a:r>
            <a:r>
              <a:rPr sz="1100" spc="95" dirty="0">
                <a:latin typeface="MS UI Gothic"/>
                <a:cs typeface="MS UI Gothic"/>
              </a:rPr>
              <a:t>を</a:t>
            </a:r>
            <a:r>
              <a:rPr sz="1100" spc="20" dirty="0">
                <a:latin typeface="MS UI Gothic"/>
                <a:cs typeface="MS UI Gothic"/>
              </a:rPr>
              <a:t>集計</a:t>
            </a:r>
            <a:r>
              <a:rPr sz="1100" spc="15" dirty="0">
                <a:latin typeface="MS UI Gothic"/>
                <a:cs typeface="MS UI Gothic"/>
              </a:rPr>
              <a:t>し</a:t>
            </a:r>
            <a:r>
              <a:rPr sz="1100" spc="10" dirty="0">
                <a:latin typeface="MS UI Gothic"/>
                <a:cs typeface="MS UI Gothic"/>
              </a:rPr>
              <a:t>、</a:t>
            </a:r>
            <a:r>
              <a:rPr sz="1100" dirty="0">
                <a:latin typeface="MS UI Gothic"/>
                <a:cs typeface="MS UI Gothic"/>
              </a:rPr>
              <a:t>社</a:t>
            </a:r>
            <a:r>
              <a:rPr sz="1100" spc="-15" dirty="0">
                <a:latin typeface="MS UI Gothic"/>
                <a:cs typeface="MS UI Gothic"/>
              </a:rPr>
              <a:t>長</a:t>
            </a:r>
            <a:r>
              <a:rPr sz="1100" spc="40" dirty="0">
                <a:latin typeface="MS UI Gothic"/>
                <a:cs typeface="MS UI Gothic"/>
              </a:rPr>
              <a:t>・</a:t>
            </a:r>
            <a:r>
              <a:rPr sz="1100" spc="80" dirty="0">
                <a:latin typeface="MS UI Gothic"/>
                <a:cs typeface="MS UI Gothic"/>
              </a:rPr>
              <a:t>幹部</a:t>
            </a:r>
            <a:r>
              <a:rPr sz="1100" spc="45" dirty="0">
                <a:latin typeface="MS UI Gothic"/>
                <a:cs typeface="MS UI Gothic"/>
              </a:rPr>
              <a:t>メ</a:t>
            </a:r>
            <a:r>
              <a:rPr sz="1100" spc="170" dirty="0">
                <a:latin typeface="MS UI Gothic"/>
                <a:cs typeface="MS UI Gothic"/>
              </a:rPr>
              <a:t>ン</a:t>
            </a:r>
            <a:r>
              <a:rPr sz="1100" spc="155" dirty="0">
                <a:latin typeface="MS UI Gothic"/>
                <a:cs typeface="MS UI Gothic"/>
              </a:rPr>
              <a:t>バ</a:t>
            </a:r>
            <a:r>
              <a:rPr sz="1100" spc="135" dirty="0">
                <a:latin typeface="MS UI Gothic"/>
                <a:cs typeface="MS UI Gothic"/>
              </a:rPr>
              <a:t>ー</a:t>
            </a:r>
            <a:r>
              <a:rPr sz="1100" spc="55" dirty="0">
                <a:latin typeface="MS UI Gothic"/>
                <a:cs typeface="MS UI Gothic"/>
              </a:rPr>
              <a:t>へ</a:t>
            </a:r>
            <a:r>
              <a:rPr sz="1100" spc="65" dirty="0">
                <a:latin typeface="MS UI Gothic"/>
                <a:cs typeface="MS UI Gothic"/>
              </a:rPr>
              <a:t>報</a:t>
            </a:r>
            <a:r>
              <a:rPr sz="1100" spc="50" dirty="0">
                <a:latin typeface="MS UI Gothic"/>
                <a:cs typeface="MS UI Gothic"/>
              </a:rPr>
              <a:t>告</a:t>
            </a:r>
            <a:r>
              <a:rPr sz="1100" spc="315" dirty="0">
                <a:latin typeface="MS UI Gothic"/>
                <a:cs typeface="MS UI Gothic"/>
              </a:rPr>
              <a:t>の</a:t>
            </a:r>
            <a:r>
              <a:rPr sz="1100" spc="220" dirty="0">
                <a:latin typeface="MS UI Gothic"/>
                <a:cs typeface="MS UI Gothic"/>
              </a:rPr>
              <a:t>う</a:t>
            </a:r>
            <a:r>
              <a:rPr sz="1100" spc="160" dirty="0">
                <a:latin typeface="MS UI Gothic"/>
                <a:cs typeface="MS UI Gothic"/>
              </a:rPr>
              <a:t>え</a:t>
            </a:r>
            <a:r>
              <a:rPr sz="1100" spc="-20" dirty="0">
                <a:latin typeface="MS UI Gothic"/>
                <a:cs typeface="MS UI Gothic"/>
              </a:rPr>
              <a:t>、</a:t>
            </a:r>
            <a:r>
              <a:rPr sz="1100" spc="-30" dirty="0">
                <a:latin typeface="MS UI Gothic"/>
                <a:cs typeface="MS UI Gothic"/>
              </a:rPr>
              <a:t>翌</a:t>
            </a:r>
            <a:r>
              <a:rPr sz="1100" spc="-35" dirty="0">
                <a:latin typeface="MS UI Gothic"/>
                <a:cs typeface="MS UI Gothic"/>
              </a:rPr>
              <a:t>月</a:t>
            </a:r>
            <a:r>
              <a:rPr sz="1100" spc="145" dirty="0">
                <a:latin typeface="MS UI Gothic"/>
                <a:cs typeface="MS UI Gothic"/>
              </a:rPr>
              <a:t>1</a:t>
            </a:r>
            <a:r>
              <a:rPr sz="1100" spc="-15" dirty="0">
                <a:latin typeface="MS UI Gothic"/>
                <a:cs typeface="MS UI Gothic"/>
              </a:rPr>
              <a:t>日</a:t>
            </a:r>
            <a:r>
              <a:rPr sz="1100" spc="195" dirty="0">
                <a:latin typeface="MS UI Gothic"/>
                <a:cs typeface="MS UI Gothic"/>
              </a:rPr>
              <a:t>まで</a:t>
            </a:r>
            <a:r>
              <a:rPr sz="1100" spc="185" dirty="0">
                <a:latin typeface="MS UI Gothic"/>
                <a:cs typeface="MS UI Gothic"/>
              </a:rPr>
              <a:t>に</a:t>
            </a:r>
            <a:r>
              <a:rPr sz="1100" dirty="0">
                <a:latin typeface="MS UI Gothic"/>
                <a:cs typeface="MS UI Gothic"/>
              </a:rPr>
              <a:t>総</a:t>
            </a:r>
            <a:r>
              <a:rPr sz="1100" spc="-15" dirty="0">
                <a:latin typeface="MS UI Gothic"/>
                <a:cs typeface="MS UI Gothic"/>
              </a:rPr>
              <a:t>務</a:t>
            </a:r>
            <a:r>
              <a:rPr sz="1100" spc="65" dirty="0">
                <a:latin typeface="MS UI Gothic"/>
                <a:cs typeface="MS UI Gothic"/>
              </a:rPr>
              <a:t>人事</a:t>
            </a:r>
            <a:r>
              <a:rPr sz="1100" spc="40" dirty="0">
                <a:latin typeface="MS UI Gothic"/>
                <a:cs typeface="MS UI Gothic"/>
              </a:rPr>
              <a:t>チ</a:t>
            </a:r>
            <a:r>
              <a:rPr sz="1100" spc="155" dirty="0">
                <a:latin typeface="MS UI Gothic"/>
                <a:cs typeface="MS UI Gothic"/>
              </a:rPr>
              <a:t>ー</a:t>
            </a:r>
            <a:r>
              <a:rPr sz="1100" spc="85" dirty="0">
                <a:latin typeface="MS UI Gothic"/>
                <a:cs typeface="MS UI Gothic"/>
              </a:rPr>
              <a:t>ム</a:t>
            </a:r>
            <a:r>
              <a:rPr sz="1100" spc="165" dirty="0">
                <a:latin typeface="MS UI Gothic"/>
                <a:cs typeface="MS UI Gothic"/>
              </a:rPr>
              <a:t>へ</a:t>
            </a:r>
            <a:r>
              <a:rPr sz="1100" dirty="0">
                <a:latin typeface="MS UI Gothic"/>
                <a:cs typeface="MS UI Gothic"/>
              </a:rPr>
              <a:t>支給</a:t>
            </a:r>
            <a:r>
              <a:rPr sz="1100" spc="-15" dirty="0">
                <a:latin typeface="MS UI Gothic"/>
                <a:cs typeface="MS UI Gothic"/>
              </a:rPr>
              <a:t>対</a:t>
            </a:r>
            <a:r>
              <a:rPr sz="1100" dirty="0">
                <a:latin typeface="MS UI Gothic"/>
                <a:cs typeface="MS UI Gothic"/>
              </a:rPr>
              <a:t>象者・ </a:t>
            </a:r>
            <a:r>
              <a:rPr sz="1100" spc="105" dirty="0">
                <a:latin typeface="MS UI Gothic"/>
                <a:cs typeface="MS UI Gothic"/>
              </a:rPr>
              <a:t>支給</a:t>
            </a:r>
            <a:r>
              <a:rPr sz="1100" spc="85" dirty="0">
                <a:latin typeface="MS UI Gothic"/>
                <a:cs typeface="MS UI Gothic"/>
              </a:rPr>
              <a:t>ポ</a:t>
            </a:r>
            <a:r>
              <a:rPr sz="1100" spc="75" dirty="0">
                <a:latin typeface="MS UI Gothic"/>
                <a:cs typeface="MS UI Gothic"/>
              </a:rPr>
              <a:t>イ</a:t>
            </a:r>
            <a:r>
              <a:rPr sz="1100" spc="85" dirty="0">
                <a:latin typeface="MS UI Gothic"/>
                <a:cs typeface="MS UI Gothic"/>
              </a:rPr>
              <a:t>ン</a:t>
            </a:r>
            <a:r>
              <a:rPr sz="1100" spc="50" dirty="0">
                <a:latin typeface="MS UI Gothic"/>
                <a:cs typeface="MS UI Gothic"/>
              </a:rPr>
              <a:t>ト</a:t>
            </a:r>
            <a:r>
              <a:rPr sz="1100" spc="70" dirty="0">
                <a:latin typeface="MS UI Gothic"/>
                <a:cs typeface="MS UI Gothic"/>
              </a:rPr>
              <a:t>数</a:t>
            </a:r>
            <a:r>
              <a:rPr sz="1100" spc="55" dirty="0">
                <a:latin typeface="MS UI Gothic"/>
                <a:cs typeface="MS UI Gothic"/>
              </a:rPr>
              <a:t>を</a:t>
            </a:r>
            <a:r>
              <a:rPr sz="1100" spc="70" dirty="0">
                <a:latin typeface="MS UI Gothic"/>
                <a:cs typeface="MS UI Gothic"/>
              </a:rPr>
              <a:t>共</a:t>
            </a:r>
            <a:r>
              <a:rPr sz="1100" spc="55" dirty="0">
                <a:latin typeface="MS UI Gothic"/>
                <a:cs typeface="MS UI Gothic"/>
              </a:rPr>
              <a:t>有</a:t>
            </a:r>
            <a:r>
              <a:rPr sz="1100" spc="30" dirty="0">
                <a:latin typeface="MS UI Gothic"/>
                <a:cs typeface="MS UI Gothic"/>
              </a:rPr>
              <a:t>し、</a:t>
            </a:r>
            <a:r>
              <a:rPr sz="1100" spc="50" dirty="0">
                <a:latin typeface="MS UI Gothic"/>
                <a:cs typeface="MS UI Gothic"/>
              </a:rPr>
              <a:t>該当者</a:t>
            </a:r>
            <a:r>
              <a:rPr sz="1100" spc="25" dirty="0">
                <a:latin typeface="MS UI Gothic"/>
                <a:cs typeface="MS UI Gothic"/>
              </a:rPr>
              <a:t>へ</a:t>
            </a:r>
            <a:r>
              <a:rPr sz="1100" spc="40" dirty="0">
                <a:latin typeface="MS UI Gothic"/>
                <a:cs typeface="MS UI Gothic"/>
              </a:rPr>
              <a:t>支給</a:t>
            </a:r>
            <a:r>
              <a:rPr sz="1100" spc="30" dirty="0">
                <a:latin typeface="MS UI Gothic"/>
                <a:cs typeface="MS UI Gothic"/>
              </a:rPr>
              <a:t>す</a:t>
            </a:r>
            <a:r>
              <a:rPr sz="1100" spc="215" dirty="0">
                <a:latin typeface="MS UI Gothic"/>
                <a:cs typeface="MS UI Gothic"/>
              </a:rPr>
              <a:t>る</a:t>
            </a:r>
            <a:r>
              <a:rPr sz="1100" spc="-70" dirty="0">
                <a:latin typeface="MS UI Gothic"/>
                <a:cs typeface="MS UI Gothic"/>
              </a:rPr>
              <a:t>。</a:t>
            </a:r>
            <a:endParaRPr sz="1100">
              <a:latin typeface="MS UI Gothic"/>
              <a:cs typeface="MS UI Gothic"/>
            </a:endParaRPr>
          </a:p>
          <a:p>
            <a:pPr marL="271145" indent="-172720">
              <a:lnSpc>
                <a:spcPct val="100000"/>
              </a:lnSpc>
              <a:buFont typeface="Arial MT"/>
              <a:buChar char="•"/>
              <a:tabLst>
                <a:tab pos="271780" algn="l"/>
              </a:tabLst>
            </a:pPr>
            <a:r>
              <a:rPr sz="1100" spc="120" dirty="0">
                <a:latin typeface="MS UI Gothic"/>
                <a:cs typeface="MS UI Gothic"/>
              </a:rPr>
              <a:t>エ</a:t>
            </a:r>
            <a:r>
              <a:rPr sz="1100" spc="130" dirty="0">
                <a:latin typeface="MS UI Gothic"/>
                <a:cs typeface="MS UI Gothic"/>
              </a:rPr>
              <a:t>ム</a:t>
            </a:r>
            <a:r>
              <a:rPr sz="1100" spc="120" dirty="0">
                <a:latin typeface="MS UI Gothic"/>
                <a:cs typeface="MS UI Gothic"/>
              </a:rPr>
              <a:t>エ</a:t>
            </a:r>
            <a:r>
              <a:rPr sz="1100" spc="125" dirty="0">
                <a:latin typeface="MS UI Gothic"/>
                <a:cs typeface="MS UI Gothic"/>
              </a:rPr>
              <a:t>ムポ</a:t>
            </a:r>
            <a:r>
              <a:rPr sz="1100" spc="110" dirty="0">
                <a:latin typeface="MS UI Gothic"/>
                <a:cs typeface="MS UI Gothic"/>
              </a:rPr>
              <a:t>イ</a:t>
            </a:r>
            <a:r>
              <a:rPr sz="1100" spc="170" dirty="0">
                <a:latin typeface="MS UI Gothic"/>
                <a:cs typeface="MS UI Gothic"/>
              </a:rPr>
              <a:t>ン</a:t>
            </a:r>
            <a:r>
              <a:rPr sz="1100" spc="215" dirty="0">
                <a:latin typeface="MS UI Gothic"/>
                <a:cs typeface="MS UI Gothic"/>
              </a:rPr>
              <a:t>ト</a:t>
            </a:r>
            <a:r>
              <a:rPr sz="1100" spc="185" dirty="0">
                <a:latin typeface="MS UI Gothic"/>
                <a:cs typeface="MS UI Gothic"/>
              </a:rPr>
              <a:t>と</a:t>
            </a:r>
            <a:r>
              <a:rPr sz="1100" spc="40" dirty="0">
                <a:latin typeface="MS UI Gothic"/>
                <a:cs typeface="MS UI Gothic"/>
              </a:rPr>
              <a:t>は</a:t>
            </a:r>
            <a:r>
              <a:rPr sz="1100" spc="30" dirty="0">
                <a:latin typeface="MS UI Gothic"/>
                <a:cs typeface="MS UI Gothic"/>
              </a:rPr>
              <a:t>、</a:t>
            </a:r>
            <a:r>
              <a:rPr sz="1100" spc="110" dirty="0">
                <a:latin typeface="MS UI Gothic"/>
                <a:cs typeface="MS UI Gothic"/>
              </a:rPr>
              <a:t>す</a:t>
            </a:r>
            <a:r>
              <a:rPr sz="1100" spc="195" dirty="0">
                <a:latin typeface="MS UI Gothic"/>
                <a:cs typeface="MS UI Gothic"/>
              </a:rPr>
              <a:t>で</a:t>
            </a:r>
            <a:r>
              <a:rPr sz="1100" spc="185" dirty="0">
                <a:latin typeface="MS UI Gothic"/>
                <a:cs typeface="MS UI Gothic"/>
              </a:rPr>
              <a:t>に</a:t>
            </a:r>
            <a:r>
              <a:rPr sz="1100" spc="229" dirty="0">
                <a:latin typeface="MS UI Gothic"/>
                <a:cs typeface="MS UI Gothic"/>
              </a:rPr>
              <a:t>MMI</a:t>
            </a:r>
            <a:r>
              <a:rPr sz="1100" spc="55" dirty="0">
                <a:latin typeface="MS UI Gothic"/>
                <a:cs typeface="MS UI Gothic"/>
              </a:rPr>
              <a:t>で</a:t>
            </a:r>
            <a:r>
              <a:rPr sz="1100" spc="65" dirty="0">
                <a:latin typeface="MS UI Gothic"/>
                <a:cs typeface="MS UI Gothic"/>
              </a:rPr>
              <a:t>賞</a:t>
            </a:r>
            <a:r>
              <a:rPr sz="1100" spc="50" dirty="0">
                <a:latin typeface="MS UI Gothic"/>
                <a:cs typeface="MS UI Gothic"/>
              </a:rPr>
              <a:t>与</a:t>
            </a:r>
            <a:r>
              <a:rPr sz="1100" dirty="0">
                <a:latin typeface="MS UI Gothic"/>
                <a:cs typeface="MS UI Gothic"/>
              </a:rPr>
              <a:t>支給</a:t>
            </a:r>
            <a:r>
              <a:rPr sz="1100" spc="-15" dirty="0">
                <a:latin typeface="MS UI Gothic"/>
                <a:cs typeface="MS UI Gothic"/>
              </a:rPr>
              <a:t>時</a:t>
            </a:r>
            <a:r>
              <a:rPr sz="1100" spc="85" dirty="0">
                <a:latin typeface="MS UI Gothic"/>
                <a:cs typeface="MS UI Gothic"/>
              </a:rPr>
              <a:t>に</a:t>
            </a:r>
            <a:r>
              <a:rPr sz="1100" spc="100" dirty="0">
                <a:latin typeface="MS UI Gothic"/>
                <a:cs typeface="MS UI Gothic"/>
              </a:rPr>
              <a:t>運</a:t>
            </a:r>
            <a:r>
              <a:rPr sz="1100" spc="140" dirty="0">
                <a:latin typeface="MS UI Gothic"/>
                <a:cs typeface="MS UI Gothic"/>
              </a:rPr>
              <a:t>用</a:t>
            </a:r>
            <a:r>
              <a:rPr sz="1100" spc="100" dirty="0">
                <a:latin typeface="MS UI Gothic"/>
                <a:cs typeface="MS UI Gothic"/>
              </a:rPr>
              <a:t>して</a:t>
            </a:r>
            <a:r>
              <a:rPr sz="1100" spc="190" dirty="0">
                <a:latin typeface="MS UI Gothic"/>
                <a:cs typeface="MS UI Gothic"/>
              </a:rPr>
              <a:t>い</a:t>
            </a:r>
            <a:r>
              <a:rPr sz="1100" spc="215" dirty="0">
                <a:latin typeface="MS UI Gothic"/>
                <a:cs typeface="MS UI Gothic"/>
              </a:rPr>
              <a:t>る</a:t>
            </a:r>
            <a:r>
              <a:rPr sz="1100" spc="100" dirty="0">
                <a:latin typeface="MS UI Gothic"/>
                <a:cs typeface="MS UI Gothic"/>
              </a:rPr>
              <a:t>「</a:t>
            </a:r>
            <a:r>
              <a:rPr sz="1100" spc="135" dirty="0">
                <a:latin typeface="MS UI Gothic"/>
                <a:cs typeface="MS UI Gothic"/>
              </a:rPr>
              <a:t>カ</a:t>
            </a:r>
            <a:r>
              <a:rPr sz="1100" spc="240" dirty="0">
                <a:latin typeface="MS UI Gothic"/>
                <a:cs typeface="MS UI Gothic"/>
              </a:rPr>
              <a:t>フ</a:t>
            </a:r>
            <a:r>
              <a:rPr sz="1100" spc="210" dirty="0">
                <a:latin typeface="MS UI Gothic"/>
                <a:cs typeface="MS UI Gothic"/>
              </a:rPr>
              <a:t>ェ</a:t>
            </a:r>
            <a:r>
              <a:rPr sz="1100" spc="260" dirty="0">
                <a:latin typeface="MS UI Gothic"/>
                <a:cs typeface="MS UI Gothic"/>
              </a:rPr>
              <a:t>テ</a:t>
            </a:r>
            <a:r>
              <a:rPr sz="1100" spc="275" dirty="0">
                <a:latin typeface="MS UI Gothic"/>
                <a:cs typeface="MS UI Gothic"/>
              </a:rPr>
              <a:t>リ</a:t>
            </a:r>
            <a:r>
              <a:rPr sz="1100" spc="135" dirty="0">
                <a:latin typeface="MS UI Gothic"/>
                <a:cs typeface="MS UI Gothic"/>
              </a:rPr>
              <a:t>ア</a:t>
            </a:r>
            <a:r>
              <a:rPr sz="1100" spc="155" dirty="0">
                <a:latin typeface="MS UI Gothic"/>
                <a:cs typeface="MS UI Gothic"/>
              </a:rPr>
              <a:t>ポ</a:t>
            </a:r>
            <a:r>
              <a:rPr sz="1100" spc="135" dirty="0">
                <a:latin typeface="MS UI Gothic"/>
                <a:cs typeface="MS UI Gothic"/>
              </a:rPr>
              <a:t>イン</a:t>
            </a:r>
            <a:r>
              <a:rPr sz="1100" spc="95" dirty="0">
                <a:latin typeface="MS UI Gothic"/>
                <a:cs typeface="MS UI Gothic"/>
              </a:rPr>
              <a:t>ト</a:t>
            </a:r>
            <a:r>
              <a:rPr sz="1100" spc="70" dirty="0">
                <a:latin typeface="MS UI Gothic"/>
                <a:cs typeface="MS UI Gothic"/>
              </a:rPr>
              <a:t>（</a:t>
            </a:r>
            <a:r>
              <a:rPr sz="1100" spc="114" dirty="0">
                <a:latin typeface="MS UI Gothic"/>
                <a:cs typeface="MS UI Gothic"/>
              </a:rPr>
              <a:t>ボ</a:t>
            </a:r>
            <a:r>
              <a:rPr sz="1100" spc="95" dirty="0">
                <a:latin typeface="MS UI Gothic"/>
                <a:cs typeface="MS UI Gothic"/>
              </a:rPr>
              <a:t>ー</a:t>
            </a:r>
            <a:r>
              <a:rPr sz="1100" spc="145" dirty="0">
                <a:latin typeface="MS UI Gothic"/>
                <a:cs typeface="MS UI Gothic"/>
              </a:rPr>
              <a:t>ナ</a:t>
            </a:r>
            <a:r>
              <a:rPr sz="1100" spc="180" dirty="0">
                <a:latin typeface="MS UI Gothic"/>
                <a:cs typeface="MS UI Gothic"/>
              </a:rPr>
              <a:t>ス</a:t>
            </a:r>
            <a:r>
              <a:rPr sz="1100" spc="135" dirty="0">
                <a:latin typeface="MS UI Gothic"/>
                <a:cs typeface="MS UI Gothic"/>
              </a:rPr>
              <a:t>ポ</a:t>
            </a:r>
            <a:r>
              <a:rPr sz="1100" spc="114" dirty="0">
                <a:latin typeface="MS UI Gothic"/>
                <a:cs typeface="MS UI Gothic"/>
              </a:rPr>
              <a:t>イ</a:t>
            </a:r>
            <a:r>
              <a:rPr sz="1100" spc="180" dirty="0">
                <a:latin typeface="MS UI Gothic"/>
                <a:cs typeface="MS UI Gothic"/>
              </a:rPr>
              <a:t>ン</a:t>
            </a:r>
            <a:r>
              <a:rPr sz="1100" spc="35" dirty="0">
                <a:latin typeface="MS UI Gothic"/>
                <a:cs typeface="MS UI Gothic"/>
              </a:rPr>
              <a:t>ト</a:t>
            </a:r>
            <a:r>
              <a:rPr sz="1100" spc="10" dirty="0">
                <a:latin typeface="MS UI Gothic"/>
                <a:cs typeface="MS UI Gothic"/>
              </a:rPr>
              <a:t>）</a:t>
            </a:r>
            <a:r>
              <a:rPr sz="1100" spc="40" dirty="0">
                <a:latin typeface="MS UI Gothic"/>
                <a:cs typeface="MS UI Gothic"/>
              </a:rPr>
              <a:t>」</a:t>
            </a:r>
            <a:r>
              <a:rPr sz="1100" spc="60" dirty="0">
                <a:latin typeface="MS UI Gothic"/>
                <a:cs typeface="MS UI Gothic"/>
              </a:rPr>
              <a:t>を</a:t>
            </a:r>
            <a:r>
              <a:rPr sz="1100" spc="80" dirty="0">
                <a:latin typeface="MS UI Gothic"/>
                <a:cs typeface="MS UI Gothic"/>
              </a:rPr>
              <a:t>採</a:t>
            </a:r>
            <a:r>
              <a:rPr sz="1100" spc="65" dirty="0">
                <a:latin typeface="MS UI Gothic"/>
                <a:cs typeface="MS UI Gothic"/>
              </a:rPr>
              <a:t>用</a:t>
            </a:r>
            <a:r>
              <a:rPr sz="1100" spc="110" dirty="0">
                <a:latin typeface="MS UI Gothic"/>
                <a:cs typeface="MS UI Gothic"/>
              </a:rPr>
              <a:t>す</a:t>
            </a:r>
            <a:r>
              <a:rPr sz="1100" spc="215" dirty="0">
                <a:latin typeface="MS UI Gothic"/>
                <a:cs typeface="MS UI Gothic"/>
              </a:rPr>
              <a:t>る</a:t>
            </a:r>
            <a:r>
              <a:rPr sz="1100" spc="30" dirty="0">
                <a:latin typeface="MS UI Gothic"/>
                <a:cs typeface="MS UI Gothic"/>
              </a:rPr>
              <a:t>。</a:t>
            </a:r>
            <a:r>
              <a:rPr sz="1100" spc="50" dirty="0">
                <a:latin typeface="MS UI Gothic"/>
                <a:cs typeface="MS UI Gothic"/>
              </a:rPr>
              <a:t>月</a:t>
            </a:r>
            <a:r>
              <a:rPr sz="1100" spc="35" dirty="0">
                <a:latin typeface="MS UI Gothic"/>
                <a:cs typeface="MS UI Gothic"/>
              </a:rPr>
              <a:t>に</a:t>
            </a:r>
            <a:r>
              <a:rPr sz="1100" spc="-15" dirty="0">
                <a:latin typeface="MS UI Gothic"/>
                <a:cs typeface="MS UI Gothic"/>
              </a:rPr>
              <a:t>付</a:t>
            </a:r>
            <a:r>
              <a:rPr sz="1100" spc="170" dirty="0">
                <a:latin typeface="MS UI Gothic"/>
                <a:cs typeface="MS UI Gothic"/>
              </a:rPr>
              <a:t>与</a:t>
            </a:r>
            <a:r>
              <a:rPr sz="1100" spc="135" dirty="0">
                <a:latin typeface="MS UI Gothic"/>
                <a:cs typeface="MS UI Gothic"/>
              </a:rPr>
              <a:t>で</a:t>
            </a:r>
            <a:r>
              <a:rPr sz="1100" spc="105" dirty="0">
                <a:latin typeface="MS UI Gothic"/>
                <a:cs typeface="MS UI Gothic"/>
              </a:rPr>
              <a:t>き</a:t>
            </a:r>
            <a:r>
              <a:rPr sz="1100" spc="215" dirty="0">
                <a:latin typeface="MS UI Gothic"/>
                <a:cs typeface="MS UI Gothic"/>
              </a:rPr>
              <a:t>る</a:t>
            </a:r>
            <a:r>
              <a:rPr sz="1100" spc="180" dirty="0">
                <a:latin typeface="MS UI Gothic"/>
                <a:cs typeface="MS UI Gothic"/>
              </a:rPr>
              <a:t>ポ</a:t>
            </a:r>
            <a:r>
              <a:rPr sz="1100" spc="75" dirty="0">
                <a:latin typeface="MS UI Gothic"/>
                <a:cs typeface="MS UI Gothic"/>
              </a:rPr>
              <a:t>イ</a:t>
            </a:r>
            <a:r>
              <a:rPr sz="1100" spc="180" dirty="0">
                <a:latin typeface="MS UI Gothic"/>
                <a:cs typeface="MS UI Gothic"/>
              </a:rPr>
              <a:t>ン</a:t>
            </a:r>
            <a:endParaRPr sz="1100">
              <a:latin typeface="MS UI Gothic"/>
              <a:cs typeface="MS UI Gothic"/>
            </a:endParaRPr>
          </a:p>
          <a:p>
            <a:pPr marL="271145">
              <a:lnSpc>
                <a:spcPct val="100000"/>
              </a:lnSpc>
            </a:pPr>
            <a:r>
              <a:rPr sz="1100" spc="95" dirty="0">
                <a:latin typeface="MS UI Gothic"/>
                <a:cs typeface="MS UI Gothic"/>
              </a:rPr>
              <a:t>ト</a:t>
            </a:r>
            <a:r>
              <a:rPr sz="1100" spc="110" dirty="0">
                <a:latin typeface="MS UI Gothic"/>
                <a:cs typeface="MS UI Gothic"/>
              </a:rPr>
              <a:t>は</a:t>
            </a:r>
            <a:r>
              <a:rPr sz="1100" spc="-75" dirty="0">
                <a:latin typeface="MS UI Gothic"/>
                <a:cs typeface="MS UI Gothic"/>
              </a:rPr>
              <a:t>、</a:t>
            </a:r>
            <a:r>
              <a:rPr sz="1100" spc="5" dirty="0">
                <a:latin typeface="MS UI Gothic"/>
                <a:cs typeface="MS UI Gothic"/>
              </a:rPr>
              <a:t>最</a:t>
            </a:r>
            <a:r>
              <a:rPr sz="1100" spc="-5" dirty="0">
                <a:latin typeface="MS UI Gothic"/>
                <a:cs typeface="MS UI Gothic"/>
              </a:rPr>
              <a:t>大</a:t>
            </a:r>
            <a:r>
              <a:rPr sz="1100" spc="220" dirty="0">
                <a:latin typeface="MS UI Gothic"/>
                <a:cs typeface="MS UI Gothic"/>
              </a:rPr>
              <a:t>300,000pt（≒300,000</a:t>
            </a:r>
            <a:r>
              <a:rPr sz="1100" spc="-10" dirty="0">
                <a:latin typeface="MS UI Gothic"/>
                <a:cs typeface="MS UI Gothic"/>
              </a:rPr>
              <a:t>円</a:t>
            </a:r>
            <a:r>
              <a:rPr sz="1100" spc="85" dirty="0">
                <a:latin typeface="MS UI Gothic"/>
                <a:cs typeface="MS UI Gothic"/>
              </a:rPr>
              <a:t>）</a:t>
            </a:r>
            <a:r>
              <a:rPr sz="1100" spc="114" dirty="0">
                <a:latin typeface="MS UI Gothic"/>
                <a:cs typeface="MS UI Gothic"/>
              </a:rPr>
              <a:t>ま</a:t>
            </a:r>
            <a:r>
              <a:rPr sz="1100" spc="180" dirty="0">
                <a:latin typeface="MS UI Gothic"/>
                <a:cs typeface="MS UI Gothic"/>
              </a:rPr>
              <a:t>で</a:t>
            </a:r>
            <a:r>
              <a:rPr sz="1100" spc="335" dirty="0">
                <a:latin typeface="MS UI Gothic"/>
                <a:cs typeface="MS UI Gothic"/>
              </a:rPr>
              <a:t>と</a:t>
            </a:r>
            <a:r>
              <a:rPr sz="1100" spc="105" dirty="0">
                <a:latin typeface="MS UI Gothic"/>
                <a:cs typeface="MS UI Gothic"/>
              </a:rPr>
              <a:t>す</a:t>
            </a:r>
            <a:r>
              <a:rPr sz="1100" spc="210" dirty="0">
                <a:latin typeface="MS UI Gothic"/>
                <a:cs typeface="MS UI Gothic"/>
              </a:rPr>
              <a:t>る</a:t>
            </a:r>
            <a:r>
              <a:rPr sz="1100" spc="-70" dirty="0">
                <a:latin typeface="MS UI Gothic"/>
                <a:cs typeface="MS UI Gothic"/>
              </a:rPr>
              <a:t>。</a:t>
            </a:r>
            <a:endParaRPr sz="1100">
              <a:latin typeface="MS UI Gothic"/>
              <a:cs typeface="MS UI Gothic"/>
            </a:endParaRPr>
          </a:p>
          <a:p>
            <a:pPr marL="271145" indent="-172720">
              <a:lnSpc>
                <a:spcPct val="100000"/>
              </a:lnSpc>
              <a:spcBef>
                <a:spcPts val="5"/>
              </a:spcBef>
              <a:buFont typeface="Arial MT"/>
              <a:buChar char="•"/>
              <a:tabLst>
                <a:tab pos="271780" algn="l"/>
              </a:tabLst>
            </a:pPr>
            <a:r>
              <a:rPr sz="1100" spc="95" dirty="0">
                <a:latin typeface="MS UI Gothic"/>
                <a:cs typeface="MS UI Gothic"/>
              </a:rPr>
              <a:t>付与し</a:t>
            </a:r>
            <a:r>
              <a:rPr sz="1100" spc="75" dirty="0">
                <a:latin typeface="MS UI Gothic"/>
                <a:cs typeface="MS UI Gothic"/>
              </a:rPr>
              <a:t>た</a:t>
            </a:r>
            <a:r>
              <a:rPr sz="1100" spc="145" dirty="0">
                <a:latin typeface="MS UI Gothic"/>
                <a:cs typeface="MS UI Gothic"/>
              </a:rPr>
              <a:t>ポイ</a:t>
            </a:r>
            <a:r>
              <a:rPr sz="1100" spc="150" dirty="0">
                <a:latin typeface="MS UI Gothic"/>
                <a:cs typeface="MS UI Gothic"/>
              </a:rPr>
              <a:t>ン</a:t>
            </a:r>
            <a:r>
              <a:rPr sz="1100" spc="95" dirty="0">
                <a:latin typeface="MS UI Gothic"/>
                <a:cs typeface="MS UI Gothic"/>
              </a:rPr>
              <a:t>トに関</a:t>
            </a:r>
            <a:r>
              <a:rPr sz="1100" spc="85" dirty="0">
                <a:latin typeface="MS UI Gothic"/>
                <a:cs typeface="MS UI Gothic"/>
              </a:rPr>
              <a:t>す</a:t>
            </a:r>
            <a:r>
              <a:rPr sz="1100" spc="215" dirty="0">
                <a:latin typeface="MS UI Gothic"/>
                <a:cs typeface="MS UI Gothic"/>
              </a:rPr>
              <a:t>る</a:t>
            </a:r>
            <a:r>
              <a:rPr sz="1100" dirty="0">
                <a:latin typeface="MS UI Gothic"/>
                <a:cs typeface="MS UI Gothic"/>
              </a:rPr>
              <a:t>費</a:t>
            </a:r>
            <a:r>
              <a:rPr sz="1100" spc="-15" dirty="0">
                <a:latin typeface="MS UI Gothic"/>
                <a:cs typeface="MS UI Gothic"/>
              </a:rPr>
              <a:t>用</a:t>
            </a:r>
            <a:r>
              <a:rPr sz="1100" spc="190" dirty="0">
                <a:latin typeface="MS UI Gothic"/>
                <a:cs typeface="MS UI Gothic"/>
              </a:rPr>
              <a:t>コ</a:t>
            </a:r>
            <a:r>
              <a:rPr sz="1100" spc="200" dirty="0">
                <a:latin typeface="MS UI Gothic"/>
                <a:cs typeface="MS UI Gothic"/>
              </a:rPr>
              <a:t>ン</a:t>
            </a:r>
            <a:r>
              <a:rPr sz="1100" spc="150" dirty="0">
                <a:latin typeface="MS UI Gothic"/>
                <a:cs typeface="MS UI Gothic"/>
              </a:rPr>
              <a:t>ト</a:t>
            </a:r>
            <a:r>
              <a:rPr sz="1100" spc="145" dirty="0">
                <a:latin typeface="MS UI Gothic"/>
                <a:cs typeface="MS UI Gothic"/>
              </a:rPr>
              <a:t>ロ</a:t>
            </a:r>
            <a:r>
              <a:rPr sz="1100" spc="155" dirty="0">
                <a:latin typeface="MS UI Gothic"/>
                <a:cs typeface="MS UI Gothic"/>
              </a:rPr>
              <a:t>ー</a:t>
            </a:r>
            <a:r>
              <a:rPr sz="1100" spc="165" dirty="0">
                <a:latin typeface="MS UI Gothic"/>
                <a:cs typeface="MS UI Gothic"/>
              </a:rPr>
              <a:t>ル</a:t>
            </a:r>
            <a:r>
              <a:rPr sz="1100" spc="65" dirty="0">
                <a:latin typeface="MS UI Gothic"/>
                <a:cs typeface="MS UI Gothic"/>
              </a:rPr>
              <a:t>は採</a:t>
            </a:r>
            <a:r>
              <a:rPr sz="1100" dirty="0">
                <a:latin typeface="MS UI Gothic"/>
                <a:cs typeface="MS UI Gothic"/>
              </a:rPr>
              <a:t>用調</a:t>
            </a:r>
            <a:r>
              <a:rPr sz="1100" spc="-15" dirty="0">
                <a:latin typeface="MS UI Gothic"/>
                <a:cs typeface="MS UI Gothic"/>
              </a:rPr>
              <a:t>達</a:t>
            </a:r>
            <a:r>
              <a:rPr sz="1100" spc="160" dirty="0">
                <a:latin typeface="MS UI Gothic"/>
                <a:cs typeface="MS UI Gothic"/>
              </a:rPr>
              <a:t>チ</a:t>
            </a:r>
            <a:r>
              <a:rPr sz="1100" spc="155" dirty="0">
                <a:latin typeface="MS UI Gothic"/>
                <a:cs typeface="MS UI Gothic"/>
              </a:rPr>
              <a:t>ー</a:t>
            </a:r>
            <a:r>
              <a:rPr sz="1100" spc="150" dirty="0">
                <a:latin typeface="MS UI Gothic"/>
                <a:cs typeface="MS UI Gothic"/>
              </a:rPr>
              <a:t>ム</a:t>
            </a:r>
            <a:r>
              <a:rPr sz="1100" spc="130" dirty="0">
                <a:latin typeface="MS UI Gothic"/>
                <a:cs typeface="MS UI Gothic"/>
              </a:rPr>
              <a:t>に</a:t>
            </a:r>
            <a:r>
              <a:rPr sz="1100" spc="85" dirty="0">
                <a:latin typeface="MS UI Gothic"/>
                <a:cs typeface="MS UI Gothic"/>
              </a:rPr>
              <a:t>て</a:t>
            </a:r>
            <a:r>
              <a:rPr sz="1100" spc="100" dirty="0">
                <a:latin typeface="MS UI Gothic"/>
                <a:cs typeface="MS UI Gothic"/>
              </a:rPr>
              <a:t>行</a:t>
            </a:r>
            <a:r>
              <a:rPr sz="1100" spc="345" dirty="0">
                <a:latin typeface="MS UI Gothic"/>
                <a:cs typeface="MS UI Gothic"/>
              </a:rPr>
              <a:t>う</a:t>
            </a:r>
            <a:r>
              <a:rPr sz="1100" spc="-70" dirty="0">
                <a:latin typeface="MS UI Gothic"/>
                <a:cs typeface="MS UI Gothic"/>
              </a:rPr>
              <a:t>。</a:t>
            </a:r>
            <a:endParaRPr sz="1100">
              <a:latin typeface="MS UI Gothic"/>
              <a:cs typeface="MS UI Gothic"/>
            </a:endParaRPr>
          </a:p>
        </p:txBody>
      </p:sp>
      <p:sp>
        <p:nvSpPr>
          <p:cNvPr id="4" name="object 4"/>
          <p:cNvSpPr txBox="1"/>
          <p:nvPr/>
        </p:nvSpPr>
        <p:spPr>
          <a:xfrm>
            <a:off x="5946775" y="215011"/>
            <a:ext cx="2216150" cy="361315"/>
          </a:xfrm>
          <a:prstGeom prst="rect">
            <a:avLst/>
          </a:prstGeom>
        </p:spPr>
        <p:txBody>
          <a:bodyPr vert="horz" wrap="square" lIns="0" tIns="12700" rIns="0" bIns="0" rtlCol="0">
            <a:spAutoFit/>
          </a:bodyPr>
          <a:lstStyle/>
          <a:p>
            <a:pPr marL="12700" marR="5080" indent="671830">
              <a:lnSpc>
                <a:spcPct val="100000"/>
              </a:lnSpc>
              <a:spcBef>
                <a:spcPts val="100"/>
              </a:spcBef>
            </a:pPr>
            <a:r>
              <a:rPr sz="1100" dirty="0">
                <a:latin typeface="MS UI Gothic"/>
                <a:cs typeface="MS UI Gothic"/>
              </a:rPr>
              <a:t>更新：</a:t>
            </a:r>
            <a:r>
              <a:rPr sz="1100" spc="285" dirty="0">
                <a:latin typeface="MS UI Gothic"/>
                <a:cs typeface="MS UI Gothic"/>
              </a:rPr>
              <a:t>2022</a:t>
            </a:r>
            <a:r>
              <a:rPr sz="1100" dirty="0">
                <a:latin typeface="MS UI Gothic"/>
                <a:cs typeface="MS UI Gothic"/>
              </a:rPr>
              <a:t>年</a:t>
            </a:r>
            <a:r>
              <a:rPr sz="1100" spc="285" dirty="0">
                <a:latin typeface="MS UI Gothic"/>
                <a:cs typeface="MS UI Gothic"/>
              </a:rPr>
              <a:t>6</a:t>
            </a:r>
            <a:r>
              <a:rPr sz="1100" dirty="0">
                <a:latin typeface="MS UI Gothic"/>
                <a:cs typeface="MS UI Gothic"/>
              </a:rPr>
              <a:t>月</a:t>
            </a:r>
            <a:r>
              <a:rPr sz="1100" spc="285" dirty="0">
                <a:latin typeface="MS UI Gothic"/>
                <a:cs typeface="MS UI Gothic"/>
              </a:rPr>
              <a:t>20</a:t>
            </a:r>
            <a:r>
              <a:rPr sz="1100" dirty="0">
                <a:latin typeface="MS UI Gothic"/>
                <a:cs typeface="MS UI Gothic"/>
              </a:rPr>
              <a:t>日 </a:t>
            </a:r>
            <a:r>
              <a:rPr sz="1100" spc="55" dirty="0">
                <a:latin typeface="MS UI Gothic"/>
                <a:cs typeface="MS UI Gothic"/>
              </a:rPr>
              <a:t>株式会社エム</a:t>
            </a:r>
            <a:r>
              <a:rPr sz="1100" spc="35" dirty="0">
                <a:latin typeface="MS UI Gothic"/>
                <a:cs typeface="MS UI Gothic"/>
              </a:rPr>
              <a:t>エ</a:t>
            </a:r>
            <a:r>
              <a:rPr sz="1100" spc="90" dirty="0">
                <a:latin typeface="MS UI Gothic"/>
                <a:cs typeface="MS UI Gothic"/>
              </a:rPr>
              <a:t>ム</a:t>
            </a:r>
            <a:r>
              <a:rPr sz="1100" spc="85" dirty="0">
                <a:latin typeface="MS UI Gothic"/>
                <a:cs typeface="MS UI Gothic"/>
              </a:rPr>
              <a:t>イ</a:t>
            </a:r>
            <a:r>
              <a:rPr sz="1100" spc="170" dirty="0">
                <a:latin typeface="MS UI Gothic"/>
                <a:cs typeface="MS UI Gothic"/>
              </a:rPr>
              <a:t>ン</a:t>
            </a:r>
            <a:r>
              <a:rPr sz="1100" spc="195" dirty="0">
                <a:latin typeface="MS UI Gothic"/>
                <a:cs typeface="MS UI Gothic"/>
              </a:rPr>
              <a:t>タ</a:t>
            </a:r>
            <a:r>
              <a:rPr sz="1100" spc="155" dirty="0">
                <a:latin typeface="MS UI Gothic"/>
                <a:cs typeface="MS UI Gothic"/>
              </a:rPr>
              <a:t>ー</a:t>
            </a:r>
            <a:r>
              <a:rPr sz="1100" spc="145" dirty="0">
                <a:latin typeface="MS UI Gothic"/>
                <a:cs typeface="MS UI Gothic"/>
              </a:rPr>
              <a:t>ナ</a:t>
            </a:r>
            <a:r>
              <a:rPr sz="1100" spc="65" dirty="0">
                <a:latin typeface="MS UI Gothic"/>
                <a:cs typeface="MS UI Gothic"/>
              </a:rPr>
              <a:t>シ</a:t>
            </a:r>
            <a:r>
              <a:rPr sz="1100" spc="340" dirty="0">
                <a:latin typeface="MS UI Gothic"/>
                <a:cs typeface="MS UI Gothic"/>
              </a:rPr>
              <a:t>ョ</a:t>
            </a:r>
            <a:r>
              <a:rPr sz="1100" spc="145" dirty="0">
                <a:latin typeface="MS UI Gothic"/>
                <a:cs typeface="MS UI Gothic"/>
              </a:rPr>
              <a:t>ナ</a:t>
            </a:r>
            <a:r>
              <a:rPr sz="1100" spc="180" dirty="0">
                <a:latin typeface="MS UI Gothic"/>
                <a:cs typeface="MS UI Gothic"/>
              </a:rPr>
              <a:t>ル</a:t>
            </a:r>
            <a:endParaRPr sz="1100">
              <a:latin typeface="MS UI Gothic"/>
              <a:cs typeface="MS UI Gothic"/>
            </a:endParaRPr>
          </a:p>
        </p:txBody>
      </p:sp>
      <p:graphicFrame>
        <p:nvGraphicFramePr>
          <p:cNvPr id="5" name="object 5"/>
          <p:cNvGraphicFramePr>
            <a:graphicFrameLocks noGrp="1"/>
          </p:cNvGraphicFramePr>
          <p:nvPr/>
        </p:nvGraphicFramePr>
        <p:xfrm>
          <a:off x="73118" y="881507"/>
          <a:ext cx="8933813" cy="2741418"/>
        </p:xfrm>
        <a:graphic>
          <a:graphicData uri="http://schemas.openxmlformats.org/drawingml/2006/table">
            <a:tbl>
              <a:tblPr firstRow="1" bandRow="1">
                <a:tableStyleId>{2D5ABB26-0587-4C30-8999-92F81FD0307C}</a:tableStyleId>
              </a:tblPr>
              <a:tblGrid>
                <a:gridCol w="281305">
                  <a:extLst>
                    <a:ext uri="{9D8B030D-6E8A-4147-A177-3AD203B41FA5}">
                      <a16:colId xmlns:a16="http://schemas.microsoft.com/office/drawing/2014/main" val="20000"/>
                    </a:ext>
                  </a:extLst>
                </a:gridCol>
                <a:gridCol w="81914">
                  <a:extLst>
                    <a:ext uri="{9D8B030D-6E8A-4147-A177-3AD203B41FA5}">
                      <a16:colId xmlns:a16="http://schemas.microsoft.com/office/drawing/2014/main" val="20001"/>
                    </a:ext>
                  </a:extLst>
                </a:gridCol>
                <a:gridCol w="267970">
                  <a:extLst>
                    <a:ext uri="{9D8B030D-6E8A-4147-A177-3AD203B41FA5}">
                      <a16:colId xmlns:a16="http://schemas.microsoft.com/office/drawing/2014/main" val="20002"/>
                    </a:ext>
                  </a:extLst>
                </a:gridCol>
                <a:gridCol w="198119">
                  <a:extLst>
                    <a:ext uri="{9D8B030D-6E8A-4147-A177-3AD203B41FA5}">
                      <a16:colId xmlns:a16="http://schemas.microsoft.com/office/drawing/2014/main" val="20003"/>
                    </a:ext>
                  </a:extLst>
                </a:gridCol>
                <a:gridCol w="418465">
                  <a:extLst>
                    <a:ext uri="{9D8B030D-6E8A-4147-A177-3AD203B41FA5}">
                      <a16:colId xmlns:a16="http://schemas.microsoft.com/office/drawing/2014/main" val="20004"/>
                    </a:ext>
                  </a:extLst>
                </a:gridCol>
                <a:gridCol w="2447925">
                  <a:extLst>
                    <a:ext uri="{9D8B030D-6E8A-4147-A177-3AD203B41FA5}">
                      <a16:colId xmlns:a16="http://schemas.microsoft.com/office/drawing/2014/main" val="20005"/>
                    </a:ext>
                  </a:extLst>
                </a:gridCol>
                <a:gridCol w="1111250">
                  <a:extLst>
                    <a:ext uri="{9D8B030D-6E8A-4147-A177-3AD203B41FA5}">
                      <a16:colId xmlns:a16="http://schemas.microsoft.com/office/drawing/2014/main" val="20006"/>
                    </a:ext>
                  </a:extLst>
                </a:gridCol>
                <a:gridCol w="487045">
                  <a:extLst>
                    <a:ext uri="{9D8B030D-6E8A-4147-A177-3AD203B41FA5}">
                      <a16:colId xmlns:a16="http://schemas.microsoft.com/office/drawing/2014/main" val="20007"/>
                    </a:ext>
                  </a:extLst>
                </a:gridCol>
                <a:gridCol w="559435">
                  <a:extLst>
                    <a:ext uri="{9D8B030D-6E8A-4147-A177-3AD203B41FA5}">
                      <a16:colId xmlns:a16="http://schemas.microsoft.com/office/drawing/2014/main" val="20008"/>
                    </a:ext>
                  </a:extLst>
                </a:gridCol>
                <a:gridCol w="3080385">
                  <a:extLst>
                    <a:ext uri="{9D8B030D-6E8A-4147-A177-3AD203B41FA5}">
                      <a16:colId xmlns:a16="http://schemas.microsoft.com/office/drawing/2014/main" val="20009"/>
                    </a:ext>
                  </a:extLst>
                </a:gridCol>
              </a:tblGrid>
              <a:tr h="416432">
                <a:tc>
                  <a:txBody>
                    <a:bodyPr/>
                    <a:lstStyle/>
                    <a:p>
                      <a:pPr>
                        <a:lnSpc>
                          <a:spcPct val="100000"/>
                        </a:lnSpc>
                        <a:spcBef>
                          <a:spcPts val="40"/>
                        </a:spcBef>
                      </a:pPr>
                      <a:endParaRPr sz="900">
                        <a:latin typeface="Times New Roman"/>
                        <a:cs typeface="Times New Roman"/>
                      </a:endParaRPr>
                    </a:p>
                    <a:p>
                      <a:pPr marL="1270" algn="ctr">
                        <a:lnSpc>
                          <a:spcPct val="100000"/>
                        </a:lnSpc>
                        <a:spcBef>
                          <a:spcPts val="5"/>
                        </a:spcBef>
                      </a:pPr>
                      <a:r>
                        <a:rPr sz="900" b="1" spc="5" dirty="0">
                          <a:solidFill>
                            <a:srgbClr val="FFFFFF"/>
                          </a:solidFill>
                          <a:latin typeface="Yu Gothic"/>
                          <a:cs typeface="Yu Gothic"/>
                        </a:rPr>
                        <a:t>NO</a:t>
                      </a:r>
                      <a:endParaRPr sz="900">
                        <a:latin typeface="Yu Gothic"/>
                        <a:cs typeface="Yu Gothic"/>
                      </a:endParaRPr>
                    </a:p>
                  </a:txBody>
                  <a:tcPr marL="0" marR="0" marT="5080" marB="0">
                    <a:lnL w="6350">
                      <a:solidFill>
                        <a:srgbClr val="000000"/>
                      </a:solidFill>
                      <a:prstDash val="solid"/>
                    </a:lnL>
                    <a:lnR w="12700">
                      <a:solidFill>
                        <a:srgbClr val="FFFFFF"/>
                      </a:solidFill>
                      <a:prstDash val="solid"/>
                    </a:lnR>
                    <a:lnT w="6350">
                      <a:solidFill>
                        <a:srgbClr val="000000"/>
                      </a:solidFill>
                      <a:prstDash val="solid"/>
                    </a:lnT>
                    <a:lnB w="12700">
                      <a:solidFill>
                        <a:srgbClr val="FFFFFF"/>
                      </a:solidFill>
                      <a:prstDash val="solid"/>
                    </a:lnB>
                    <a:solidFill>
                      <a:srgbClr val="1F3763"/>
                    </a:solidFill>
                  </a:tcPr>
                </a:tc>
                <a:tc gridSpan="4">
                  <a:txBody>
                    <a:bodyPr/>
                    <a:lstStyle/>
                    <a:p>
                      <a:pPr>
                        <a:lnSpc>
                          <a:spcPct val="100000"/>
                        </a:lnSpc>
                        <a:spcBef>
                          <a:spcPts val="40"/>
                        </a:spcBef>
                      </a:pPr>
                      <a:endParaRPr sz="900">
                        <a:latin typeface="Times New Roman"/>
                        <a:cs typeface="Times New Roman"/>
                      </a:endParaRPr>
                    </a:p>
                    <a:p>
                      <a:pPr marL="635" algn="ctr">
                        <a:lnSpc>
                          <a:spcPct val="100000"/>
                        </a:lnSpc>
                        <a:spcBef>
                          <a:spcPts val="5"/>
                        </a:spcBef>
                      </a:pPr>
                      <a:r>
                        <a:rPr sz="900" b="1" dirty="0">
                          <a:solidFill>
                            <a:srgbClr val="FFFFFF"/>
                          </a:solidFill>
                          <a:latin typeface="Yu Gothic"/>
                          <a:cs typeface="Yu Gothic"/>
                        </a:rPr>
                        <a:t>内容</a:t>
                      </a:r>
                      <a:endParaRPr sz="900">
                        <a:latin typeface="Yu Gothic"/>
                        <a:cs typeface="Yu Gothic"/>
                      </a:endParaRPr>
                    </a:p>
                  </a:txBody>
                  <a:tcPr marL="0" marR="0" marT="5080" marB="0">
                    <a:lnL w="12700">
                      <a:solidFill>
                        <a:srgbClr val="FFFFFF"/>
                      </a:solidFill>
                      <a:prstDash val="solid"/>
                    </a:lnL>
                    <a:lnR w="12700">
                      <a:solidFill>
                        <a:srgbClr val="FFFFFF"/>
                      </a:solidFill>
                      <a:prstDash val="solid"/>
                    </a:lnR>
                    <a:lnT w="6350">
                      <a:solidFill>
                        <a:srgbClr val="000000"/>
                      </a:solidFill>
                      <a:prstDash val="solid"/>
                    </a:lnT>
                    <a:lnB w="6350">
                      <a:solidFill>
                        <a:srgbClr val="000000"/>
                      </a:solidFill>
                      <a:prstDash val="solid"/>
                    </a:lnB>
                    <a:solidFill>
                      <a:srgbClr val="1F3763"/>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spcBef>
                          <a:spcPts val="40"/>
                        </a:spcBef>
                      </a:pPr>
                      <a:endParaRPr sz="900">
                        <a:latin typeface="Times New Roman"/>
                        <a:cs typeface="Times New Roman"/>
                      </a:endParaRPr>
                    </a:p>
                    <a:p>
                      <a:pPr algn="ctr">
                        <a:lnSpc>
                          <a:spcPct val="100000"/>
                        </a:lnSpc>
                        <a:spcBef>
                          <a:spcPts val="5"/>
                        </a:spcBef>
                      </a:pPr>
                      <a:r>
                        <a:rPr sz="900" b="1" dirty="0">
                          <a:solidFill>
                            <a:srgbClr val="FFFFFF"/>
                          </a:solidFill>
                          <a:latin typeface="Yu Gothic"/>
                          <a:cs typeface="Yu Gothic"/>
                        </a:rPr>
                        <a:t>考え方</a:t>
                      </a:r>
                      <a:endParaRPr sz="900">
                        <a:latin typeface="Yu Gothic"/>
                        <a:cs typeface="Yu Gothic"/>
                      </a:endParaRPr>
                    </a:p>
                  </a:txBody>
                  <a:tcPr marL="0" marR="0" marT="5080" marB="0">
                    <a:lnL w="12700">
                      <a:solidFill>
                        <a:srgbClr val="FFFFFF"/>
                      </a:solidFill>
                      <a:prstDash val="solid"/>
                    </a:lnL>
                    <a:lnR w="12700">
                      <a:solidFill>
                        <a:srgbClr val="FFFFFF"/>
                      </a:solidFill>
                      <a:prstDash val="solid"/>
                    </a:lnR>
                    <a:lnT w="6350">
                      <a:solidFill>
                        <a:srgbClr val="000000"/>
                      </a:solidFill>
                      <a:prstDash val="solid"/>
                    </a:lnT>
                    <a:lnB w="6350">
                      <a:solidFill>
                        <a:srgbClr val="000000"/>
                      </a:solidFill>
                      <a:prstDash val="solid"/>
                    </a:lnB>
                    <a:solidFill>
                      <a:srgbClr val="1F3763"/>
                    </a:solidFill>
                  </a:tcPr>
                </a:tc>
                <a:tc>
                  <a:txBody>
                    <a:bodyPr/>
                    <a:lstStyle/>
                    <a:p>
                      <a:pPr>
                        <a:lnSpc>
                          <a:spcPct val="100000"/>
                        </a:lnSpc>
                        <a:spcBef>
                          <a:spcPts val="40"/>
                        </a:spcBef>
                      </a:pPr>
                      <a:endParaRPr sz="900">
                        <a:latin typeface="Times New Roman"/>
                        <a:cs typeface="Times New Roman"/>
                      </a:endParaRPr>
                    </a:p>
                    <a:p>
                      <a:pPr marL="98425">
                        <a:lnSpc>
                          <a:spcPct val="100000"/>
                        </a:lnSpc>
                        <a:spcBef>
                          <a:spcPts val="5"/>
                        </a:spcBef>
                      </a:pPr>
                      <a:r>
                        <a:rPr sz="900" b="1" dirty="0">
                          <a:solidFill>
                            <a:srgbClr val="FFFFFF"/>
                          </a:solidFill>
                          <a:latin typeface="Yu Gothic"/>
                          <a:cs typeface="Yu Gothic"/>
                        </a:rPr>
                        <a:t>支給対象者の決定</a:t>
                      </a:r>
                      <a:endParaRPr sz="900">
                        <a:latin typeface="Yu Gothic"/>
                        <a:cs typeface="Yu Gothic"/>
                      </a:endParaRPr>
                    </a:p>
                  </a:txBody>
                  <a:tcPr marL="0" marR="0" marT="5080" marB="0">
                    <a:lnL w="12700">
                      <a:solidFill>
                        <a:srgbClr val="FFFFFF"/>
                      </a:solidFill>
                      <a:prstDash val="solid"/>
                    </a:lnL>
                    <a:lnR w="12700">
                      <a:solidFill>
                        <a:srgbClr val="FFFFFF"/>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128905" marR="121285">
                        <a:lnSpc>
                          <a:spcPct val="100000"/>
                        </a:lnSpc>
                        <a:spcBef>
                          <a:spcPts val="535"/>
                        </a:spcBef>
                      </a:pPr>
                      <a:r>
                        <a:rPr sz="900" b="1" dirty="0">
                          <a:solidFill>
                            <a:srgbClr val="FFFFFF"/>
                          </a:solidFill>
                          <a:latin typeface="Yu Gothic"/>
                          <a:cs typeface="Yu Gothic"/>
                        </a:rPr>
                        <a:t>支給 頻度</a:t>
                      </a:r>
                      <a:endParaRPr sz="900">
                        <a:latin typeface="Yu Gothic"/>
                        <a:cs typeface="Yu Gothic"/>
                      </a:endParaRPr>
                    </a:p>
                  </a:txBody>
                  <a:tcPr marL="0" marR="0" marT="67945" marB="0">
                    <a:lnL w="12700">
                      <a:solidFill>
                        <a:srgbClr val="FFFFFF"/>
                      </a:solidFill>
                      <a:prstDash val="solid"/>
                    </a:lnL>
                    <a:lnR w="12700">
                      <a:solidFill>
                        <a:srgbClr val="FFFFFF"/>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108585" marR="42545" indent="-56515">
                        <a:lnSpc>
                          <a:spcPct val="100000"/>
                        </a:lnSpc>
                        <a:spcBef>
                          <a:spcPts val="535"/>
                        </a:spcBef>
                      </a:pPr>
                      <a:r>
                        <a:rPr sz="900" b="1" dirty="0">
                          <a:solidFill>
                            <a:srgbClr val="FFFFFF"/>
                          </a:solidFill>
                          <a:latin typeface="Yu Gothic"/>
                          <a:cs typeface="Yu Gothic"/>
                        </a:rPr>
                        <a:t>ポイント 支給日</a:t>
                      </a:r>
                      <a:endParaRPr sz="900">
                        <a:latin typeface="Yu Gothic"/>
                        <a:cs typeface="Yu Gothic"/>
                      </a:endParaRPr>
                    </a:p>
                  </a:txBody>
                  <a:tcPr marL="0" marR="0" marT="67945" marB="0">
                    <a:lnL w="12700">
                      <a:solidFill>
                        <a:srgbClr val="FFFFFF"/>
                      </a:solidFill>
                      <a:prstDash val="solid"/>
                    </a:lnL>
                    <a:lnR w="12700">
                      <a:solidFill>
                        <a:srgbClr val="FFFFFF"/>
                      </a:solidFill>
                      <a:prstDash val="solid"/>
                    </a:lnR>
                    <a:lnT w="6350">
                      <a:solidFill>
                        <a:srgbClr val="000000"/>
                      </a:solidFill>
                      <a:prstDash val="solid"/>
                    </a:lnT>
                    <a:lnB w="6350">
                      <a:solidFill>
                        <a:srgbClr val="000000"/>
                      </a:solidFill>
                      <a:prstDash val="solid"/>
                    </a:lnB>
                    <a:solidFill>
                      <a:srgbClr val="1F3763"/>
                    </a:solidFill>
                  </a:tcPr>
                </a:tc>
                <a:tc>
                  <a:txBody>
                    <a:bodyPr/>
                    <a:lstStyle/>
                    <a:p>
                      <a:pPr>
                        <a:lnSpc>
                          <a:spcPct val="100000"/>
                        </a:lnSpc>
                        <a:spcBef>
                          <a:spcPts val="40"/>
                        </a:spcBef>
                      </a:pPr>
                      <a:endParaRPr sz="900">
                        <a:latin typeface="Times New Roman"/>
                        <a:cs typeface="Times New Roman"/>
                      </a:endParaRPr>
                    </a:p>
                    <a:p>
                      <a:pPr marL="1905" algn="ctr">
                        <a:lnSpc>
                          <a:spcPct val="100000"/>
                        </a:lnSpc>
                        <a:spcBef>
                          <a:spcPts val="5"/>
                        </a:spcBef>
                      </a:pPr>
                      <a:r>
                        <a:rPr sz="900" b="1" dirty="0">
                          <a:solidFill>
                            <a:srgbClr val="FFFFFF"/>
                          </a:solidFill>
                          <a:latin typeface="Yu Gothic"/>
                          <a:cs typeface="Yu Gothic"/>
                        </a:rPr>
                        <a:t>備考</a:t>
                      </a:r>
                      <a:endParaRPr sz="900">
                        <a:latin typeface="Yu Gothic"/>
                        <a:cs typeface="Yu Gothic"/>
                      </a:endParaRPr>
                    </a:p>
                  </a:txBody>
                  <a:tcPr marL="0" marR="0" marT="5080" marB="0">
                    <a:lnL w="12700">
                      <a:solidFill>
                        <a:srgbClr val="FFFFFF"/>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extLst>
                  <a:ext uri="{0D108BD9-81ED-4DB2-BD59-A6C34878D82A}">
                    <a16:rowId xmlns:a16="http://schemas.microsoft.com/office/drawing/2014/main" val="10000"/>
                  </a:ext>
                </a:extLst>
              </a:tr>
              <a:tr h="581151">
                <a:tc>
                  <a:txBody>
                    <a:bodyPr/>
                    <a:lstStyle/>
                    <a:p>
                      <a:pPr>
                        <a:lnSpc>
                          <a:spcPct val="100000"/>
                        </a:lnSpc>
                        <a:spcBef>
                          <a:spcPts val="20"/>
                        </a:spcBef>
                      </a:pPr>
                      <a:endParaRPr sz="1400">
                        <a:latin typeface="Times New Roman"/>
                        <a:cs typeface="Times New Roman"/>
                      </a:endParaRPr>
                    </a:p>
                    <a:p>
                      <a:pPr algn="ctr">
                        <a:lnSpc>
                          <a:spcPct val="100000"/>
                        </a:lnSpc>
                      </a:pPr>
                      <a:r>
                        <a:rPr sz="1050" b="1" dirty="0">
                          <a:solidFill>
                            <a:srgbClr val="FFFFFF"/>
                          </a:solidFill>
                          <a:latin typeface="Yu Gothic"/>
                          <a:cs typeface="Yu Gothic"/>
                        </a:rPr>
                        <a:t>①</a:t>
                      </a:r>
                      <a:endParaRPr sz="1050">
                        <a:latin typeface="Yu Gothic"/>
                        <a:cs typeface="Yu Gothic"/>
                      </a:endParaRPr>
                    </a:p>
                  </a:txBody>
                  <a:tcPr marL="0" marR="0" marT="2540" marB="0">
                    <a:lnL w="6350">
                      <a:solidFill>
                        <a:srgbClr val="000000"/>
                      </a:solidFill>
                      <a:prstDash val="solid"/>
                    </a:lnL>
                    <a:lnR w="6350">
                      <a:solidFill>
                        <a:srgbClr val="000000"/>
                      </a:solidFill>
                      <a:prstDash val="solid"/>
                    </a:lnR>
                    <a:lnT w="12700">
                      <a:solidFill>
                        <a:srgbClr val="FFFFFF"/>
                      </a:solidFill>
                      <a:prstDash val="solid"/>
                    </a:lnT>
                    <a:lnB w="12700">
                      <a:solidFill>
                        <a:srgbClr val="FFFFFF"/>
                      </a:solidFill>
                      <a:prstDash val="solid"/>
                    </a:lnB>
                    <a:solidFill>
                      <a:srgbClr val="1F3763"/>
                    </a:solidFill>
                  </a:tcPr>
                </a:tc>
                <a:tc gridSpan="4">
                  <a:txBody>
                    <a:bodyPr/>
                    <a:lstStyle/>
                    <a:p>
                      <a:pPr>
                        <a:lnSpc>
                          <a:spcPct val="100000"/>
                        </a:lnSpc>
                      </a:pPr>
                      <a:endParaRPr sz="900">
                        <a:latin typeface="Times New Roman"/>
                        <a:cs typeface="Times New Roman"/>
                      </a:endParaRPr>
                    </a:p>
                    <a:p>
                      <a:pPr marL="5715">
                        <a:lnSpc>
                          <a:spcPct val="100000"/>
                        </a:lnSpc>
                        <a:spcBef>
                          <a:spcPts val="715"/>
                        </a:spcBef>
                      </a:pPr>
                      <a:r>
                        <a:rPr sz="900" dirty="0">
                          <a:latin typeface="MS UI Gothic"/>
                          <a:cs typeface="MS UI Gothic"/>
                        </a:rPr>
                        <a:t>業績連動型</a:t>
                      </a:r>
                      <a:endParaRPr sz="900">
                        <a:latin typeface="MS UI Gothic"/>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6350">
                        <a:lnSpc>
                          <a:spcPct val="100000"/>
                        </a:lnSpc>
                        <a:spcBef>
                          <a:spcPts val="670"/>
                        </a:spcBef>
                      </a:pPr>
                      <a:r>
                        <a:rPr sz="900" dirty="0">
                          <a:latin typeface="MS UI Gothic"/>
                          <a:cs typeface="MS UI Gothic"/>
                        </a:rPr>
                        <a:t>①新規外販案件の粗利</a:t>
                      </a:r>
                      <a:r>
                        <a:rPr sz="900" spc="25" dirty="0">
                          <a:latin typeface="MS UI Gothic"/>
                          <a:cs typeface="MS UI Gothic"/>
                        </a:rPr>
                        <a:t> </a:t>
                      </a:r>
                      <a:r>
                        <a:rPr sz="900" dirty="0">
                          <a:latin typeface="MS UI Gothic"/>
                          <a:cs typeface="MS UI Gothic"/>
                        </a:rPr>
                        <a:t>×</a:t>
                      </a:r>
                      <a:r>
                        <a:rPr sz="900" spc="10" dirty="0">
                          <a:latin typeface="MS UI Gothic"/>
                          <a:cs typeface="MS UI Gothic"/>
                        </a:rPr>
                        <a:t> </a:t>
                      </a:r>
                      <a:r>
                        <a:rPr sz="900" dirty="0">
                          <a:latin typeface="MS UI Gothic"/>
                          <a:cs typeface="MS UI Gothic"/>
                        </a:rPr>
                        <a:t>②支給率 </a:t>
                      </a:r>
                      <a:r>
                        <a:rPr sz="900" spc="65" dirty="0">
                          <a:latin typeface="MS UI Gothic"/>
                          <a:cs typeface="MS UI Gothic"/>
                        </a:rPr>
                        <a:t> </a:t>
                      </a:r>
                      <a:r>
                        <a:rPr sz="900" dirty="0">
                          <a:latin typeface="MS UI Gothic"/>
                          <a:cs typeface="MS UI Gothic"/>
                        </a:rPr>
                        <a:t>＋ </a:t>
                      </a:r>
                      <a:r>
                        <a:rPr sz="900" spc="50" dirty="0">
                          <a:latin typeface="MS UI Gothic"/>
                          <a:cs typeface="MS UI Gothic"/>
                        </a:rPr>
                        <a:t> </a:t>
                      </a:r>
                      <a:r>
                        <a:rPr sz="900" dirty="0">
                          <a:latin typeface="MS UI Gothic"/>
                          <a:cs typeface="MS UI Gothic"/>
                        </a:rPr>
                        <a:t>α</a:t>
                      </a:r>
                      <a:endParaRPr sz="900">
                        <a:latin typeface="MS UI Gothic"/>
                        <a:cs typeface="MS UI Gothic"/>
                      </a:endParaRPr>
                    </a:p>
                    <a:p>
                      <a:pPr>
                        <a:lnSpc>
                          <a:spcPct val="100000"/>
                        </a:lnSpc>
                        <a:spcBef>
                          <a:spcPts val="45"/>
                        </a:spcBef>
                      </a:pPr>
                      <a:endParaRPr sz="900">
                        <a:latin typeface="Times New Roman"/>
                        <a:cs typeface="Times New Roman"/>
                      </a:endParaRPr>
                    </a:p>
                    <a:p>
                      <a:pPr marL="82550">
                        <a:lnSpc>
                          <a:spcPct val="100000"/>
                        </a:lnSpc>
                      </a:pPr>
                      <a:r>
                        <a:rPr sz="900" dirty="0">
                          <a:latin typeface="MS UI Gothic"/>
                          <a:cs typeface="MS UI Gothic"/>
                        </a:rPr>
                        <a:t>※支給率</a:t>
                      </a:r>
                      <a:r>
                        <a:rPr sz="900" spc="65" dirty="0">
                          <a:latin typeface="MS UI Gothic"/>
                          <a:cs typeface="MS UI Gothic"/>
                        </a:rPr>
                        <a:t>＝1％～10％</a:t>
                      </a:r>
                      <a:endParaRPr sz="900">
                        <a:latin typeface="MS UI Gothic"/>
                        <a:cs typeface="MS UI Gothic"/>
                      </a:endParaRPr>
                    </a:p>
                  </a:txBody>
                  <a:tcPr marL="0" marR="0" marT="850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15"/>
                        </a:spcBef>
                      </a:pPr>
                      <a:endParaRPr sz="800">
                        <a:latin typeface="Times New Roman"/>
                        <a:cs typeface="Times New Roman"/>
                      </a:endParaRPr>
                    </a:p>
                    <a:p>
                      <a:pPr marL="6350">
                        <a:lnSpc>
                          <a:spcPct val="100000"/>
                        </a:lnSpc>
                      </a:pPr>
                      <a:r>
                        <a:rPr sz="900" dirty="0">
                          <a:latin typeface="MS UI Gothic"/>
                          <a:cs typeface="MS UI Gothic"/>
                        </a:rPr>
                        <a:t>案件ご</a:t>
                      </a:r>
                      <a:r>
                        <a:rPr sz="900" spc="-5" dirty="0">
                          <a:latin typeface="MS UI Gothic"/>
                          <a:cs typeface="MS UI Gothic"/>
                        </a:rPr>
                        <a:t>と</a:t>
                      </a:r>
                      <a:r>
                        <a:rPr sz="900" dirty="0">
                          <a:latin typeface="MS UI Gothic"/>
                          <a:cs typeface="MS UI Gothic"/>
                        </a:rPr>
                        <a:t>に決定</a:t>
                      </a:r>
                      <a:endParaRPr sz="900">
                        <a:latin typeface="MS UI Gothic"/>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15"/>
                        </a:spcBef>
                      </a:pPr>
                      <a:endParaRPr sz="800">
                        <a:latin typeface="Times New Roman"/>
                        <a:cs typeface="Times New Roman"/>
                      </a:endParaRPr>
                    </a:p>
                    <a:p>
                      <a:pPr marL="128905">
                        <a:lnSpc>
                          <a:spcPct val="100000"/>
                        </a:lnSpc>
                      </a:pPr>
                      <a:r>
                        <a:rPr sz="900" dirty="0">
                          <a:latin typeface="MS UI Gothic"/>
                          <a:cs typeface="MS UI Gothic"/>
                        </a:rPr>
                        <a:t>毎月</a:t>
                      </a:r>
                      <a:endParaRPr sz="900">
                        <a:latin typeface="MS UI Gothic"/>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3">
                  <a:txBody>
                    <a:bodyPr/>
                    <a:lstStyle/>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marL="166370">
                        <a:lnSpc>
                          <a:spcPct val="100000"/>
                        </a:lnSpc>
                        <a:spcBef>
                          <a:spcPts val="615"/>
                        </a:spcBef>
                      </a:pPr>
                      <a:r>
                        <a:rPr sz="900" dirty="0">
                          <a:solidFill>
                            <a:srgbClr val="FF0000"/>
                          </a:solidFill>
                          <a:latin typeface="MS UI Gothic"/>
                          <a:cs typeface="MS UI Gothic"/>
                        </a:rPr>
                        <a:t>翌月</a:t>
                      </a:r>
                      <a:endParaRPr sz="900">
                        <a:latin typeface="MS UI Gothic"/>
                        <a:cs typeface="MS UI Gothic"/>
                      </a:endParaRPr>
                    </a:p>
                    <a:p>
                      <a:pPr marL="143510">
                        <a:lnSpc>
                          <a:spcPct val="100000"/>
                        </a:lnSpc>
                      </a:pPr>
                      <a:r>
                        <a:rPr sz="900" spc="-5" dirty="0">
                          <a:solidFill>
                            <a:srgbClr val="FF0000"/>
                          </a:solidFill>
                          <a:latin typeface="MS UI Gothic"/>
                          <a:cs typeface="MS UI Gothic"/>
                        </a:rPr>
                        <a:t>1</a:t>
                      </a:r>
                      <a:r>
                        <a:rPr sz="900" dirty="0">
                          <a:solidFill>
                            <a:srgbClr val="FF0000"/>
                          </a:solidFill>
                          <a:latin typeface="MS UI Gothic"/>
                          <a:cs typeface="MS UI Gothic"/>
                        </a:rPr>
                        <a:t>6日</a:t>
                      </a:r>
                      <a:endParaRPr sz="900">
                        <a:latin typeface="MS UI Gothic"/>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a:lnSpc>
                          <a:spcPct val="100000"/>
                        </a:lnSpc>
                        <a:spcBef>
                          <a:spcPts val="5"/>
                        </a:spcBef>
                      </a:pPr>
                      <a:endParaRPr sz="1050">
                        <a:latin typeface="Times New Roman"/>
                        <a:cs typeface="Times New Roman"/>
                      </a:endParaRPr>
                    </a:p>
                    <a:p>
                      <a:pPr marL="6985">
                        <a:lnSpc>
                          <a:spcPct val="100000"/>
                        </a:lnSpc>
                      </a:pPr>
                      <a:r>
                        <a:rPr sz="900" spc="5" dirty="0">
                          <a:latin typeface="MS UI Gothic"/>
                          <a:cs typeface="MS UI Gothic"/>
                        </a:rPr>
                        <a:t>・「</a:t>
                      </a:r>
                      <a:r>
                        <a:rPr sz="900" dirty="0">
                          <a:latin typeface="MS UI Gothic"/>
                          <a:cs typeface="MS UI Gothic"/>
                        </a:rPr>
                        <a:t>支給率</a:t>
                      </a:r>
                      <a:r>
                        <a:rPr sz="900" spc="5" dirty="0">
                          <a:latin typeface="MS UI Gothic"/>
                          <a:cs typeface="MS UI Gothic"/>
                        </a:rPr>
                        <a:t>（</a:t>
                      </a:r>
                      <a:r>
                        <a:rPr sz="900" spc="-5" dirty="0">
                          <a:latin typeface="MS UI Gothic"/>
                          <a:cs typeface="MS UI Gothic"/>
                        </a:rPr>
                        <a:t>1</a:t>
                      </a:r>
                      <a:r>
                        <a:rPr sz="900" dirty="0">
                          <a:latin typeface="MS UI Gothic"/>
                          <a:cs typeface="MS UI Gothic"/>
                        </a:rPr>
                        <a:t>％～</a:t>
                      </a:r>
                      <a:r>
                        <a:rPr sz="900" spc="-5" dirty="0">
                          <a:latin typeface="MS UI Gothic"/>
                          <a:cs typeface="MS UI Gothic"/>
                        </a:rPr>
                        <a:t>1</a:t>
                      </a:r>
                      <a:r>
                        <a:rPr sz="900" dirty="0">
                          <a:latin typeface="MS UI Gothic"/>
                          <a:cs typeface="MS UI Gothic"/>
                        </a:rPr>
                        <a:t>0％</a:t>
                      </a:r>
                      <a:r>
                        <a:rPr sz="900" spc="5" dirty="0">
                          <a:latin typeface="MS UI Gothic"/>
                          <a:cs typeface="MS UI Gothic"/>
                        </a:rPr>
                        <a:t>）」</a:t>
                      </a:r>
                      <a:r>
                        <a:rPr sz="900" spc="-5" dirty="0">
                          <a:latin typeface="MS UI Gothic"/>
                          <a:cs typeface="MS UI Gothic"/>
                        </a:rPr>
                        <a:t>は、案件</a:t>
                      </a:r>
                      <a:r>
                        <a:rPr sz="900" dirty="0">
                          <a:latin typeface="MS UI Gothic"/>
                          <a:cs typeface="MS UI Gothic"/>
                        </a:rPr>
                        <a:t>ご</a:t>
                      </a:r>
                      <a:r>
                        <a:rPr sz="900" spc="-10" dirty="0">
                          <a:latin typeface="MS UI Gothic"/>
                          <a:cs typeface="MS UI Gothic"/>
                        </a:rPr>
                        <a:t>と</a:t>
                      </a:r>
                      <a:r>
                        <a:rPr sz="900" dirty="0">
                          <a:latin typeface="MS UI Gothic"/>
                          <a:cs typeface="MS UI Gothic"/>
                        </a:rPr>
                        <a:t>に判断</a:t>
                      </a:r>
                      <a:r>
                        <a:rPr sz="900" spc="-5" dirty="0">
                          <a:latin typeface="MS UI Gothic"/>
                          <a:cs typeface="MS UI Gothic"/>
                        </a:rPr>
                        <a:t>す</a:t>
                      </a:r>
                      <a:r>
                        <a:rPr sz="900" dirty="0">
                          <a:latin typeface="MS UI Gothic"/>
                          <a:cs typeface="MS UI Gothic"/>
                        </a:rPr>
                        <a:t>る</a:t>
                      </a:r>
                      <a:endParaRPr sz="900">
                        <a:latin typeface="MS UI Gothic"/>
                        <a:cs typeface="MS UI Gothic"/>
                      </a:endParaRPr>
                    </a:p>
                    <a:p>
                      <a:pPr marL="6985">
                        <a:lnSpc>
                          <a:spcPct val="100000"/>
                        </a:lnSpc>
                      </a:pPr>
                      <a:r>
                        <a:rPr sz="900" spc="5" dirty="0">
                          <a:latin typeface="MS UI Gothic"/>
                          <a:cs typeface="MS UI Gothic"/>
                        </a:rPr>
                        <a:t>・</a:t>
                      </a:r>
                      <a:r>
                        <a:rPr sz="900" spc="30" dirty="0">
                          <a:latin typeface="MS UI Gothic"/>
                          <a:cs typeface="MS UI Gothic"/>
                        </a:rPr>
                        <a:t>対象者</a:t>
                      </a:r>
                      <a:r>
                        <a:rPr sz="900" spc="20" dirty="0">
                          <a:latin typeface="MS UI Gothic"/>
                          <a:cs typeface="MS UI Gothic"/>
                        </a:rPr>
                        <a:t>は</a:t>
                      </a:r>
                      <a:r>
                        <a:rPr sz="900" spc="15" dirty="0">
                          <a:latin typeface="MS UI Gothic"/>
                          <a:cs typeface="MS UI Gothic"/>
                        </a:rPr>
                        <a:t>、</a:t>
                      </a:r>
                      <a:r>
                        <a:rPr sz="900" spc="25" dirty="0">
                          <a:latin typeface="MS UI Gothic"/>
                          <a:cs typeface="MS UI Gothic"/>
                        </a:rPr>
                        <a:t>複数名</a:t>
                      </a:r>
                      <a:r>
                        <a:rPr sz="900" spc="10" dirty="0">
                          <a:latin typeface="MS UI Gothic"/>
                          <a:cs typeface="MS UI Gothic"/>
                        </a:rPr>
                        <a:t>を</a:t>
                      </a:r>
                      <a:r>
                        <a:rPr sz="900" spc="30" dirty="0">
                          <a:latin typeface="MS UI Gothic"/>
                          <a:cs typeface="MS UI Gothic"/>
                        </a:rPr>
                        <a:t>選出</a:t>
                      </a:r>
                      <a:r>
                        <a:rPr sz="900" spc="20" dirty="0">
                          <a:latin typeface="MS UI Gothic"/>
                          <a:cs typeface="MS UI Gothic"/>
                        </a:rPr>
                        <a:t>す</a:t>
                      </a:r>
                      <a:r>
                        <a:rPr sz="900" spc="185" dirty="0">
                          <a:latin typeface="MS UI Gothic"/>
                          <a:cs typeface="MS UI Gothic"/>
                        </a:rPr>
                        <a:t>る</a:t>
                      </a:r>
                      <a:r>
                        <a:rPr sz="900" spc="170" dirty="0">
                          <a:latin typeface="MS UI Gothic"/>
                          <a:cs typeface="MS UI Gothic"/>
                        </a:rPr>
                        <a:t>こ</a:t>
                      </a:r>
                      <a:r>
                        <a:rPr sz="900" spc="265" dirty="0">
                          <a:latin typeface="MS UI Gothic"/>
                          <a:cs typeface="MS UI Gothic"/>
                        </a:rPr>
                        <a:t>と</a:t>
                      </a:r>
                      <a:r>
                        <a:rPr sz="900" spc="150" dirty="0">
                          <a:latin typeface="MS UI Gothic"/>
                          <a:cs typeface="MS UI Gothic"/>
                        </a:rPr>
                        <a:t>が</a:t>
                      </a:r>
                      <a:r>
                        <a:rPr sz="900" spc="135" dirty="0">
                          <a:latin typeface="MS UI Gothic"/>
                          <a:cs typeface="MS UI Gothic"/>
                        </a:rPr>
                        <a:t>あ</a:t>
                      </a:r>
                      <a:r>
                        <a:rPr sz="900" spc="175" dirty="0">
                          <a:latin typeface="MS UI Gothic"/>
                          <a:cs typeface="MS UI Gothic"/>
                        </a:rPr>
                        <a:t>る</a:t>
                      </a:r>
                      <a:endParaRPr sz="900">
                        <a:latin typeface="MS UI Gothic"/>
                        <a:cs typeface="MS UI Gothic"/>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581279">
                <a:tc>
                  <a:txBody>
                    <a:bodyPr/>
                    <a:lstStyle/>
                    <a:p>
                      <a:pPr>
                        <a:lnSpc>
                          <a:spcPct val="100000"/>
                        </a:lnSpc>
                        <a:spcBef>
                          <a:spcPts val="25"/>
                        </a:spcBef>
                      </a:pPr>
                      <a:endParaRPr sz="1400">
                        <a:latin typeface="Times New Roman"/>
                        <a:cs typeface="Times New Roman"/>
                      </a:endParaRPr>
                    </a:p>
                    <a:p>
                      <a:pPr algn="ctr">
                        <a:lnSpc>
                          <a:spcPct val="100000"/>
                        </a:lnSpc>
                      </a:pPr>
                      <a:r>
                        <a:rPr sz="1050" b="1" dirty="0">
                          <a:solidFill>
                            <a:srgbClr val="FFFFFF"/>
                          </a:solidFill>
                          <a:latin typeface="Yu Gothic"/>
                          <a:cs typeface="Yu Gothic"/>
                        </a:rPr>
                        <a:t>②</a:t>
                      </a:r>
                      <a:endParaRPr sz="1050">
                        <a:latin typeface="Yu Gothic"/>
                        <a:cs typeface="Yu Gothic"/>
                      </a:endParaRPr>
                    </a:p>
                  </a:txBody>
                  <a:tcPr marL="0" marR="0" marT="3175" marB="0">
                    <a:lnL w="6350">
                      <a:solidFill>
                        <a:srgbClr val="000000"/>
                      </a:solidFill>
                      <a:prstDash val="solid"/>
                    </a:lnL>
                    <a:lnR w="6350">
                      <a:solidFill>
                        <a:srgbClr val="000000"/>
                      </a:solidFill>
                      <a:prstDash val="solid"/>
                    </a:lnR>
                    <a:lnT w="12700">
                      <a:solidFill>
                        <a:srgbClr val="FFFFFF"/>
                      </a:solidFill>
                      <a:prstDash val="solid"/>
                    </a:lnT>
                    <a:lnB w="12700">
                      <a:solidFill>
                        <a:srgbClr val="FFFFFF"/>
                      </a:solidFill>
                      <a:prstDash val="solid"/>
                    </a:lnB>
                    <a:solidFill>
                      <a:srgbClr val="1F3763"/>
                    </a:solidFill>
                  </a:tcPr>
                </a:tc>
                <a:tc gridSpan="4">
                  <a:txBody>
                    <a:bodyPr/>
                    <a:lstStyle/>
                    <a:p>
                      <a:pPr>
                        <a:lnSpc>
                          <a:spcPct val="100000"/>
                        </a:lnSpc>
                      </a:pPr>
                      <a:endParaRPr sz="900">
                        <a:latin typeface="Times New Roman"/>
                        <a:cs typeface="Times New Roman"/>
                      </a:endParaRPr>
                    </a:p>
                    <a:p>
                      <a:pPr marL="5715">
                        <a:lnSpc>
                          <a:spcPct val="100000"/>
                        </a:lnSpc>
                        <a:spcBef>
                          <a:spcPts val="715"/>
                        </a:spcBef>
                      </a:pPr>
                      <a:r>
                        <a:rPr sz="900" dirty="0">
                          <a:latin typeface="MS UI Gothic"/>
                          <a:cs typeface="MS UI Gothic"/>
                        </a:rPr>
                        <a:t>業務貢献連動型</a:t>
                      </a:r>
                      <a:endParaRPr sz="900">
                        <a:latin typeface="MS UI Gothic"/>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6350">
                        <a:lnSpc>
                          <a:spcPct val="100000"/>
                        </a:lnSpc>
                        <a:spcBef>
                          <a:spcPts val="670"/>
                        </a:spcBef>
                      </a:pPr>
                      <a:r>
                        <a:rPr sz="900" dirty="0">
                          <a:latin typeface="MS UI Gothic"/>
                          <a:cs typeface="MS UI Gothic"/>
                        </a:rPr>
                        <a:t>①業務件数</a:t>
                      </a:r>
                      <a:r>
                        <a:rPr sz="900" spc="25" dirty="0">
                          <a:latin typeface="MS UI Gothic"/>
                          <a:cs typeface="MS UI Gothic"/>
                        </a:rPr>
                        <a:t> </a:t>
                      </a:r>
                      <a:r>
                        <a:rPr sz="900" dirty="0">
                          <a:latin typeface="MS UI Gothic"/>
                          <a:cs typeface="MS UI Gothic"/>
                        </a:rPr>
                        <a:t>×</a:t>
                      </a:r>
                      <a:r>
                        <a:rPr sz="900" spc="10" dirty="0">
                          <a:latin typeface="MS UI Gothic"/>
                          <a:cs typeface="MS UI Gothic"/>
                        </a:rPr>
                        <a:t> </a:t>
                      </a:r>
                      <a:r>
                        <a:rPr sz="900" dirty="0">
                          <a:latin typeface="MS UI Gothic"/>
                          <a:cs typeface="MS UI Gothic"/>
                        </a:rPr>
                        <a:t>②</a:t>
                      </a:r>
                      <a:r>
                        <a:rPr sz="900" spc="-5" dirty="0">
                          <a:latin typeface="MS UI Gothic"/>
                          <a:cs typeface="MS UI Gothic"/>
                        </a:rPr>
                        <a:t>1</a:t>
                      </a:r>
                      <a:r>
                        <a:rPr sz="900" dirty="0">
                          <a:latin typeface="MS UI Gothic"/>
                          <a:cs typeface="MS UI Gothic"/>
                        </a:rPr>
                        <a:t>0</a:t>
                      </a:r>
                      <a:r>
                        <a:rPr sz="900" spc="-5" dirty="0">
                          <a:latin typeface="MS UI Gothic"/>
                          <a:cs typeface="MS UI Gothic"/>
                        </a:rPr>
                        <a:t>,</a:t>
                      </a:r>
                      <a:r>
                        <a:rPr sz="900" dirty="0">
                          <a:latin typeface="MS UI Gothic"/>
                          <a:cs typeface="MS UI Gothic"/>
                        </a:rPr>
                        <a:t>00</a:t>
                      </a:r>
                      <a:r>
                        <a:rPr sz="900" spc="-5" dirty="0">
                          <a:latin typeface="MS UI Gothic"/>
                          <a:cs typeface="MS UI Gothic"/>
                        </a:rPr>
                        <a:t>0ポイン</a:t>
                      </a:r>
                      <a:r>
                        <a:rPr sz="900" dirty="0">
                          <a:latin typeface="MS UI Gothic"/>
                          <a:cs typeface="MS UI Gothic"/>
                        </a:rPr>
                        <a:t>ト</a:t>
                      </a:r>
                      <a:r>
                        <a:rPr sz="900" spc="65" dirty="0">
                          <a:latin typeface="MS UI Gothic"/>
                          <a:cs typeface="MS UI Gothic"/>
                        </a:rPr>
                        <a:t> </a:t>
                      </a:r>
                      <a:r>
                        <a:rPr sz="900" dirty="0">
                          <a:latin typeface="MS UI Gothic"/>
                          <a:cs typeface="MS UI Gothic"/>
                        </a:rPr>
                        <a:t>×</a:t>
                      </a:r>
                      <a:r>
                        <a:rPr sz="900" spc="10" dirty="0">
                          <a:latin typeface="MS UI Gothic"/>
                          <a:cs typeface="MS UI Gothic"/>
                        </a:rPr>
                        <a:t> </a:t>
                      </a:r>
                      <a:r>
                        <a:rPr sz="900" dirty="0">
                          <a:latin typeface="MS UI Gothic"/>
                          <a:cs typeface="MS UI Gothic"/>
                        </a:rPr>
                        <a:t>③支給率</a:t>
                      </a:r>
                      <a:endParaRPr sz="900">
                        <a:latin typeface="MS UI Gothic"/>
                        <a:cs typeface="MS UI Gothic"/>
                      </a:endParaRPr>
                    </a:p>
                    <a:p>
                      <a:pPr>
                        <a:lnSpc>
                          <a:spcPct val="100000"/>
                        </a:lnSpc>
                        <a:spcBef>
                          <a:spcPts val="45"/>
                        </a:spcBef>
                      </a:pPr>
                      <a:endParaRPr sz="900">
                        <a:latin typeface="Times New Roman"/>
                        <a:cs typeface="Times New Roman"/>
                      </a:endParaRPr>
                    </a:p>
                    <a:p>
                      <a:pPr marL="82550">
                        <a:lnSpc>
                          <a:spcPct val="100000"/>
                        </a:lnSpc>
                      </a:pPr>
                      <a:r>
                        <a:rPr sz="900" dirty="0">
                          <a:latin typeface="MS UI Gothic"/>
                          <a:cs typeface="MS UI Gothic"/>
                        </a:rPr>
                        <a:t>※支給率</a:t>
                      </a:r>
                      <a:r>
                        <a:rPr sz="900" spc="85" dirty="0">
                          <a:latin typeface="MS UI Gothic"/>
                          <a:cs typeface="MS UI Gothic"/>
                        </a:rPr>
                        <a:t>＝1％～100％</a:t>
                      </a:r>
                      <a:endParaRPr sz="900">
                        <a:latin typeface="MS UI Gothic"/>
                        <a:cs typeface="MS UI Gothic"/>
                      </a:endParaRPr>
                    </a:p>
                  </a:txBody>
                  <a:tcPr marL="0" marR="0" marT="850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a:lnSpc>
                          <a:spcPct val="100000"/>
                        </a:lnSpc>
                        <a:spcBef>
                          <a:spcPts val="5"/>
                        </a:spcBef>
                      </a:pPr>
                      <a:endParaRPr sz="1050">
                        <a:latin typeface="Times New Roman"/>
                        <a:cs typeface="Times New Roman"/>
                      </a:endParaRPr>
                    </a:p>
                    <a:p>
                      <a:pPr marL="6985">
                        <a:lnSpc>
                          <a:spcPct val="100000"/>
                        </a:lnSpc>
                      </a:pPr>
                      <a:r>
                        <a:rPr sz="900" spc="5" dirty="0">
                          <a:latin typeface="MS UI Gothic"/>
                          <a:cs typeface="MS UI Gothic"/>
                        </a:rPr>
                        <a:t>・「</a:t>
                      </a:r>
                      <a:r>
                        <a:rPr sz="900" dirty="0">
                          <a:latin typeface="MS UI Gothic"/>
                          <a:cs typeface="MS UI Gothic"/>
                        </a:rPr>
                        <a:t>支給率</a:t>
                      </a:r>
                      <a:r>
                        <a:rPr sz="900" spc="5" dirty="0">
                          <a:latin typeface="MS UI Gothic"/>
                          <a:cs typeface="MS UI Gothic"/>
                        </a:rPr>
                        <a:t>（</a:t>
                      </a:r>
                      <a:r>
                        <a:rPr sz="900" spc="-5" dirty="0">
                          <a:latin typeface="MS UI Gothic"/>
                          <a:cs typeface="MS UI Gothic"/>
                        </a:rPr>
                        <a:t>1</a:t>
                      </a:r>
                      <a:r>
                        <a:rPr sz="900" dirty="0">
                          <a:latin typeface="MS UI Gothic"/>
                          <a:cs typeface="MS UI Gothic"/>
                        </a:rPr>
                        <a:t>％～</a:t>
                      </a:r>
                      <a:r>
                        <a:rPr sz="900" spc="-5" dirty="0">
                          <a:latin typeface="MS UI Gothic"/>
                          <a:cs typeface="MS UI Gothic"/>
                        </a:rPr>
                        <a:t>1</a:t>
                      </a:r>
                      <a:r>
                        <a:rPr sz="900" dirty="0">
                          <a:latin typeface="MS UI Gothic"/>
                          <a:cs typeface="MS UI Gothic"/>
                        </a:rPr>
                        <a:t>0</a:t>
                      </a:r>
                      <a:r>
                        <a:rPr sz="900" spc="-5" dirty="0">
                          <a:latin typeface="MS UI Gothic"/>
                          <a:cs typeface="MS UI Gothic"/>
                        </a:rPr>
                        <a:t>0</a:t>
                      </a:r>
                      <a:r>
                        <a:rPr sz="900" dirty="0">
                          <a:latin typeface="MS UI Gothic"/>
                          <a:cs typeface="MS UI Gothic"/>
                        </a:rPr>
                        <a:t>％</a:t>
                      </a:r>
                      <a:r>
                        <a:rPr sz="900" spc="5" dirty="0">
                          <a:latin typeface="MS UI Gothic"/>
                          <a:cs typeface="MS UI Gothic"/>
                        </a:rPr>
                        <a:t>）」</a:t>
                      </a:r>
                      <a:r>
                        <a:rPr sz="900" spc="-5" dirty="0">
                          <a:latin typeface="MS UI Gothic"/>
                          <a:cs typeface="MS UI Gothic"/>
                        </a:rPr>
                        <a:t>は、案件</a:t>
                      </a:r>
                      <a:r>
                        <a:rPr sz="900" dirty="0">
                          <a:latin typeface="MS UI Gothic"/>
                          <a:cs typeface="MS UI Gothic"/>
                        </a:rPr>
                        <a:t>ご</a:t>
                      </a:r>
                      <a:r>
                        <a:rPr sz="900" spc="-10" dirty="0">
                          <a:latin typeface="MS UI Gothic"/>
                          <a:cs typeface="MS UI Gothic"/>
                        </a:rPr>
                        <a:t>と</a:t>
                      </a:r>
                      <a:r>
                        <a:rPr sz="900" dirty="0">
                          <a:latin typeface="MS UI Gothic"/>
                          <a:cs typeface="MS UI Gothic"/>
                        </a:rPr>
                        <a:t>に判断</a:t>
                      </a:r>
                      <a:r>
                        <a:rPr sz="900" spc="-5" dirty="0">
                          <a:latin typeface="MS UI Gothic"/>
                          <a:cs typeface="MS UI Gothic"/>
                        </a:rPr>
                        <a:t>す</a:t>
                      </a:r>
                      <a:r>
                        <a:rPr sz="900" dirty="0">
                          <a:latin typeface="MS UI Gothic"/>
                          <a:cs typeface="MS UI Gothic"/>
                        </a:rPr>
                        <a:t>る</a:t>
                      </a:r>
                      <a:endParaRPr sz="900">
                        <a:latin typeface="MS UI Gothic"/>
                        <a:cs typeface="MS UI Gothic"/>
                      </a:endParaRPr>
                    </a:p>
                    <a:p>
                      <a:pPr marL="6985">
                        <a:lnSpc>
                          <a:spcPct val="100000"/>
                        </a:lnSpc>
                      </a:pPr>
                      <a:r>
                        <a:rPr sz="900" spc="5" dirty="0">
                          <a:latin typeface="MS UI Gothic"/>
                          <a:cs typeface="MS UI Gothic"/>
                        </a:rPr>
                        <a:t>・「</a:t>
                      </a:r>
                      <a:r>
                        <a:rPr sz="900" dirty="0">
                          <a:latin typeface="MS UI Gothic"/>
                          <a:cs typeface="MS UI Gothic"/>
                        </a:rPr>
                        <a:t>業務件数</a:t>
                      </a:r>
                      <a:r>
                        <a:rPr sz="900" spc="5" dirty="0">
                          <a:latin typeface="MS UI Gothic"/>
                          <a:cs typeface="MS UI Gothic"/>
                        </a:rPr>
                        <a:t>」</a:t>
                      </a:r>
                      <a:r>
                        <a:rPr sz="900" dirty="0">
                          <a:latin typeface="MS UI Gothic"/>
                          <a:cs typeface="MS UI Gothic"/>
                        </a:rPr>
                        <a:t>の業務内容</a:t>
                      </a:r>
                      <a:r>
                        <a:rPr sz="900" spc="-5" dirty="0">
                          <a:latin typeface="MS UI Gothic"/>
                          <a:cs typeface="MS UI Gothic"/>
                        </a:rPr>
                        <a:t>は、月</a:t>
                      </a:r>
                      <a:r>
                        <a:rPr sz="900" dirty="0">
                          <a:latin typeface="MS UI Gothic"/>
                          <a:cs typeface="MS UI Gothic"/>
                        </a:rPr>
                        <a:t>ご</a:t>
                      </a:r>
                      <a:r>
                        <a:rPr sz="900" spc="-10" dirty="0">
                          <a:latin typeface="MS UI Gothic"/>
                          <a:cs typeface="MS UI Gothic"/>
                        </a:rPr>
                        <a:t>と</a:t>
                      </a:r>
                      <a:r>
                        <a:rPr sz="900" dirty="0">
                          <a:latin typeface="MS UI Gothic"/>
                          <a:cs typeface="MS UI Gothic"/>
                        </a:rPr>
                        <a:t>に変更</a:t>
                      </a:r>
                      <a:r>
                        <a:rPr sz="900" spc="-5" dirty="0">
                          <a:latin typeface="MS UI Gothic"/>
                          <a:cs typeface="MS UI Gothic"/>
                        </a:rPr>
                        <a:t>す</a:t>
                      </a:r>
                      <a:r>
                        <a:rPr sz="900" dirty="0">
                          <a:latin typeface="MS UI Gothic"/>
                          <a:cs typeface="MS UI Gothic"/>
                        </a:rPr>
                        <a:t>るこ</a:t>
                      </a:r>
                      <a:r>
                        <a:rPr sz="900" spc="-10" dirty="0">
                          <a:latin typeface="MS UI Gothic"/>
                          <a:cs typeface="MS UI Gothic"/>
                        </a:rPr>
                        <a:t>と</a:t>
                      </a:r>
                      <a:r>
                        <a:rPr sz="900" dirty="0">
                          <a:latin typeface="MS UI Gothic"/>
                          <a:cs typeface="MS UI Gothic"/>
                        </a:rPr>
                        <a:t>が</a:t>
                      </a:r>
                      <a:r>
                        <a:rPr sz="900" spc="-10" dirty="0">
                          <a:latin typeface="MS UI Gothic"/>
                          <a:cs typeface="MS UI Gothic"/>
                        </a:rPr>
                        <a:t>あ</a:t>
                      </a:r>
                      <a:r>
                        <a:rPr sz="900" dirty="0">
                          <a:latin typeface="MS UI Gothic"/>
                          <a:cs typeface="MS UI Gothic"/>
                        </a:rPr>
                        <a:t>る</a:t>
                      </a:r>
                      <a:endParaRPr sz="900">
                        <a:latin typeface="MS UI Gothic"/>
                        <a:cs typeface="MS UI Gothic"/>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581278">
                <a:tc>
                  <a:txBody>
                    <a:bodyPr/>
                    <a:lstStyle/>
                    <a:p>
                      <a:pPr>
                        <a:lnSpc>
                          <a:spcPct val="100000"/>
                        </a:lnSpc>
                        <a:spcBef>
                          <a:spcPts val="20"/>
                        </a:spcBef>
                      </a:pPr>
                      <a:endParaRPr sz="1400">
                        <a:latin typeface="Times New Roman"/>
                        <a:cs typeface="Times New Roman"/>
                      </a:endParaRPr>
                    </a:p>
                    <a:p>
                      <a:pPr algn="ctr">
                        <a:lnSpc>
                          <a:spcPct val="100000"/>
                        </a:lnSpc>
                        <a:spcBef>
                          <a:spcPts val="5"/>
                        </a:spcBef>
                      </a:pPr>
                      <a:r>
                        <a:rPr sz="1050" b="1" dirty="0">
                          <a:solidFill>
                            <a:srgbClr val="FFFFFF"/>
                          </a:solidFill>
                          <a:latin typeface="Yu Gothic"/>
                          <a:cs typeface="Yu Gothic"/>
                        </a:rPr>
                        <a:t>③</a:t>
                      </a:r>
                      <a:endParaRPr sz="1050">
                        <a:latin typeface="Yu Gothic"/>
                        <a:cs typeface="Yu Gothic"/>
                      </a:endParaRPr>
                    </a:p>
                  </a:txBody>
                  <a:tcPr marL="0" marR="0" marT="2540" marB="0">
                    <a:lnL w="6350">
                      <a:solidFill>
                        <a:srgbClr val="000000"/>
                      </a:solidFill>
                      <a:prstDash val="solid"/>
                    </a:lnL>
                    <a:lnR w="6350">
                      <a:solidFill>
                        <a:srgbClr val="000000"/>
                      </a:solidFill>
                      <a:prstDash val="solid"/>
                    </a:lnR>
                    <a:lnT w="12700">
                      <a:solidFill>
                        <a:srgbClr val="FFFFFF"/>
                      </a:solidFill>
                      <a:prstDash val="solid"/>
                    </a:lnT>
                    <a:lnB w="28575">
                      <a:solidFill>
                        <a:srgbClr val="FF0000"/>
                      </a:solidFill>
                      <a:prstDash val="solid"/>
                    </a:lnB>
                    <a:solidFill>
                      <a:srgbClr val="1F3763"/>
                    </a:solidFill>
                  </a:tcPr>
                </a:tc>
                <a:tc gridSpan="4">
                  <a:txBody>
                    <a:bodyPr/>
                    <a:lstStyle/>
                    <a:p>
                      <a:pPr>
                        <a:lnSpc>
                          <a:spcPct val="100000"/>
                        </a:lnSpc>
                      </a:pPr>
                      <a:endParaRPr sz="900">
                        <a:latin typeface="Times New Roman"/>
                        <a:cs typeface="Times New Roman"/>
                      </a:endParaRPr>
                    </a:p>
                    <a:p>
                      <a:pPr marL="5715">
                        <a:lnSpc>
                          <a:spcPct val="100000"/>
                        </a:lnSpc>
                        <a:spcBef>
                          <a:spcPts val="720"/>
                        </a:spcBef>
                      </a:pPr>
                      <a:r>
                        <a:rPr sz="900" spc="180" dirty="0">
                          <a:latin typeface="MS UI Gothic"/>
                          <a:cs typeface="MS UI Gothic"/>
                        </a:rPr>
                        <a:t>MMI</a:t>
                      </a:r>
                      <a:r>
                        <a:rPr sz="900" spc="120" dirty="0">
                          <a:latin typeface="MS UI Gothic"/>
                          <a:cs typeface="MS UI Gothic"/>
                        </a:rPr>
                        <a:t>ア</a:t>
                      </a:r>
                      <a:r>
                        <a:rPr sz="900" spc="155" dirty="0">
                          <a:latin typeface="MS UI Gothic"/>
                          <a:cs typeface="MS UI Gothic"/>
                        </a:rPr>
                        <a:t>ワ</a:t>
                      </a:r>
                      <a:r>
                        <a:rPr sz="900" spc="75" dirty="0">
                          <a:latin typeface="MS UI Gothic"/>
                          <a:cs typeface="MS UI Gothic"/>
                        </a:rPr>
                        <a:t>ー</a:t>
                      </a:r>
                      <a:r>
                        <a:rPr sz="900" spc="65" dirty="0">
                          <a:latin typeface="MS UI Gothic"/>
                          <a:cs typeface="MS UI Gothic"/>
                        </a:rPr>
                        <a:t>ド</a:t>
                      </a:r>
                      <a:r>
                        <a:rPr sz="900" spc="90" dirty="0">
                          <a:latin typeface="MS UI Gothic"/>
                          <a:cs typeface="MS UI Gothic"/>
                        </a:rPr>
                        <a:t>型</a:t>
                      </a:r>
                      <a:endParaRPr sz="900">
                        <a:latin typeface="MS UI Gothic"/>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900">
                        <a:latin typeface="Times New Roman"/>
                        <a:cs typeface="Times New Roman"/>
                      </a:endParaRPr>
                    </a:p>
                    <a:p>
                      <a:pPr marL="6350">
                        <a:lnSpc>
                          <a:spcPct val="100000"/>
                        </a:lnSpc>
                        <a:spcBef>
                          <a:spcPts val="720"/>
                        </a:spcBef>
                      </a:pPr>
                      <a:r>
                        <a:rPr sz="900" dirty="0">
                          <a:latin typeface="MS UI Gothic"/>
                          <a:cs typeface="MS UI Gothic"/>
                        </a:rPr>
                        <a:t>特に外販</a:t>
                      </a:r>
                      <a:r>
                        <a:rPr sz="900" spc="-10" dirty="0">
                          <a:latin typeface="MS UI Gothic"/>
                          <a:cs typeface="MS UI Gothic"/>
                        </a:rPr>
                        <a:t>へ</a:t>
                      </a:r>
                      <a:r>
                        <a:rPr sz="900" dirty="0">
                          <a:latin typeface="MS UI Gothic"/>
                          <a:cs typeface="MS UI Gothic"/>
                        </a:rPr>
                        <a:t>の高い貢献度が認</a:t>
                      </a:r>
                      <a:r>
                        <a:rPr sz="900" spc="-10" dirty="0">
                          <a:latin typeface="MS UI Gothic"/>
                          <a:cs typeface="MS UI Gothic"/>
                        </a:rPr>
                        <a:t>め</a:t>
                      </a:r>
                      <a:r>
                        <a:rPr sz="900" dirty="0">
                          <a:latin typeface="MS UI Gothic"/>
                          <a:cs typeface="MS UI Gothic"/>
                        </a:rPr>
                        <a:t>ら</a:t>
                      </a:r>
                      <a:r>
                        <a:rPr sz="900" spc="-10" dirty="0">
                          <a:latin typeface="MS UI Gothic"/>
                          <a:cs typeface="MS UI Gothic"/>
                        </a:rPr>
                        <a:t>れ</a:t>
                      </a:r>
                      <a:r>
                        <a:rPr sz="900" dirty="0">
                          <a:latin typeface="MS UI Gothic"/>
                          <a:cs typeface="MS UI Gothic"/>
                        </a:rPr>
                        <a:t>る者</a:t>
                      </a:r>
                      <a:endParaRPr sz="900">
                        <a:latin typeface="MS UI Gothic"/>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a:lnSpc>
                          <a:spcPct val="100000"/>
                        </a:lnSpc>
                      </a:pPr>
                      <a:endParaRPr sz="900">
                        <a:latin typeface="Times New Roman"/>
                        <a:cs typeface="Times New Roman"/>
                      </a:endParaRPr>
                    </a:p>
                    <a:p>
                      <a:pPr marL="6350">
                        <a:lnSpc>
                          <a:spcPct val="100000"/>
                        </a:lnSpc>
                        <a:spcBef>
                          <a:spcPts val="720"/>
                        </a:spcBef>
                      </a:pPr>
                      <a:r>
                        <a:rPr sz="900" dirty="0">
                          <a:latin typeface="MS UI Gothic"/>
                          <a:cs typeface="MS UI Gothic"/>
                        </a:rPr>
                        <a:t>都度決定</a:t>
                      </a:r>
                      <a:endParaRPr sz="900">
                        <a:latin typeface="MS UI Gothic"/>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a:lnSpc>
                          <a:spcPct val="100000"/>
                        </a:lnSpc>
                      </a:pPr>
                      <a:endParaRPr sz="900">
                        <a:latin typeface="Times New Roman"/>
                        <a:cs typeface="Times New Roman"/>
                      </a:endParaRPr>
                    </a:p>
                    <a:p>
                      <a:pPr marL="128905">
                        <a:lnSpc>
                          <a:spcPct val="100000"/>
                        </a:lnSpc>
                        <a:spcBef>
                          <a:spcPts val="720"/>
                        </a:spcBef>
                      </a:pPr>
                      <a:r>
                        <a:rPr sz="900" dirty="0">
                          <a:latin typeface="MS UI Gothic"/>
                          <a:cs typeface="MS UI Gothic"/>
                        </a:rPr>
                        <a:t>都度</a:t>
                      </a:r>
                      <a:endParaRPr sz="900">
                        <a:latin typeface="MS UI Gothic"/>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a:lnSpc>
                          <a:spcPct val="100000"/>
                        </a:lnSpc>
                      </a:pPr>
                      <a:endParaRPr sz="900">
                        <a:latin typeface="Times New Roman"/>
                        <a:cs typeface="Times New Roman"/>
                      </a:endParaRPr>
                    </a:p>
                    <a:p>
                      <a:pPr marL="6985">
                        <a:lnSpc>
                          <a:spcPct val="100000"/>
                        </a:lnSpc>
                        <a:spcBef>
                          <a:spcPts val="720"/>
                        </a:spcBef>
                      </a:pPr>
                      <a:r>
                        <a:rPr sz="900" spc="5" dirty="0">
                          <a:latin typeface="MS UI Gothic"/>
                          <a:cs typeface="MS UI Gothic"/>
                        </a:rPr>
                        <a:t>・</a:t>
                      </a:r>
                      <a:r>
                        <a:rPr sz="900" spc="30" dirty="0">
                          <a:latin typeface="MS UI Gothic"/>
                          <a:cs typeface="MS UI Gothic"/>
                        </a:rPr>
                        <a:t>毎月必</a:t>
                      </a:r>
                      <a:r>
                        <a:rPr sz="900" spc="15" dirty="0">
                          <a:latin typeface="MS UI Gothic"/>
                          <a:cs typeface="MS UI Gothic"/>
                        </a:rPr>
                        <a:t>ず</a:t>
                      </a:r>
                      <a:r>
                        <a:rPr sz="900" spc="30" dirty="0">
                          <a:latin typeface="MS UI Gothic"/>
                          <a:cs typeface="MS UI Gothic"/>
                        </a:rPr>
                        <a:t>選出</a:t>
                      </a:r>
                      <a:r>
                        <a:rPr sz="900" spc="20" dirty="0">
                          <a:latin typeface="MS UI Gothic"/>
                          <a:cs typeface="MS UI Gothic"/>
                        </a:rPr>
                        <a:t>す</a:t>
                      </a:r>
                      <a:r>
                        <a:rPr sz="900" spc="155" dirty="0">
                          <a:latin typeface="MS UI Gothic"/>
                          <a:cs typeface="MS UI Gothic"/>
                        </a:rPr>
                        <a:t>る</a:t>
                      </a:r>
                      <a:r>
                        <a:rPr sz="900" spc="165" dirty="0">
                          <a:latin typeface="MS UI Gothic"/>
                          <a:cs typeface="MS UI Gothic"/>
                        </a:rPr>
                        <a:t>の</a:t>
                      </a:r>
                      <a:r>
                        <a:rPr sz="900" spc="155" dirty="0">
                          <a:latin typeface="MS UI Gothic"/>
                          <a:cs typeface="MS UI Gothic"/>
                        </a:rPr>
                        <a:t>で</a:t>
                      </a:r>
                      <a:r>
                        <a:rPr sz="900" spc="114" dirty="0">
                          <a:latin typeface="MS UI Gothic"/>
                          <a:cs typeface="MS UI Gothic"/>
                        </a:rPr>
                        <a:t>は</a:t>
                      </a:r>
                      <a:r>
                        <a:rPr sz="900" spc="100" dirty="0">
                          <a:latin typeface="MS UI Gothic"/>
                          <a:cs typeface="MS UI Gothic"/>
                        </a:rPr>
                        <a:t>な</a:t>
                      </a:r>
                      <a:r>
                        <a:rPr sz="900" spc="310" dirty="0">
                          <a:latin typeface="MS UI Gothic"/>
                          <a:cs typeface="MS UI Gothic"/>
                        </a:rPr>
                        <a:t>く</a:t>
                      </a:r>
                      <a:r>
                        <a:rPr sz="900" spc="35" dirty="0">
                          <a:latin typeface="MS UI Gothic"/>
                          <a:cs typeface="MS UI Gothic"/>
                        </a:rPr>
                        <a:t>、</a:t>
                      </a:r>
                      <a:r>
                        <a:rPr sz="900" spc="55" dirty="0">
                          <a:latin typeface="MS UI Gothic"/>
                          <a:cs typeface="MS UI Gothic"/>
                        </a:rPr>
                        <a:t>人選</a:t>
                      </a:r>
                      <a:r>
                        <a:rPr sz="900" spc="30" dirty="0">
                          <a:latin typeface="MS UI Gothic"/>
                          <a:cs typeface="MS UI Gothic"/>
                        </a:rPr>
                        <a:t>さ</a:t>
                      </a:r>
                      <a:r>
                        <a:rPr sz="900" spc="70" dirty="0">
                          <a:latin typeface="MS UI Gothic"/>
                          <a:cs typeface="MS UI Gothic"/>
                        </a:rPr>
                        <a:t>れ</a:t>
                      </a:r>
                      <a:r>
                        <a:rPr sz="900" spc="100" dirty="0">
                          <a:latin typeface="MS UI Gothic"/>
                          <a:cs typeface="MS UI Gothic"/>
                        </a:rPr>
                        <a:t>な</a:t>
                      </a:r>
                      <a:r>
                        <a:rPr sz="900" spc="105" dirty="0">
                          <a:latin typeface="MS UI Gothic"/>
                          <a:cs typeface="MS UI Gothic"/>
                        </a:rPr>
                        <a:t>い</a:t>
                      </a:r>
                      <a:r>
                        <a:rPr sz="900" spc="130" dirty="0">
                          <a:latin typeface="MS UI Gothic"/>
                          <a:cs typeface="MS UI Gothic"/>
                        </a:rPr>
                        <a:t>月</a:t>
                      </a:r>
                      <a:r>
                        <a:rPr sz="900" spc="110" dirty="0">
                          <a:latin typeface="MS UI Gothic"/>
                          <a:cs typeface="MS UI Gothic"/>
                        </a:rPr>
                        <a:t>が</a:t>
                      </a:r>
                      <a:r>
                        <a:rPr sz="900" spc="95" dirty="0">
                          <a:latin typeface="MS UI Gothic"/>
                          <a:cs typeface="MS UI Gothic"/>
                        </a:rPr>
                        <a:t>あ</a:t>
                      </a:r>
                      <a:r>
                        <a:rPr sz="900" spc="175" dirty="0">
                          <a:latin typeface="MS UI Gothic"/>
                          <a:cs typeface="MS UI Gothic"/>
                        </a:rPr>
                        <a:t>る</a:t>
                      </a:r>
                      <a:endParaRPr sz="900">
                        <a:latin typeface="MS UI Gothic"/>
                        <a:cs typeface="MS UI Gothic"/>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extLst>
                  <a:ext uri="{0D108BD9-81ED-4DB2-BD59-A6C34878D82A}">
                    <a16:rowId xmlns:a16="http://schemas.microsoft.com/office/drawing/2014/main" val="10003"/>
                  </a:ext>
                </a:extLst>
              </a:tr>
              <a:tr h="109347">
                <a:tc rowSpan="4">
                  <a:txBody>
                    <a:bodyPr/>
                    <a:lstStyle/>
                    <a:p>
                      <a:pPr>
                        <a:lnSpc>
                          <a:spcPct val="100000"/>
                        </a:lnSpc>
                        <a:spcBef>
                          <a:spcPts val="25"/>
                        </a:spcBef>
                      </a:pPr>
                      <a:endParaRPr sz="1400">
                        <a:latin typeface="Times New Roman"/>
                        <a:cs typeface="Times New Roman"/>
                      </a:endParaRPr>
                    </a:p>
                    <a:p>
                      <a:pPr marL="73660">
                        <a:lnSpc>
                          <a:spcPct val="100000"/>
                        </a:lnSpc>
                      </a:pPr>
                      <a:r>
                        <a:rPr sz="1050" b="1" dirty="0">
                          <a:solidFill>
                            <a:srgbClr val="FFFFFF"/>
                          </a:solidFill>
                          <a:latin typeface="Yu Gothic"/>
                          <a:cs typeface="Yu Gothic"/>
                        </a:rPr>
                        <a:t>④</a:t>
                      </a:r>
                      <a:endParaRPr sz="1050">
                        <a:latin typeface="Yu Gothic"/>
                        <a:cs typeface="Yu Gothic"/>
                      </a:endParaRPr>
                    </a:p>
                  </a:txBody>
                  <a:tcPr marL="0" marR="0" marT="3175" marB="0">
                    <a:lnL w="38100">
                      <a:solidFill>
                        <a:srgbClr val="FF0000"/>
                      </a:solidFill>
                      <a:prstDash val="solid"/>
                    </a:lnL>
                    <a:lnR w="6350">
                      <a:solidFill>
                        <a:srgbClr val="000000"/>
                      </a:solidFill>
                      <a:prstDash val="solid"/>
                    </a:lnR>
                    <a:lnT w="28575">
                      <a:solidFill>
                        <a:srgbClr val="FF0000"/>
                      </a:solidFill>
                      <a:prstDash val="solid"/>
                    </a:lnT>
                    <a:lnB w="28575">
                      <a:solidFill>
                        <a:srgbClr val="FF0000"/>
                      </a:solidFill>
                      <a:prstDash val="solid"/>
                    </a:lnB>
                    <a:solidFill>
                      <a:srgbClr val="1F3763"/>
                    </a:solidFill>
                  </a:tcPr>
                </a:tc>
                <a:tc gridSpan="4">
                  <a:txBody>
                    <a:bodyPr/>
                    <a:lstStyle/>
                    <a:p>
                      <a:pPr>
                        <a:lnSpc>
                          <a:spcPct val="100000"/>
                        </a:lnSpc>
                      </a:pPr>
                      <a:endParaRPr sz="500">
                        <a:latin typeface="Times New Roman"/>
                        <a:cs typeface="Times New Roman"/>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rowSpan="4">
                  <a:txBody>
                    <a:bodyPr/>
                    <a:lstStyle/>
                    <a:p>
                      <a:pPr>
                        <a:lnSpc>
                          <a:spcPct val="100000"/>
                        </a:lnSpc>
                      </a:pPr>
                      <a:endParaRPr sz="900">
                        <a:latin typeface="Times New Roman"/>
                        <a:cs typeface="Times New Roman"/>
                      </a:endParaRPr>
                    </a:p>
                    <a:p>
                      <a:pPr marL="6350">
                        <a:lnSpc>
                          <a:spcPct val="100000"/>
                        </a:lnSpc>
                        <a:spcBef>
                          <a:spcPts val="720"/>
                        </a:spcBef>
                      </a:pPr>
                      <a:r>
                        <a:rPr sz="900" dirty="0">
                          <a:latin typeface="MS UI Gothic"/>
                          <a:cs typeface="MS UI Gothic"/>
                        </a:rPr>
                        <a:t>現場の採用</a:t>
                      </a:r>
                      <a:r>
                        <a:rPr sz="900" spc="-10" dirty="0">
                          <a:latin typeface="MS UI Gothic"/>
                          <a:cs typeface="MS UI Gothic"/>
                        </a:rPr>
                        <a:t>まで</a:t>
                      </a:r>
                      <a:r>
                        <a:rPr sz="900" dirty="0">
                          <a:latin typeface="MS UI Gothic"/>
                          <a:cs typeface="MS UI Gothic"/>
                        </a:rPr>
                        <a:t>のヘ</a:t>
                      </a:r>
                      <a:r>
                        <a:rPr sz="900" spc="-10" dirty="0">
                          <a:latin typeface="MS UI Gothic"/>
                          <a:cs typeface="MS UI Gothic"/>
                        </a:rPr>
                        <a:t>ル</a:t>
                      </a:r>
                      <a:r>
                        <a:rPr sz="900" dirty="0">
                          <a:latin typeface="MS UI Gothic"/>
                          <a:cs typeface="MS UI Gothic"/>
                        </a:rPr>
                        <a:t>プ</a:t>
                      </a:r>
                      <a:endParaRPr sz="900">
                        <a:latin typeface="MS UI Gothic"/>
                        <a:cs typeface="MS UI Gothic"/>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rowSpan="4">
                  <a:txBody>
                    <a:bodyPr/>
                    <a:lstStyle/>
                    <a:p>
                      <a:pPr>
                        <a:lnSpc>
                          <a:spcPct val="100000"/>
                        </a:lnSpc>
                      </a:pPr>
                      <a:endParaRPr sz="900">
                        <a:latin typeface="Times New Roman"/>
                        <a:cs typeface="Times New Roman"/>
                      </a:endParaRPr>
                    </a:p>
                    <a:p>
                      <a:pPr marL="6350">
                        <a:lnSpc>
                          <a:spcPct val="100000"/>
                        </a:lnSpc>
                        <a:spcBef>
                          <a:spcPts val="720"/>
                        </a:spcBef>
                      </a:pPr>
                      <a:r>
                        <a:rPr sz="900" dirty="0">
                          <a:latin typeface="MS UI Gothic"/>
                          <a:cs typeface="MS UI Gothic"/>
                        </a:rPr>
                        <a:t>案件ご</a:t>
                      </a:r>
                      <a:r>
                        <a:rPr sz="900" spc="-5" dirty="0">
                          <a:latin typeface="MS UI Gothic"/>
                          <a:cs typeface="MS UI Gothic"/>
                        </a:rPr>
                        <a:t>と</a:t>
                      </a:r>
                      <a:r>
                        <a:rPr sz="900" dirty="0">
                          <a:latin typeface="MS UI Gothic"/>
                          <a:cs typeface="MS UI Gothic"/>
                        </a:rPr>
                        <a:t>に決定</a:t>
                      </a:r>
                      <a:endParaRPr sz="900">
                        <a:latin typeface="MS UI Gothic"/>
                        <a:cs typeface="MS UI Gothic"/>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rowSpan="4">
                  <a:txBody>
                    <a:bodyPr/>
                    <a:lstStyle/>
                    <a:p>
                      <a:pPr>
                        <a:lnSpc>
                          <a:spcPct val="100000"/>
                        </a:lnSpc>
                      </a:pPr>
                      <a:endParaRPr sz="900">
                        <a:latin typeface="Times New Roman"/>
                        <a:cs typeface="Times New Roman"/>
                      </a:endParaRPr>
                    </a:p>
                    <a:p>
                      <a:pPr marL="128905">
                        <a:lnSpc>
                          <a:spcPct val="100000"/>
                        </a:lnSpc>
                        <a:spcBef>
                          <a:spcPts val="720"/>
                        </a:spcBef>
                      </a:pPr>
                      <a:r>
                        <a:rPr sz="900" dirty="0">
                          <a:latin typeface="MS UI Gothic"/>
                          <a:cs typeface="MS UI Gothic"/>
                        </a:rPr>
                        <a:t>都度</a:t>
                      </a:r>
                      <a:endParaRPr sz="900">
                        <a:latin typeface="MS UI Gothic"/>
                        <a:cs typeface="MS UI Gothic"/>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rowSpan="4">
                  <a:txBody>
                    <a:bodyPr/>
                    <a:lstStyle/>
                    <a:p>
                      <a:pPr>
                        <a:lnSpc>
                          <a:spcPct val="100000"/>
                        </a:lnSpc>
                        <a:spcBef>
                          <a:spcPts val="5"/>
                        </a:spcBef>
                      </a:pPr>
                      <a:endParaRPr sz="1050">
                        <a:latin typeface="Times New Roman"/>
                        <a:cs typeface="Times New Roman"/>
                      </a:endParaRPr>
                    </a:p>
                    <a:p>
                      <a:pPr marL="166370">
                        <a:lnSpc>
                          <a:spcPct val="100000"/>
                        </a:lnSpc>
                      </a:pPr>
                      <a:r>
                        <a:rPr sz="900" dirty="0">
                          <a:solidFill>
                            <a:srgbClr val="FF0000"/>
                          </a:solidFill>
                          <a:latin typeface="MS UI Gothic"/>
                          <a:cs typeface="MS UI Gothic"/>
                        </a:rPr>
                        <a:t>翌月</a:t>
                      </a:r>
                      <a:endParaRPr sz="900">
                        <a:latin typeface="MS UI Gothic"/>
                        <a:cs typeface="MS UI Gothic"/>
                      </a:endParaRPr>
                    </a:p>
                    <a:p>
                      <a:pPr marL="143510">
                        <a:lnSpc>
                          <a:spcPct val="100000"/>
                        </a:lnSpc>
                      </a:pPr>
                      <a:r>
                        <a:rPr sz="900" spc="-5" dirty="0">
                          <a:solidFill>
                            <a:srgbClr val="FF0000"/>
                          </a:solidFill>
                          <a:latin typeface="MS UI Gothic"/>
                          <a:cs typeface="MS UI Gothic"/>
                        </a:rPr>
                        <a:t>1</a:t>
                      </a:r>
                      <a:r>
                        <a:rPr sz="900" dirty="0">
                          <a:solidFill>
                            <a:srgbClr val="FF0000"/>
                          </a:solidFill>
                          <a:latin typeface="MS UI Gothic"/>
                          <a:cs typeface="MS UI Gothic"/>
                        </a:rPr>
                        <a:t>6日</a:t>
                      </a:r>
                      <a:endParaRPr sz="900">
                        <a:latin typeface="MS UI Gothic"/>
                        <a:cs typeface="MS UI Gothic"/>
                      </a:endParaRPr>
                    </a:p>
                  </a:txBody>
                  <a:tcPr marL="0" marR="0" marT="635"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rowSpan="4">
                  <a:txBody>
                    <a:bodyPr/>
                    <a:lstStyle/>
                    <a:p>
                      <a:pPr>
                        <a:lnSpc>
                          <a:spcPct val="100000"/>
                        </a:lnSpc>
                        <a:spcBef>
                          <a:spcPts val="5"/>
                        </a:spcBef>
                      </a:pPr>
                      <a:endParaRPr sz="1050">
                        <a:latin typeface="Times New Roman"/>
                        <a:cs typeface="Times New Roman"/>
                      </a:endParaRPr>
                    </a:p>
                    <a:p>
                      <a:pPr marL="6985">
                        <a:lnSpc>
                          <a:spcPct val="100000"/>
                        </a:lnSpc>
                      </a:pPr>
                      <a:r>
                        <a:rPr sz="900" spc="5" dirty="0">
                          <a:latin typeface="MS UI Gothic"/>
                          <a:cs typeface="MS UI Gothic"/>
                        </a:rPr>
                        <a:t>・</a:t>
                      </a:r>
                      <a:r>
                        <a:rPr sz="900" spc="30" dirty="0">
                          <a:latin typeface="MS UI Gothic"/>
                          <a:cs typeface="MS UI Gothic"/>
                        </a:rPr>
                        <a:t>毎月必</a:t>
                      </a:r>
                      <a:r>
                        <a:rPr sz="900" spc="15" dirty="0">
                          <a:latin typeface="MS UI Gothic"/>
                          <a:cs typeface="MS UI Gothic"/>
                        </a:rPr>
                        <a:t>ず</a:t>
                      </a:r>
                      <a:r>
                        <a:rPr sz="900" spc="30" dirty="0">
                          <a:latin typeface="MS UI Gothic"/>
                          <a:cs typeface="MS UI Gothic"/>
                        </a:rPr>
                        <a:t>該当案件</a:t>
                      </a:r>
                      <a:r>
                        <a:rPr sz="900" spc="25" dirty="0">
                          <a:latin typeface="MS UI Gothic"/>
                          <a:cs typeface="MS UI Gothic"/>
                        </a:rPr>
                        <a:t>が</a:t>
                      </a:r>
                      <a:r>
                        <a:rPr sz="900" spc="30" dirty="0">
                          <a:latin typeface="MS UI Gothic"/>
                          <a:cs typeface="MS UI Gothic"/>
                        </a:rPr>
                        <a:t>発生</a:t>
                      </a:r>
                      <a:r>
                        <a:rPr sz="900" spc="20" dirty="0">
                          <a:latin typeface="MS UI Gothic"/>
                          <a:cs typeface="MS UI Gothic"/>
                        </a:rPr>
                        <a:t>す</a:t>
                      </a:r>
                      <a:r>
                        <a:rPr sz="900" spc="170" dirty="0">
                          <a:latin typeface="MS UI Gothic"/>
                          <a:cs typeface="MS UI Gothic"/>
                        </a:rPr>
                        <a:t>る</a:t>
                      </a:r>
                      <a:r>
                        <a:rPr sz="900" spc="165" dirty="0">
                          <a:latin typeface="MS UI Gothic"/>
                          <a:cs typeface="MS UI Gothic"/>
                        </a:rPr>
                        <a:t>も</a:t>
                      </a:r>
                      <a:r>
                        <a:rPr sz="900" spc="155" dirty="0">
                          <a:latin typeface="MS UI Gothic"/>
                          <a:cs typeface="MS UI Gothic"/>
                        </a:rPr>
                        <a:t>の</a:t>
                      </a:r>
                      <a:r>
                        <a:rPr sz="900" spc="145" dirty="0">
                          <a:latin typeface="MS UI Gothic"/>
                          <a:cs typeface="MS UI Gothic"/>
                        </a:rPr>
                        <a:t>で</a:t>
                      </a:r>
                      <a:r>
                        <a:rPr sz="900" spc="114" dirty="0">
                          <a:latin typeface="MS UI Gothic"/>
                          <a:cs typeface="MS UI Gothic"/>
                        </a:rPr>
                        <a:t>は</a:t>
                      </a:r>
                      <a:r>
                        <a:rPr sz="900" spc="100" dirty="0">
                          <a:latin typeface="MS UI Gothic"/>
                          <a:cs typeface="MS UI Gothic"/>
                        </a:rPr>
                        <a:t>な</a:t>
                      </a:r>
                      <a:r>
                        <a:rPr sz="900" spc="165" dirty="0">
                          <a:latin typeface="MS UI Gothic"/>
                          <a:cs typeface="MS UI Gothic"/>
                        </a:rPr>
                        <a:t>い</a:t>
                      </a:r>
                      <a:endParaRPr sz="900">
                        <a:latin typeface="MS UI Gothic"/>
                        <a:cs typeface="MS UI Gothic"/>
                      </a:endParaRPr>
                    </a:p>
                    <a:p>
                      <a:pPr marL="6985">
                        <a:lnSpc>
                          <a:spcPct val="100000"/>
                        </a:lnSpc>
                      </a:pPr>
                      <a:r>
                        <a:rPr sz="900" spc="5" dirty="0">
                          <a:latin typeface="MS UI Gothic"/>
                          <a:cs typeface="MS UI Gothic"/>
                        </a:rPr>
                        <a:t>・</a:t>
                      </a:r>
                      <a:r>
                        <a:rPr sz="900" dirty="0">
                          <a:latin typeface="MS UI Gothic"/>
                          <a:cs typeface="MS UI Gothic"/>
                        </a:rPr>
                        <a:t>対象案件</a:t>
                      </a:r>
                      <a:r>
                        <a:rPr sz="900" spc="5" dirty="0">
                          <a:latin typeface="MS UI Gothic"/>
                          <a:cs typeface="MS UI Gothic"/>
                        </a:rPr>
                        <a:t>・</a:t>
                      </a:r>
                      <a:r>
                        <a:rPr sz="900" dirty="0">
                          <a:latin typeface="MS UI Gothic"/>
                          <a:cs typeface="MS UI Gothic"/>
                        </a:rPr>
                        <a:t>対象期間</a:t>
                      </a:r>
                      <a:r>
                        <a:rPr sz="900" spc="5" dirty="0">
                          <a:latin typeface="MS UI Gothic"/>
                          <a:cs typeface="MS UI Gothic"/>
                        </a:rPr>
                        <a:t>・</a:t>
                      </a:r>
                      <a:r>
                        <a:rPr sz="900" spc="55" dirty="0">
                          <a:latin typeface="MS UI Gothic"/>
                          <a:cs typeface="MS UI Gothic"/>
                        </a:rPr>
                        <a:t>支給</a:t>
                      </a:r>
                      <a:r>
                        <a:rPr sz="900" spc="40" dirty="0">
                          <a:latin typeface="MS UI Gothic"/>
                          <a:cs typeface="MS UI Gothic"/>
                        </a:rPr>
                        <a:t>ポ</a:t>
                      </a:r>
                      <a:r>
                        <a:rPr sz="900" spc="55" dirty="0">
                          <a:latin typeface="MS UI Gothic"/>
                          <a:cs typeface="MS UI Gothic"/>
                        </a:rPr>
                        <a:t>イ</a:t>
                      </a:r>
                      <a:r>
                        <a:rPr sz="900" spc="140" dirty="0">
                          <a:latin typeface="MS UI Gothic"/>
                          <a:cs typeface="MS UI Gothic"/>
                        </a:rPr>
                        <a:t>ン</a:t>
                      </a:r>
                      <a:r>
                        <a:rPr sz="900" spc="45" dirty="0">
                          <a:latin typeface="MS UI Gothic"/>
                          <a:cs typeface="MS UI Gothic"/>
                        </a:rPr>
                        <a:t>ト</a:t>
                      </a:r>
                      <a:r>
                        <a:rPr sz="900" spc="65" dirty="0">
                          <a:latin typeface="MS UI Gothic"/>
                          <a:cs typeface="MS UI Gothic"/>
                        </a:rPr>
                        <a:t>数</a:t>
                      </a:r>
                      <a:r>
                        <a:rPr sz="900" spc="50" dirty="0">
                          <a:latin typeface="MS UI Gothic"/>
                          <a:cs typeface="MS UI Gothic"/>
                        </a:rPr>
                        <a:t>は</a:t>
                      </a:r>
                      <a:r>
                        <a:rPr sz="900" spc="55" dirty="0">
                          <a:latin typeface="MS UI Gothic"/>
                          <a:cs typeface="MS UI Gothic"/>
                        </a:rPr>
                        <a:t>事前</a:t>
                      </a:r>
                      <a:r>
                        <a:rPr sz="900" spc="45" dirty="0">
                          <a:latin typeface="MS UI Gothic"/>
                          <a:cs typeface="MS UI Gothic"/>
                        </a:rPr>
                        <a:t>に</a:t>
                      </a:r>
                      <a:r>
                        <a:rPr sz="900" spc="30" dirty="0">
                          <a:latin typeface="MS UI Gothic"/>
                          <a:cs typeface="MS UI Gothic"/>
                        </a:rPr>
                        <a:t>決定</a:t>
                      </a:r>
                      <a:r>
                        <a:rPr sz="900" spc="20" dirty="0">
                          <a:latin typeface="MS UI Gothic"/>
                          <a:cs typeface="MS UI Gothic"/>
                        </a:rPr>
                        <a:t>す</a:t>
                      </a:r>
                      <a:r>
                        <a:rPr sz="900" spc="175" dirty="0">
                          <a:latin typeface="MS UI Gothic"/>
                          <a:cs typeface="MS UI Gothic"/>
                        </a:rPr>
                        <a:t>る</a:t>
                      </a:r>
                      <a:endParaRPr sz="900">
                        <a:latin typeface="MS UI Gothic"/>
                        <a:cs typeface="MS UI Gothic"/>
                      </a:endParaRPr>
                    </a:p>
                  </a:txBody>
                  <a:tcPr marL="0" marR="0" marT="635" marB="0">
                    <a:lnL w="6350">
                      <a:solidFill>
                        <a:srgbClr val="000000"/>
                      </a:solidFill>
                      <a:prstDash val="solid"/>
                    </a:lnL>
                    <a:lnR w="28575">
                      <a:solidFill>
                        <a:srgbClr val="FF0000"/>
                      </a:solidFill>
                      <a:prstDash val="solid"/>
                    </a:lnR>
                    <a:lnT w="28575">
                      <a:solidFill>
                        <a:srgbClr val="FF0000"/>
                      </a:solidFill>
                      <a:prstDash val="solid"/>
                    </a:lnT>
                    <a:lnB w="28575">
                      <a:solidFill>
                        <a:srgbClr val="FF0000"/>
                      </a:solidFill>
                      <a:prstDash val="solid"/>
                    </a:lnB>
                  </a:tcPr>
                </a:tc>
                <a:extLst>
                  <a:ext uri="{0D108BD9-81ED-4DB2-BD59-A6C34878D82A}">
                    <a16:rowId xmlns:a16="http://schemas.microsoft.com/office/drawing/2014/main" val="10004"/>
                  </a:ext>
                </a:extLst>
              </a:tr>
              <a:tr h="126491">
                <a:tc vMerge="1">
                  <a:txBody>
                    <a:bodyPr/>
                    <a:lstStyle/>
                    <a:p>
                      <a:endParaRPr/>
                    </a:p>
                  </a:txBody>
                  <a:tcPr marL="0" marR="0" marT="3175" marB="0">
                    <a:lnL w="38100">
                      <a:solidFill>
                        <a:srgbClr val="FF0000"/>
                      </a:solidFill>
                      <a:prstDash val="solid"/>
                    </a:lnL>
                    <a:lnR w="6350">
                      <a:solidFill>
                        <a:srgbClr val="000000"/>
                      </a:solidFill>
                      <a:prstDash val="solid"/>
                    </a:lnR>
                    <a:lnT w="28575">
                      <a:solidFill>
                        <a:srgbClr val="FF0000"/>
                      </a:solidFill>
                      <a:prstDash val="solid"/>
                    </a:lnT>
                    <a:lnB w="28575">
                      <a:solidFill>
                        <a:srgbClr val="FF0000"/>
                      </a:solidFill>
                      <a:prstDash val="solid"/>
                    </a:lnB>
                    <a:solidFill>
                      <a:srgbClr val="1F3763"/>
                    </a:solidFill>
                  </a:tcPr>
                </a:tc>
                <a:tc gridSpan="2">
                  <a:txBody>
                    <a:bodyPr/>
                    <a:lstStyle/>
                    <a:p>
                      <a:pPr marL="5715">
                        <a:lnSpc>
                          <a:spcPts val="894"/>
                        </a:lnSpc>
                      </a:pPr>
                      <a:r>
                        <a:rPr sz="900" spc="5" dirty="0">
                          <a:latin typeface="MS UI Gothic"/>
                          <a:cs typeface="MS UI Gothic"/>
                        </a:rPr>
                        <a:t>【</a:t>
                      </a:r>
                      <a:r>
                        <a:rPr sz="900" dirty="0">
                          <a:latin typeface="MS UI Gothic"/>
                          <a:cs typeface="MS UI Gothic"/>
                        </a:rPr>
                        <a:t>新設】</a:t>
                      </a:r>
                      <a:endParaRPr sz="900">
                        <a:latin typeface="MS UI Gothic"/>
                        <a:cs typeface="MS UI Gothic"/>
                      </a:endParaRPr>
                    </a:p>
                  </a:txBody>
                  <a:tcPr marL="0" marR="0" marT="0" marB="0">
                    <a:lnL w="6350">
                      <a:solidFill>
                        <a:srgbClr val="000000"/>
                      </a:solidFill>
                      <a:prstDash val="solid"/>
                    </a:lnL>
                    <a:lnB w="28575">
                      <a:solidFill>
                        <a:srgbClr val="FFFFFF"/>
                      </a:solidFill>
                      <a:prstDash val="solid"/>
                    </a:lnB>
                    <a:solidFill>
                      <a:srgbClr val="FFFF00"/>
                    </a:solidFill>
                  </a:tcPr>
                </a:tc>
                <a:tc hMerge="1">
                  <a:txBody>
                    <a:bodyPr/>
                    <a:lstStyle/>
                    <a:p>
                      <a:endParaRPr/>
                    </a:p>
                  </a:txBody>
                  <a:tcPr marL="0" marR="0" marT="0" marB="0"/>
                </a:tc>
                <a:tc gridSpan="2">
                  <a:txBody>
                    <a:bodyPr/>
                    <a:lstStyle/>
                    <a:p>
                      <a:pPr>
                        <a:lnSpc>
                          <a:spcPct val="100000"/>
                        </a:lnSpc>
                      </a:pPr>
                      <a:endParaRPr sz="600">
                        <a:latin typeface="Times New Roman"/>
                        <a:cs typeface="Times New Roman"/>
                      </a:endParaRPr>
                    </a:p>
                  </a:txBody>
                  <a:tcPr marL="0" marR="0" marT="0" marB="0">
                    <a:lnR w="6350">
                      <a:solidFill>
                        <a:srgbClr val="000000"/>
                      </a:solidFill>
                      <a:prstDash val="solid"/>
                    </a:lnR>
                    <a:lnB w="28575">
                      <a:solidFill>
                        <a:srgbClr val="FFFFFF"/>
                      </a:solidFill>
                      <a:prstDash val="solid"/>
                    </a:lnB>
                  </a:tcPr>
                </a:tc>
                <a:tc hMerge="1">
                  <a:txBody>
                    <a:bodyPr/>
                    <a:lstStyle/>
                    <a:p>
                      <a:endParaRPr/>
                    </a:p>
                  </a:txBody>
                  <a:tcPr marL="0" marR="0" marT="0" marB="0"/>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635"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635" marB="0">
                    <a:lnL w="6350">
                      <a:solidFill>
                        <a:srgbClr val="000000"/>
                      </a:solidFill>
                      <a:prstDash val="solid"/>
                    </a:lnL>
                    <a:lnR w="28575">
                      <a:solidFill>
                        <a:srgbClr val="FF0000"/>
                      </a:solidFill>
                      <a:prstDash val="solid"/>
                    </a:lnR>
                    <a:lnT w="28575">
                      <a:solidFill>
                        <a:srgbClr val="FF0000"/>
                      </a:solidFill>
                      <a:prstDash val="solid"/>
                    </a:lnT>
                    <a:lnB w="28575">
                      <a:solidFill>
                        <a:srgbClr val="FF0000"/>
                      </a:solidFill>
                      <a:prstDash val="solid"/>
                    </a:lnB>
                  </a:tcPr>
                </a:tc>
                <a:extLst>
                  <a:ext uri="{0D108BD9-81ED-4DB2-BD59-A6C34878D82A}">
                    <a16:rowId xmlns:a16="http://schemas.microsoft.com/office/drawing/2014/main" val="10005"/>
                  </a:ext>
                </a:extLst>
              </a:tr>
              <a:tr h="137160">
                <a:tc vMerge="1">
                  <a:txBody>
                    <a:bodyPr/>
                    <a:lstStyle/>
                    <a:p>
                      <a:endParaRPr/>
                    </a:p>
                  </a:txBody>
                  <a:tcPr marL="0" marR="0" marT="3175" marB="0">
                    <a:lnL w="38100">
                      <a:solidFill>
                        <a:srgbClr val="FF0000"/>
                      </a:solidFill>
                      <a:prstDash val="solid"/>
                    </a:lnL>
                    <a:lnR w="6350">
                      <a:solidFill>
                        <a:srgbClr val="000000"/>
                      </a:solidFill>
                      <a:prstDash val="solid"/>
                    </a:lnR>
                    <a:lnT w="28575">
                      <a:solidFill>
                        <a:srgbClr val="FF0000"/>
                      </a:solidFill>
                      <a:prstDash val="solid"/>
                    </a:lnT>
                    <a:lnB w="28575">
                      <a:solidFill>
                        <a:srgbClr val="FF0000"/>
                      </a:solidFill>
                      <a:prstDash val="solid"/>
                    </a:lnB>
                    <a:solidFill>
                      <a:srgbClr val="1F3763"/>
                    </a:solidFill>
                  </a:tcPr>
                </a:tc>
                <a:tc>
                  <a:txBody>
                    <a:bodyPr/>
                    <a:lstStyle/>
                    <a:p>
                      <a:pPr>
                        <a:lnSpc>
                          <a:spcPct val="100000"/>
                        </a:lnSpc>
                      </a:pPr>
                      <a:endParaRPr sz="700">
                        <a:latin typeface="Times New Roman"/>
                        <a:cs typeface="Times New Roman"/>
                      </a:endParaRPr>
                    </a:p>
                  </a:txBody>
                  <a:tcPr marL="0" marR="0" marT="0" marB="0">
                    <a:lnL w="6350">
                      <a:solidFill>
                        <a:srgbClr val="000000"/>
                      </a:solidFill>
                      <a:prstDash val="solid"/>
                    </a:lnL>
                    <a:lnT w="28575">
                      <a:solidFill>
                        <a:srgbClr val="FFFFFF"/>
                      </a:solidFill>
                      <a:prstDash val="solid"/>
                    </a:lnT>
                    <a:lnB w="28575">
                      <a:solidFill>
                        <a:srgbClr val="FFFFFF"/>
                      </a:solidFill>
                      <a:prstDash val="solid"/>
                    </a:lnB>
                  </a:tcPr>
                </a:tc>
                <a:tc gridSpan="2">
                  <a:txBody>
                    <a:bodyPr/>
                    <a:lstStyle/>
                    <a:p>
                      <a:pPr>
                        <a:lnSpc>
                          <a:spcPts val="980"/>
                        </a:lnSpc>
                      </a:pPr>
                      <a:r>
                        <a:rPr sz="900" dirty="0">
                          <a:latin typeface="MS UI Gothic"/>
                          <a:cs typeface="MS UI Gothic"/>
                        </a:rPr>
                        <a:t>採用調達</a:t>
                      </a:r>
                      <a:endParaRPr sz="900">
                        <a:latin typeface="MS UI Gothic"/>
                        <a:cs typeface="MS UI Gothic"/>
                      </a:endParaRPr>
                    </a:p>
                  </a:txBody>
                  <a:tcPr marL="0" marR="0" marT="0" marB="0">
                    <a:lnT w="28575">
                      <a:solidFill>
                        <a:srgbClr val="FFFFFF"/>
                      </a:solidFill>
                      <a:prstDash val="solid"/>
                    </a:lnT>
                    <a:lnB w="28575">
                      <a:solidFill>
                        <a:srgbClr val="FFFFFF"/>
                      </a:solidFill>
                      <a:prstDash val="solid"/>
                    </a:lnB>
                    <a:solidFill>
                      <a:srgbClr val="FFFF00"/>
                    </a:solidFill>
                  </a:tcPr>
                </a:tc>
                <a:tc hMerge="1">
                  <a:txBody>
                    <a:bodyPr/>
                    <a:lstStyle/>
                    <a:p>
                      <a:endParaRPr/>
                    </a:p>
                  </a:txBody>
                  <a:tcPr marL="0" marR="0" marT="0" marB="0"/>
                </a:tc>
                <a:tc>
                  <a:txBody>
                    <a:bodyPr/>
                    <a:lstStyle/>
                    <a:p>
                      <a:pPr>
                        <a:lnSpc>
                          <a:spcPct val="100000"/>
                        </a:lnSpc>
                      </a:pPr>
                      <a:endParaRPr sz="700">
                        <a:latin typeface="Times New Roman"/>
                        <a:cs typeface="Times New Roman"/>
                      </a:endParaRPr>
                    </a:p>
                  </a:txBody>
                  <a:tcPr marL="0" marR="0" marT="0" marB="0">
                    <a:lnR w="6350">
                      <a:solidFill>
                        <a:srgbClr val="000000"/>
                      </a:solidFill>
                      <a:prstDash val="solid"/>
                    </a:lnR>
                    <a:lnT w="28575">
                      <a:solidFill>
                        <a:srgbClr val="FFFFFF"/>
                      </a:solidFill>
                      <a:prstDash val="solid"/>
                    </a:lnT>
                    <a:lnB w="28575">
                      <a:solidFill>
                        <a:srgbClr val="FFFFFF"/>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635"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635" marB="0">
                    <a:lnL w="6350">
                      <a:solidFill>
                        <a:srgbClr val="000000"/>
                      </a:solidFill>
                      <a:prstDash val="solid"/>
                    </a:lnL>
                    <a:lnR w="28575">
                      <a:solidFill>
                        <a:srgbClr val="FF0000"/>
                      </a:solidFill>
                      <a:prstDash val="solid"/>
                    </a:lnR>
                    <a:lnT w="28575">
                      <a:solidFill>
                        <a:srgbClr val="FF0000"/>
                      </a:solidFill>
                      <a:prstDash val="solid"/>
                    </a:lnT>
                    <a:lnB w="28575">
                      <a:solidFill>
                        <a:srgbClr val="FF0000"/>
                      </a:solidFill>
                      <a:prstDash val="solid"/>
                    </a:lnB>
                  </a:tcPr>
                </a:tc>
                <a:extLst>
                  <a:ext uri="{0D108BD9-81ED-4DB2-BD59-A6C34878D82A}">
                    <a16:rowId xmlns:a16="http://schemas.microsoft.com/office/drawing/2014/main" val="10006"/>
                  </a:ext>
                </a:extLst>
              </a:tr>
              <a:tr h="208280">
                <a:tc vMerge="1">
                  <a:txBody>
                    <a:bodyPr/>
                    <a:lstStyle/>
                    <a:p>
                      <a:endParaRPr/>
                    </a:p>
                  </a:txBody>
                  <a:tcPr marL="0" marR="0" marT="3175" marB="0">
                    <a:lnL w="38100">
                      <a:solidFill>
                        <a:srgbClr val="FF0000"/>
                      </a:solidFill>
                      <a:prstDash val="solid"/>
                    </a:lnL>
                    <a:lnR w="6350">
                      <a:solidFill>
                        <a:srgbClr val="000000"/>
                      </a:solidFill>
                      <a:prstDash val="solid"/>
                    </a:lnR>
                    <a:lnT w="28575">
                      <a:solidFill>
                        <a:srgbClr val="FF0000"/>
                      </a:solidFill>
                      <a:prstDash val="solid"/>
                    </a:lnT>
                    <a:lnB w="28575">
                      <a:solidFill>
                        <a:srgbClr val="FF0000"/>
                      </a:solidFill>
                      <a:prstDash val="solid"/>
                    </a:lnB>
                    <a:solidFill>
                      <a:srgbClr val="1F3763"/>
                    </a:solidFill>
                  </a:tcPr>
                </a:tc>
                <a:tc gridSpan="4">
                  <a:txBody>
                    <a:bodyPr/>
                    <a:lstStyle/>
                    <a:p>
                      <a:pPr marL="81915">
                        <a:lnSpc>
                          <a:spcPts val="980"/>
                        </a:lnSpc>
                      </a:pPr>
                      <a:r>
                        <a:rPr sz="900" dirty="0">
                          <a:latin typeface="MS UI Gothic"/>
                          <a:cs typeface="MS UI Gothic"/>
                        </a:rPr>
                        <a:t>業務ヘ</a:t>
                      </a:r>
                      <a:r>
                        <a:rPr sz="900" spc="-10" dirty="0">
                          <a:latin typeface="MS UI Gothic"/>
                          <a:cs typeface="MS UI Gothic"/>
                        </a:rPr>
                        <a:t>ルプ</a:t>
                      </a:r>
                      <a:r>
                        <a:rPr sz="900" dirty="0">
                          <a:latin typeface="MS UI Gothic"/>
                          <a:cs typeface="MS UI Gothic"/>
                        </a:rPr>
                        <a:t>型</a:t>
                      </a:r>
                    </a:p>
                  </a:txBody>
                  <a:tcPr marL="0" marR="0" marT="0" marB="0">
                    <a:lnL w="6350">
                      <a:solidFill>
                        <a:srgbClr val="000000"/>
                      </a:solidFill>
                      <a:prstDash val="solid"/>
                    </a:lnL>
                    <a:lnR w="6350">
                      <a:solidFill>
                        <a:srgbClr val="000000"/>
                      </a:solidFill>
                      <a:prstDash val="solid"/>
                    </a:lnR>
                    <a:lnT w="28575">
                      <a:solidFill>
                        <a:srgbClr val="FFFFFF"/>
                      </a:solidFill>
                      <a:prstDash val="solid"/>
                    </a:lnT>
                    <a:lnB w="28575">
                      <a:solidFill>
                        <a:srgbClr val="FF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635" marB="0">
                    <a:lnL w="6350">
                      <a:solidFill>
                        <a:srgbClr val="000000"/>
                      </a:solidFill>
                      <a:prstDash val="solid"/>
                    </a:lnL>
                    <a:lnR w="6350">
                      <a:solidFill>
                        <a:srgbClr val="000000"/>
                      </a:solidFill>
                      <a:prstDash val="solid"/>
                    </a:lnR>
                    <a:lnT w="28575">
                      <a:solidFill>
                        <a:srgbClr val="FF0000"/>
                      </a:solidFill>
                      <a:prstDash val="solid"/>
                    </a:lnT>
                    <a:lnB w="28575">
                      <a:solidFill>
                        <a:srgbClr val="FF0000"/>
                      </a:solidFill>
                      <a:prstDash val="solid"/>
                    </a:lnB>
                  </a:tcPr>
                </a:tc>
                <a:tc vMerge="1">
                  <a:txBody>
                    <a:bodyPr/>
                    <a:lstStyle/>
                    <a:p>
                      <a:endParaRPr/>
                    </a:p>
                  </a:txBody>
                  <a:tcPr marL="0" marR="0" marT="635" marB="0">
                    <a:lnL w="6350">
                      <a:solidFill>
                        <a:srgbClr val="000000"/>
                      </a:solidFill>
                      <a:prstDash val="solid"/>
                    </a:lnL>
                    <a:lnR w="28575">
                      <a:solidFill>
                        <a:srgbClr val="FF0000"/>
                      </a:solidFill>
                      <a:prstDash val="solid"/>
                    </a:lnR>
                    <a:lnT w="28575">
                      <a:solidFill>
                        <a:srgbClr val="FF0000"/>
                      </a:solidFill>
                      <a:prstDash val="solid"/>
                    </a:lnT>
                    <a:lnB w="28575">
                      <a:solidFill>
                        <a:srgbClr val="FF0000"/>
                      </a:solidFill>
                      <a:prstDash val="solid"/>
                    </a:lnB>
                  </a:tcPr>
                </a:tc>
                <a:extLst>
                  <a:ext uri="{0D108BD9-81ED-4DB2-BD59-A6C34878D82A}">
                    <a16:rowId xmlns:a16="http://schemas.microsoft.com/office/drawing/2014/main" val="10007"/>
                  </a:ext>
                </a:extLst>
              </a:tr>
            </a:tbl>
          </a:graphicData>
        </a:graphic>
      </p:graphicFrame>
      <p:graphicFrame>
        <p:nvGraphicFramePr>
          <p:cNvPr id="7" name="object 7"/>
          <p:cNvGraphicFramePr>
            <a:graphicFrameLocks noGrp="1"/>
          </p:cNvGraphicFramePr>
          <p:nvPr/>
        </p:nvGraphicFramePr>
        <p:xfrm>
          <a:off x="4725796" y="3901694"/>
          <a:ext cx="4250055" cy="1286251"/>
        </p:xfrm>
        <a:graphic>
          <a:graphicData uri="http://schemas.openxmlformats.org/drawingml/2006/table">
            <a:tbl>
              <a:tblPr firstRow="1" bandRow="1">
                <a:tableStyleId>{2D5ABB26-0587-4C30-8999-92F81FD0307C}</a:tableStyleId>
              </a:tblPr>
              <a:tblGrid>
                <a:gridCol w="541020">
                  <a:extLst>
                    <a:ext uri="{9D8B030D-6E8A-4147-A177-3AD203B41FA5}">
                      <a16:colId xmlns:a16="http://schemas.microsoft.com/office/drawing/2014/main" val="20000"/>
                    </a:ext>
                  </a:extLst>
                </a:gridCol>
                <a:gridCol w="1567815">
                  <a:extLst>
                    <a:ext uri="{9D8B030D-6E8A-4147-A177-3AD203B41FA5}">
                      <a16:colId xmlns:a16="http://schemas.microsoft.com/office/drawing/2014/main" val="20001"/>
                    </a:ext>
                  </a:extLst>
                </a:gridCol>
                <a:gridCol w="573405">
                  <a:extLst>
                    <a:ext uri="{9D8B030D-6E8A-4147-A177-3AD203B41FA5}">
                      <a16:colId xmlns:a16="http://schemas.microsoft.com/office/drawing/2014/main" val="20002"/>
                    </a:ext>
                  </a:extLst>
                </a:gridCol>
                <a:gridCol w="1567815">
                  <a:extLst>
                    <a:ext uri="{9D8B030D-6E8A-4147-A177-3AD203B41FA5}">
                      <a16:colId xmlns:a16="http://schemas.microsoft.com/office/drawing/2014/main" val="20003"/>
                    </a:ext>
                  </a:extLst>
                </a:gridCol>
              </a:tblGrid>
              <a:tr h="214375">
                <a:tc>
                  <a:txBody>
                    <a:bodyPr/>
                    <a:lstStyle/>
                    <a:p>
                      <a:pPr marL="1905" algn="ctr">
                        <a:lnSpc>
                          <a:spcPct val="100000"/>
                        </a:lnSpc>
                        <a:spcBef>
                          <a:spcPts val="260"/>
                        </a:spcBef>
                      </a:pPr>
                      <a:r>
                        <a:rPr sz="1000" b="1" spc="135" dirty="0">
                          <a:solidFill>
                            <a:srgbClr val="FFFFFF"/>
                          </a:solidFill>
                          <a:latin typeface="Microsoft YaHei UI"/>
                          <a:cs typeface="Microsoft YaHei UI"/>
                        </a:rPr>
                        <a:t>4</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R="713740" algn="r">
                        <a:lnSpc>
                          <a:spcPct val="100000"/>
                        </a:lnSpc>
                        <a:spcBef>
                          <a:spcPts val="260"/>
                        </a:spcBef>
                      </a:pPr>
                      <a:r>
                        <a:rPr sz="1000" dirty="0">
                          <a:latin typeface="MS UI Gothic"/>
                          <a:cs typeface="MS UI Gothic"/>
                        </a:rPr>
                        <a:t>ー</a:t>
                      </a:r>
                      <a:endParaRPr sz="1000">
                        <a:latin typeface="MS UI Gothic"/>
                        <a:cs typeface="MS UI Gothic"/>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BEBEBE"/>
                    </a:solidFill>
                  </a:tcPr>
                </a:tc>
                <a:tc>
                  <a:txBody>
                    <a:bodyPr/>
                    <a:lstStyle/>
                    <a:p>
                      <a:pPr marL="1905" algn="ctr">
                        <a:lnSpc>
                          <a:spcPct val="100000"/>
                        </a:lnSpc>
                        <a:spcBef>
                          <a:spcPts val="260"/>
                        </a:spcBef>
                      </a:pPr>
                      <a:r>
                        <a:rPr sz="1000" b="1" spc="70" dirty="0">
                          <a:solidFill>
                            <a:srgbClr val="FFFFFF"/>
                          </a:solidFill>
                          <a:latin typeface="Microsoft YaHei UI"/>
                          <a:cs typeface="Microsoft YaHei UI"/>
                        </a:rPr>
                        <a:t>10</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94615">
                        <a:lnSpc>
                          <a:spcPct val="100000"/>
                        </a:lnSpc>
                        <a:spcBef>
                          <a:spcPts val="260"/>
                        </a:spcBef>
                      </a:pPr>
                      <a:r>
                        <a:rPr sz="1000" dirty="0">
                          <a:latin typeface="MS UI Gothic"/>
                          <a:cs typeface="MS UI Gothic"/>
                        </a:rPr>
                        <a:t>？</a:t>
                      </a:r>
                      <a:endParaRPr sz="1000">
                        <a:latin typeface="MS UI Gothic"/>
                        <a:cs typeface="MS UI Gothic"/>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14375">
                <a:tc>
                  <a:txBody>
                    <a:bodyPr/>
                    <a:lstStyle/>
                    <a:p>
                      <a:pPr marL="1905" algn="ctr">
                        <a:lnSpc>
                          <a:spcPct val="100000"/>
                        </a:lnSpc>
                        <a:spcBef>
                          <a:spcPts val="260"/>
                        </a:spcBef>
                      </a:pPr>
                      <a:r>
                        <a:rPr sz="1000" b="1" spc="135" dirty="0">
                          <a:solidFill>
                            <a:srgbClr val="FFFFFF"/>
                          </a:solidFill>
                          <a:latin typeface="Microsoft YaHei UI"/>
                          <a:cs typeface="Microsoft YaHei UI"/>
                        </a:rPr>
                        <a:t>5</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R="713740" algn="r">
                        <a:lnSpc>
                          <a:spcPct val="100000"/>
                        </a:lnSpc>
                        <a:spcBef>
                          <a:spcPts val="260"/>
                        </a:spcBef>
                      </a:pPr>
                      <a:r>
                        <a:rPr sz="1000" dirty="0">
                          <a:latin typeface="MS UI Gothic"/>
                          <a:cs typeface="MS UI Gothic"/>
                        </a:rPr>
                        <a:t>ー</a:t>
                      </a:r>
                      <a:endParaRPr sz="1000">
                        <a:latin typeface="MS UI Gothic"/>
                        <a:cs typeface="MS UI Gothic"/>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BEBEBE"/>
                    </a:solidFill>
                  </a:tcPr>
                </a:tc>
                <a:tc>
                  <a:txBody>
                    <a:bodyPr/>
                    <a:lstStyle/>
                    <a:p>
                      <a:pPr marL="3175" algn="ctr">
                        <a:lnSpc>
                          <a:spcPct val="100000"/>
                        </a:lnSpc>
                        <a:spcBef>
                          <a:spcPts val="260"/>
                        </a:spcBef>
                      </a:pPr>
                      <a:r>
                        <a:rPr sz="1000" b="1" spc="5" dirty="0">
                          <a:solidFill>
                            <a:srgbClr val="FFFFFF"/>
                          </a:solidFill>
                          <a:latin typeface="Microsoft YaHei UI"/>
                          <a:cs typeface="Microsoft YaHei UI"/>
                        </a:rPr>
                        <a:t>11</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94615">
                        <a:lnSpc>
                          <a:spcPct val="100000"/>
                        </a:lnSpc>
                        <a:spcBef>
                          <a:spcPts val="260"/>
                        </a:spcBef>
                      </a:pPr>
                      <a:r>
                        <a:rPr sz="1000" dirty="0">
                          <a:latin typeface="MS UI Gothic"/>
                          <a:cs typeface="MS UI Gothic"/>
                        </a:rPr>
                        <a:t>？</a:t>
                      </a:r>
                      <a:endParaRPr sz="1000">
                        <a:latin typeface="MS UI Gothic"/>
                        <a:cs typeface="MS UI Gothic"/>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4376">
                <a:tc>
                  <a:txBody>
                    <a:bodyPr/>
                    <a:lstStyle/>
                    <a:p>
                      <a:pPr marL="1905" algn="ctr">
                        <a:lnSpc>
                          <a:spcPct val="100000"/>
                        </a:lnSpc>
                        <a:spcBef>
                          <a:spcPts val="260"/>
                        </a:spcBef>
                      </a:pPr>
                      <a:r>
                        <a:rPr sz="1000" b="1" spc="135" dirty="0">
                          <a:solidFill>
                            <a:srgbClr val="FFFFFF"/>
                          </a:solidFill>
                          <a:latin typeface="Microsoft YaHei UI"/>
                          <a:cs typeface="Microsoft YaHei UI"/>
                        </a:rPr>
                        <a:t>6</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93980">
                        <a:lnSpc>
                          <a:spcPct val="100000"/>
                        </a:lnSpc>
                        <a:spcBef>
                          <a:spcPts val="260"/>
                        </a:spcBef>
                      </a:pPr>
                      <a:r>
                        <a:rPr sz="1000" dirty="0">
                          <a:latin typeface="MS UI Gothic"/>
                          <a:cs typeface="MS UI Gothic"/>
                        </a:rPr>
                        <a:t>？</a:t>
                      </a:r>
                      <a:endParaRPr sz="1000">
                        <a:latin typeface="MS UI Gothic"/>
                        <a:cs typeface="MS UI Gothic"/>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ct val="100000"/>
                        </a:lnSpc>
                        <a:spcBef>
                          <a:spcPts val="260"/>
                        </a:spcBef>
                      </a:pPr>
                      <a:r>
                        <a:rPr sz="1000" b="1" spc="70" dirty="0">
                          <a:solidFill>
                            <a:srgbClr val="FFFFFF"/>
                          </a:solidFill>
                          <a:latin typeface="Microsoft YaHei UI"/>
                          <a:cs typeface="Microsoft YaHei UI"/>
                        </a:rPr>
                        <a:t>12</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94615">
                        <a:lnSpc>
                          <a:spcPct val="100000"/>
                        </a:lnSpc>
                        <a:spcBef>
                          <a:spcPts val="260"/>
                        </a:spcBef>
                      </a:pPr>
                      <a:r>
                        <a:rPr sz="1000" dirty="0">
                          <a:latin typeface="MS UI Gothic"/>
                          <a:cs typeface="MS UI Gothic"/>
                        </a:rPr>
                        <a:t>？</a:t>
                      </a:r>
                      <a:endParaRPr sz="1000">
                        <a:latin typeface="MS UI Gothic"/>
                        <a:cs typeface="MS UI Gothic"/>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4375">
                <a:tc>
                  <a:txBody>
                    <a:bodyPr/>
                    <a:lstStyle/>
                    <a:p>
                      <a:pPr marL="1905" algn="ctr">
                        <a:lnSpc>
                          <a:spcPct val="100000"/>
                        </a:lnSpc>
                        <a:spcBef>
                          <a:spcPts val="260"/>
                        </a:spcBef>
                      </a:pPr>
                      <a:r>
                        <a:rPr sz="1000" b="1" spc="135" dirty="0">
                          <a:solidFill>
                            <a:srgbClr val="FFFFFF"/>
                          </a:solidFill>
                          <a:latin typeface="Microsoft YaHei UI"/>
                          <a:cs typeface="Microsoft YaHei UI"/>
                        </a:rPr>
                        <a:t>7</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93980">
                        <a:lnSpc>
                          <a:spcPct val="100000"/>
                        </a:lnSpc>
                        <a:spcBef>
                          <a:spcPts val="260"/>
                        </a:spcBef>
                      </a:pPr>
                      <a:r>
                        <a:rPr sz="1000" dirty="0">
                          <a:latin typeface="MS UI Gothic"/>
                          <a:cs typeface="MS UI Gothic"/>
                        </a:rPr>
                        <a:t>？</a:t>
                      </a:r>
                      <a:endParaRPr sz="1000">
                        <a:latin typeface="MS UI Gothic"/>
                        <a:cs typeface="MS UI Gothic"/>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175" algn="ctr">
                        <a:lnSpc>
                          <a:spcPct val="100000"/>
                        </a:lnSpc>
                        <a:spcBef>
                          <a:spcPts val="260"/>
                        </a:spcBef>
                      </a:pPr>
                      <a:r>
                        <a:rPr sz="1000" b="1" spc="5" dirty="0">
                          <a:solidFill>
                            <a:srgbClr val="FFFFFF"/>
                          </a:solidFill>
                          <a:latin typeface="Microsoft YaHei UI"/>
                          <a:cs typeface="Microsoft YaHei UI"/>
                        </a:rPr>
                        <a:t>1</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94615">
                        <a:lnSpc>
                          <a:spcPct val="100000"/>
                        </a:lnSpc>
                        <a:spcBef>
                          <a:spcPts val="260"/>
                        </a:spcBef>
                      </a:pPr>
                      <a:r>
                        <a:rPr sz="1000" dirty="0">
                          <a:latin typeface="MS UI Gothic"/>
                          <a:cs typeface="MS UI Gothic"/>
                        </a:rPr>
                        <a:t>？</a:t>
                      </a:r>
                      <a:endParaRPr sz="1000">
                        <a:latin typeface="MS UI Gothic"/>
                        <a:cs typeface="MS UI Gothic"/>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4375">
                <a:tc>
                  <a:txBody>
                    <a:bodyPr/>
                    <a:lstStyle/>
                    <a:p>
                      <a:pPr marL="1905" algn="ctr">
                        <a:lnSpc>
                          <a:spcPct val="100000"/>
                        </a:lnSpc>
                        <a:spcBef>
                          <a:spcPts val="260"/>
                        </a:spcBef>
                      </a:pPr>
                      <a:r>
                        <a:rPr sz="1000" b="1" spc="135" dirty="0">
                          <a:solidFill>
                            <a:srgbClr val="FFFFFF"/>
                          </a:solidFill>
                          <a:latin typeface="Microsoft YaHei UI"/>
                          <a:cs typeface="Microsoft YaHei UI"/>
                        </a:rPr>
                        <a:t>8</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93980">
                        <a:lnSpc>
                          <a:spcPct val="100000"/>
                        </a:lnSpc>
                        <a:spcBef>
                          <a:spcPts val="260"/>
                        </a:spcBef>
                      </a:pPr>
                      <a:r>
                        <a:rPr sz="1000" dirty="0">
                          <a:latin typeface="MS UI Gothic"/>
                          <a:cs typeface="MS UI Gothic"/>
                        </a:rPr>
                        <a:t>？</a:t>
                      </a:r>
                      <a:endParaRPr sz="1000">
                        <a:latin typeface="MS UI Gothic"/>
                        <a:cs typeface="MS UI Gothic"/>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ct val="100000"/>
                        </a:lnSpc>
                        <a:spcBef>
                          <a:spcPts val="260"/>
                        </a:spcBef>
                      </a:pPr>
                      <a:r>
                        <a:rPr sz="1000" b="1" spc="135" dirty="0">
                          <a:solidFill>
                            <a:srgbClr val="FFFFFF"/>
                          </a:solidFill>
                          <a:latin typeface="Microsoft YaHei UI"/>
                          <a:cs typeface="Microsoft YaHei UI"/>
                        </a:rPr>
                        <a:t>2</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94615">
                        <a:lnSpc>
                          <a:spcPct val="100000"/>
                        </a:lnSpc>
                        <a:spcBef>
                          <a:spcPts val="260"/>
                        </a:spcBef>
                      </a:pPr>
                      <a:r>
                        <a:rPr sz="1000" dirty="0">
                          <a:latin typeface="MS UI Gothic"/>
                          <a:cs typeface="MS UI Gothic"/>
                        </a:rPr>
                        <a:t>？</a:t>
                      </a:r>
                      <a:endParaRPr sz="1000">
                        <a:latin typeface="MS UI Gothic"/>
                        <a:cs typeface="MS UI Gothic"/>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4375">
                <a:tc>
                  <a:txBody>
                    <a:bodyPr/>
                    <a:lstStyle/>
                    <a:p>
                      <a:pPr marL="1905" algn="ctr">
                        <a:lnSpc>
                          <a:spcPct val="100000"/>
                        </a:lnSpc>
                        <a:spcBef>
                          <a:spcPts val="260"/>
                        </a:spcBef>
                      </a:pPr>
                      <a:r>
                        <a:rPr sz="1000" b="1" spc="135" dirty="0">
                          <a:solidFill>
                            <a:srgbClr val="FFFFFF"/>
                          </a:solidFill>
                          <a:latin typeface="Microsoft YaHei UI"/>
                          <a:cs typeface="Microsoft YaHei UI"/>
                        </a:rPr>
                        <a:t>9</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93980">
                        <a:lnSpc>
                          <a:spcPct val="100000"/>
                        </a:lnSpc>
                        <a:spcBef>
                          <a:spcPts val="260"/>
                        </a:spcBef>
                      </a:pPr>
                      <a:r>
                        <a:rPr sz="1000" dirty="0">
                          <a:latin typeface="MS UI Gothic"/>
                          <a:cs typeface="MS UI Gothic"/>
                        </a:rPr>
                        <a:t>？</a:t>
                      </a:r>
                      <a:endParaRPr sz="1000">
                        <a:latin typeface="MS UI Gothic"/>
                        <a:cs typeface="MS UI Gothic"/>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gn="ctr">
                        <a:lnSpc>
                          <a:spcPct val="100000"/>
                        </a:lnSpc>
                        <a:spcBef>
                          <a:spcPts val="260"/>
                        </a:spcBef>
                      </a:pPr>
                      <a:r>
                        <a:rPr sz="1000" b="1" spc="135" dirty="0">
                          <a:solidFill>
                            <a:srgbClr val="FFFFFF"/>
                          </a:solidFill>
                          <a:latin typeface="Microsoft YaHei UI"/>
                          <a:cs typeface="Microsoft YaHei UI"/>
                        </a:rPr>
                        <a:t>3</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94615">
                        <a:lnSpc>
                          <a:spcPct val="100000"/>
                        </a:lnSpc>
                        <a:spcBef>
                          <a:spcPts val="260"/>
                        </a:spcBef>
                      </a:pPr>
                      <a:r>
                        <a:rPr sz="1000" dirty="0">
                          <a:latin typeface="MS UI Gothic"/>
                          <a:cs typeface="MS UI Gothic"/>
                        </a:rPr>
                        <a:t>？</a:t>
                      </a:r>
                      <a:endParaRPr sz="1000">
                        <a:latin typeface="MS UI Gothic"/>
                        <a:cs typeface="MS UI Gothic"/>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11" name="object 11"/>
          <p:cNvSpPr txBox="1">
            <a:spLocks noGrp="1"/>
          </p:cNvSpPr>
          <p:nvPr>
            <p:ph type="sldNum" sz="quarter" idx="7"/>
          </p:nvPr>
        </p:nvSpPr>
        <p:spPr>
          <a:xfrm>
            <a:off x="8756650" y="6700474"/>
            <a:ext cx="434340" cy="160020"/>
          </a:xfrm>
          <a:prstGeom prst="rect">
            <a:avLst/>
          </a:prstGeom>
        </p:spPr>
        <p:txBody>
          <a:bodyPr vert="horz" wrap="square" lIns="0" tIns="0" rIns="0" bIns="0" rtlCol="0">
            <a:spAutoFit/>
          </a:bodyPr>
          <a:lstStyle>
            <a:defPPr>
              <a:defRPr lang="ja-JP"/>
            </a:defPPr>
            <a:lvl1pPr marL="0" algn="l" defTabSz="914400" rtl="0" eaLnBrk="1" latinLnBrk="0" hangingPunct="1">
              <a:defRPr kumimoji="1" sz="1050" b="0" i="0" kern="1200">
                <a:solidFill>
                  <a:schemeClr val="tx1"/>
                </a:solidFill>
                <a:latin typeface="MS UI Gothic"/>
                <a:ea typeface="+mn-ea"/>
                <a:cs typeface="MS UI Gothic"/>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12700">
              <a:lnSpc>
                <a:spcPts val="1240"/>
              </a:lnSpc>
            </a:pPr>
            <a:r>
              <a:rPr lang="ja-JP" altLang="en-US" spc="95"/>
              <a:t>－</a:t>
            </a:r>
            <a:fld id="{81D60167-4931-47E6-BA6A-407CBD079E47}" type="slidenum">
              <a:rPr spc="95" smtClean="0"/>
              <a:pPr marL="12700">
                <a:lnSpc>
                  <a:spcPts val="1240"/>
                </a:lnSpc>
              </a:pPr>
              <a:t>11</a:t>
            </a:fld>
            <a:r>
              <a:rPr spc="95"/>
              <a:t>－</a:t>
            </a:r>
            <a:endParaRPr spc="95" dirty="0"/>
          </a:p>
        </p:txBody>
      </p:sp>
      <p:sp>
        <p:nvSpPr>
          <p:cNvPr id="12" name="object 12"/>
          <p:cNvSpPr txBox="1">
            <a:spLocks noGrp="1"/>
          </p:cNvSpPr>
          <p:nvPr>
            <p:ph type="ftr" sz="quarter" idx="5"/>
          </p:nvPr>
        </p:nvSpPr>
        <p:spPr>
          <a:xfrm>
            <a:off x="186334" y="6744868"/>
            <a:ext cx="1945005" cy="114300"/>
          </a:xfrm>
          <a:prstGeom prst="rect">
            <a:avLst/>
          </a:prstGeom>
        </p:spPr>
        <p:txBody>
          <a:bodyPr vert="horz" wrap="square" lIns="0" tIns="0" rIns="0" bIns="0" rtlCol="0">
            <a:spAutoFit/>
          </a:bodyPr>
          <a:lstStyle>
            <a:defPPr>
              <a:defRPr lang="ja-JP"/>
            </a:defPPr>
            <a:lvl1pPr marL="0" algn="l" defTabSz="914400" rtl="0" eaLnBrk="1" latinLnBrk="0" hangingPunct="1">
              <a:defRPr kumimoji="1" sz="700" b="0" i="0" kern="1200">
                <a:solidFill>
                  <a:schemeClr val="tx1"/>
                </a:solidFill>
                <a:latin typeface="Calibri"/>
                <a:ea typeface="+mn-ea"/>
                <a:cs typeface="Calibri"/>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12700">
              <a:lnSpc>
                <a:spcPts val="760"/>
              </a:lnSpc>
            </a:pPr>
            <a:r>
              <a:rPr lang="en-US" spc="-10"/>
              <a:t>Copyright(C)</a:t>
            </a:r>
            <a:r>
              <a:rPr lang="en-US" spc="40"/>
              <a:t> </a:t>
            </a:r>
            <a:r>
              <a:rPr lang="en-US" spc="-5"/>
              <a:t>MMInternational</a:t>
            </a:r>
            <a:r>
              <a:rPr lang="en-US" spc="60"/>
              <a:t> </a:t>
            </a:r>
            <a:r>
              <a:rPr lang="en-US" spc="-5"/>
              <a:t>Inc.</a:t>
            </a:r>
            <a:r>
              <a:rPr lang="en-US"/>
              <a:t> </a:t>
            </a:r>
            <a:r>
              <a:rPr lang="en-US" spc="-5"/>
              <a:t>All</a:t>
            </a:r>
            <a:r>
              <a:rPr lang="en-US" spc="10"/>
              <a:t> </a:t>
            </a:r>
            <a:r>
              <a:rPr lang="en-US" spc="-10"/>
              <a:t>rights</a:t>
            </a:r>
            <a:r>
              <a:rPr lang="en-US" spc="35"/>
              <a:t> </a:t>
            </a:r>
            <a:r>
              <a:rPr lang="en-US" spc="-5"/>
              <a:t>reserved</a:t>
            </a:r>
            <a:endParaRPr spc="-5" dirty="0"/>
          </a:p>
        </p:txBody>
      </p:sp>
      <p:sp>
        <p:nvSpPr>
          <p:cNvPr id="8" name="object 8"/>
          <p:cNvSpPr txBox="1"/>
          <p:nvPr/>
        </p:nvSpPr>
        <p:spPr>
          <a:xfrm>
            <a:off x="4726685" y="3711016"/>
            <a:ext cx="224980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S UI Gothic"/>
                <a:cs typeface="MS UI Gothic"/>
              </a:rPr>
              <a:t>■④「採</a:t>
            </a:r>
            <a:r>
              <a:rPr sz="1000" spc="-10" dirty="0">
                <a:latin typeface="MS UI Gothic"/>
                <a:cs typeface="MS UI Gothic"/>
              </a:rPr>
              <a:t>用</a:t>
            </a:r>
            <a:r>
              <a:rPr sz="1000" spc="-5" dirty="0">
                <a:latin typeface="MS UI Gothic"/>
                <a:cs typeface="MS UI Gothic"/>
              </a:rPr>
              <a:t>調達</a:t>
            </a:r>
            <a:r>
              <a:rPr sz="1000" spc="335" dirty="0">
                <a:latin typeface="MS UI Gothic"/>
                <a:cs typeface="MS UI Gothic"/>
              </a:rPr>
              <a:t> </a:t>
            </a:r>
            <a:r>
              <a:rPr sz="1000" spc="-5" dirty="0">
                <a:latin typeface="MS UI Gothic"/>
                <a:cs typeface="MS UI Gothic"/>
              </a:rPr>
              <a:t>業</a:t>
            </a:r>
            <a:r>
              <a:rPr sz="1000" spc="-10" dirty="0">
                <a:latin typeface="MS UI Gothic"/>
                <a:cs typeface="MS UI Gothic"/>
              </a:rPr>
              <a:t>務</a:t>
            </a:r>
            <a:r>
              <a:rPr sz="1000" spc="100" dirty="0">
                <a:latin typeface="MS UI Gothic"/>
                <a:cs typeface="MS UI Gothic"/>
              </a:rPr>
              <a:t>ヘ</a:t>
            </a:r>
            <a:r>
              <a:rPr sz="1000" spc="150" dirty="0">
                <a:latin typeface="MS UI Gothic"/>
                <a:cs typeface="MS UI Gothic"/>
              </a:rPr>
              <a:t>ル</a:t>
            </a:r>
            <a:r>
              <a:rPr sz="1000" spc="210" dirty="0">
                <a:latin typeface="MS UI Gothic"/>
                <a:cs typeface="MS UI Gothic"/>
              </a:rPr>
              <a:t>プ</a:t>
            </a:r>
            <a:r>
              <a:rPr sz="1000" spc="-5" dirty="0">
                <a:latin typeface="MS UI Gothic"/>
                <a:cs typeface="MS UI Gothic"/>
              </a:rPr>
              <a:t>型」対象</a:t>
            </a:r>
            <a:r>
              <a:rPr sz="1000" spc="-10" dirty="0">
                <a:latin typeface="MS UI Gothic"/>
                <a:cs typeface="MS UI Gothic"/>
              </a:rPr>
              <a:t>案</a:t>
            </a:r>
            <a:r>
              <a:rPr sz="1000" spc="-5" dirty="0">
                <a:latin typeface="MS UI Gothic"/>
                <a:cs typeface="MS UI Gothic"/>
              </a:rPr>
              <a:t>件</a:t>
            </a:r>
            <a:endParaRPr sz="1000">
              <a:latin typeface="MS UI Gothic"/>
              <a:cs typeface="MS UI Gothic"/>
            </a:endParaRPr>
          </a:p>
        </p:txBody>
      </p:sp>
      <p:graphicFrame>
        <p:nvGraphicFramePr>
          <p:cNvPr id="9" name="object 9"/>
          <p:cNvGraphicFramePr>
            <a:graphicFrameLocks noGrp="1"/>
          </p:cNvGraphicFramePr>
          <p:nvPr/>
        </p:nvGraphicFramePr>
        <p:xfrm>
          <a:off x="295490" y="3880230"/>
          <a:ext cx="4248148" cy="1286251"/>
        </p:xfrm>
        <a:graphic>
          <a:graphicData uri="http://schemas.openxmlformats.org/drawingml/2006/table">
            <a:tbl>
              <a:tblPr firstRow="1" bandRow="1">
                <a:tableStyleId>{2D5ABB26-0587-4C30-8999-92F81FD0307C}</a:tableStyleId>
              </a:tblPr>
              <a:tblGrid>
                <a:gridCol w="540385">
                  <a:extLst>
                    <a:ext uri="{9D8B030D-6E8A-4147-A177-3AD203B41FA5}">
                      <a16:colId xmlns:a16="http://schemas.microsoft.com/office/drawing/2014/main" val="20000"/>
                    </a:ext>
                  </a:extLst>
                </a:gridCol>
                <a:gridCol w="653415">
                  <a:extLst>
                    <a:ext uri="{9D8B030D-6E8A-4147-A177-3AD203B41FA5}">
                      <a16:colId xmlns:a16="http://schemas.microsoft.com/office/drawing/2014/main" val="20001"/>
                    </a:ext>
                  </a:extLst>
                </a:gridCol>
                <a:gridCol w="257809">
                  <a:extLst>
                    <a:ext uri="{9D8B030D-6E8A-4147-A177-3AD203B41FA5}">
                      <a16:colId xmlns:a16="http://schemas.microsoft.com/office/drawing/2014/main" val="20002"/>
                    </a:ext>
                  </a:extLst>
                </a:gridCol>
                <a:gridCol w="654685">
                  <a:extLst>
                    <a:ext uri="{9D8B030D-6E8A-4147-A177-3AD203B41FA5}">
                      <a16:colId xmlns:a16="http://schemas.microsoft.com/office/drawing/2014/main" val="20003"/>
                    </a:ext>
                  </a:extLst>
                </a:gridCol>
                <a:gridCol w="572134">
                  <a:extLst>
                    <a:ext uri="{9D8B030D-6E8A-4147-A177-3AD203B41FA5}">
                      <a16:colId xmlns:a16="http://schemas.microsoft.com/office/drawing/2014/main" val="20004"/>
                    </a:ext>
                  </a:extLst>
                </a:gridCol>
                <a:gridCol w="673735">
                  <a:extLst>
                    <a:ext uri="{9D8B030D-6E8A-4147-A177-3AD203B41FA5}">
                      <a16:colId xmlns:a16="http://schemas.microsoft.com/office/drawing/2014/main" val="20005"/>
                    </a:ext>
                  </a:extLst>
                </a:gridCol>
                <a:gridCol w="222885">
                  <a:extLst>
                    <a:ext uri="{9D8B030D-6E8A-4147-A177-3AD203B41FA5}">
                      <a16:colId xmlns:a16="http://schemas.microsoft.com/office/drawing/2014/main" val="20006"/>
                    </a:ext>
                  </a:extLst>
                </a:gridCol>
                <a:gridCol w="673100">
                  <a:extLst>
                    <a:ext uri="{9D8B030D-6E8A-4147-A177-3AD203B41FA5}">
                      <a16:colId xmlns:a16="http://schemas.microsoft.com/office/drawing/2014/main" val="20007"/>
                    </a:ext>
                  </a:extLst>
                </a:gridCol>
              </a:tblGrid>
              <a:tr h="214375">
                <a:tc>
                  <a:txBody>
                    <a:bodyPr/>
                    <a:lstStyle/>
                    <a:p>
                      <a:pPr marL="158750">
                        <a:lnSpc>
                          <a:spcPct val="100000"/>
                        </a:lnSpc>
                        <a:spcBef>
                          <a:spcPts val="260"/>
                        </a:spcBef>
                      </a:pPr>
                      <a:r>
                        <a:rPr sz="1000" b="1" spc="135" dirty="0">
                          <a:solidFill>
                            <a:srgbClr val="FFFFFF"/>
                          </a:solidFill>
                          <a:latin typeface="Microsoft YaHei UI"/>
                          <a:cs typeface="Microsoft YaHei UI"/>
                        </a:rPr>
                        <a:t>4</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22225" algn="ctr">
                        <a:lnSpc>
                          <a:spcPct val="100000"/>
                        </a:lnSpc>
                        <a:spcBef>
                          <a:spcPts val="325"/>
                        </a:spcBef>
                      </a:pPr>
                      <a:r>
                        <a:rPr sz="900" spc="229" dirty="0">
                          <a:latin typeface="MS UI Gothic"/>
                          <a:cs typeface="MS UI Gothic"/>
                        </a:rPr>
                        <a:t>4</a:t>
                      </a:r>
                      <a:r>
                        <a:rPr sz="900" spc="-5" dirty="0">
                          <a:latin typeface="MS UI Gothic"/>
                          <a:cs typeface="MS UI Gothic"/>
                        </a:rPr>
                        <a:t>月</a:t>
                      </a:r>
                      <a:r>
                        <a:rPr sz="900" spc="110" dirty="0">
                          <a:latin typeface="MS UI Gothic"/>
                          <a:cs typeface="MS UI Gothic"/>
                        </a:rPr>
                        <a:t>1</a:t>
                      </a:r>
                      <a:r>
                        <a:rPr sz="900" dirty="0">
                          <a:latin typeface="MS UI Gothic"/>
                          <a:cs typeface="MS UI Gothic"/>
                        </a:rPr>
                        <a:t>日</a:t>
                      </a:r>
                      <a:endParaRPr sz="900">
                        <a:latin typeface="MS UI Gothic"/>
                        <a:cs typeface="MS UI Gothic"/>
                      </a:endParaRPr>
                    </a:p>
                  </a:txBody>
                  <a:tcPr marL="0" marR="0" marT="41275" marB="0">
                    <a:lnL w="6350">
                      <a:solidFill>
                        <a:srgbClr val="000000"/>
                      </a:solidFill>
                      <a:prstDash val="solid"/>
                    </a:lnL>
                    <a:lnT w="6350">
                      <a:solidFill>
                        <a:srgbClr val="000000"/>
                      </a:solidFill>
                      <a:prstDash val="solid"/>
                    </a:lnT>
                    <a:lnB w="6350">
                      <a:solidFill>
                        <a:srgbClr val="000000"/>
                      </a:solidFill>
                      <a:prstDash val="solid"/>
                    </a:lnB>
                    <a:solidFill>
                      <a:srgbClr val="BEBEBE"/>
                    </a:solidFill>
                  </a:tcPr>
                </a:tc>
                <a:tc>
                  <a:txBody>
                    <a:bodyPr/>
                    <a:lstStyle/>
                    <a:p>
                      <a:pPr marR="63500" algn="r">
                        <a:lnSpc>
                          <a:spcPct val="100000"/>
                        </a:lnSpc>
                        <a:spcBef>
                          <a:spcPts val="325"/>
                        </a:spcBef>
                      </a:pPr>
                      <a:r>
                        <a:rPr sz="900" dirty="0">
                          <a:latin typeface="MS UI Gothic"/>
                          <a:cs typeface="MS UI Gothic"/>
                        </a:rPr>
                        <a:t>～</a:t>
                      </a:r>
                      <a:endParaRPr sz="900">
                        <a:latin typeface="MS UI Gothic"/>
                        <a:cs typeface="MS UI Gothic"/>
                      </a:endParaRPr>
                    </a:p>
                  </a:txBody>
                  <a:tcPr marL="0" marR="0" marT="41275" marB="0">
                    <a:lnT w="6350">
                      <a:solidFill>
                        <a:srgbClr val="000000"/>
                      </a:solidFill>
                      <a:prstDash val="solid"/>
                    </a:lnT>
                    <a:lnB w="6350">
                      <a:solidFill>
                        <a:srgbClr val="000000"/>
                      </a:solidFill>
                      <a:prstDash val="solid"/>
                    </a:lnB>
                    <a:solidFill>
                      <a:srgbClr val="BEBEBE"/>
                    </a:solidFill>
                  </a:tcPr>
                </a:tc>
                <a:tc>
                  <a:txBody>
                    <a:bodyPr/>
                    <a:lstStyle/>
                    <a:p>
                      <a:pPr marR="13970" algn="ctr">
                        <a:lnSpc>
                          <a:spcPct val="100000"/>
                        </a:lnSpc>
                        <a:spcBef>
                          <a:spcPts val="325"/>
                        </a:spcBef>
                      </a:pPr>
                      <a:r>
                        <a:rPr sz="900" spc="229" dirty="0">
                          <a:latin typeface="MS UI Gothic"/>
                          <a:cs typeface="MS UI Gothic"/>
                        </a:rPr>
                        <a:t>4</a:t>
                      </a:r>
                      <a:r>
                        <a:rPr sz="900" spc="-5" dirty="0">
                          <a:latin typeface="MS UI Gothic"/>
                          <a:cs typeface="MS UI Gothic"/>
                        </a:rPr>
                        <a:t>月</a:t>
                      </a:r>
                      <a:r>
                        <a:rPr sz="900" spc="229" dirty="0">
                          <a:latin typeface="MS UI Gothic"/>
                          <a:cs typeface="MS UI Gothic"/>
                        </a:rPr>
                        <a:t>25</a:t>
                      </a:r>
                      <a:r>
                        <a:rPr sz="900" dirty="0">
                          <a:latin typeface="MS UI Gothic"/>
                          <a:cs typeface="MS UI Gothic"/>
                        </a:rPr>
                        <a:t>日</a:t>
                      </a:r>
                      <a:endParaRPr sz="900">
                        <a:latin typeface="MS UI Gothic"/>
                        <a:cs typeface="MS UI Gothic"/>
                      </a:endParaRPr>
                    </a:p>
                  </a:txBody>
                  <a:tcPr marL="0" marR="0" marT="41275" marB="0">
                    <a:lnR w="6350">
                      <a:solidFill>
                        <a:srgbClr val="000000"/>
                      </a:solidFill>
                      <a:prstDash val="solid"/>
                    </a:lnR>
                    <a:lnT w="6350">
                      <a:solidFill>
                        <a:srgbClr val="000000"/>
                      </a:solidFill>
                      <a:prstDash val="solid"/>
                    </a:lnT>
                    <a:lnB w="6350">
                      <a:solidFill>
                        <a:srgbClr val="000000"/>
                      </a:solidFill>
                      <a:prstDash val="solid"/>
                    </a:lnB>
                    <a:solidFill>
                      <a:srgbClr val="BEBEBE"/>
                    </a:solidFill>
                  </a:tcPr>
                </a:tc>
                <a:tc>
                  <a:txBody>
                    <a:bodyPr/>
                    <a:lstStyle/>
                    <a:p>
                      <a:pPr marL="135255">
                        <a:lnSpc>
                          <a:spcPct val="100000"/>
                        </a:lnSpc>
                        <a:spcBef>
                          <a:spcPts val="260"/>
                        </a:spcBef>
                      </a:pPr>
                      <a:r>
                        <a:rPr sz="1000" b="1" spc="70" dirty="0">
                          <a:solidFill>
                            <a:srgbClr val="FFFFFF"/>
                          </a:solidFill>
                          <a:latin typeface="Microsoft YaHei UI"/>
                          <a:cs typeface="Microsoft YaHei UI"/>
                        </a:rPr>
                        <a:t>10</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93980">
                        <a:lnSpc>
                          <a:spcPct val="100000"/>
                        </a:lnSpc>
                        <a:spcBef>
                          <a:spcPts val="325"/>
                        </a:spcBef>
                      </a:pPr>
                      <a:r>
                        <a:rPr sz="900" spc="229" dirty="0">
                          <a:latin typeface="MS UI Gothic"/>
                          <a:cs typeface="MS UI Gothic"/>
                        </a:rPr>
                        <a:t>9</a:t>
                      </a:r>
                      <a:r>
                        <a:rPr sz="900" spc="-5" dirty="0">
                          <a:latin typeface="MS UI Gothic"/>
                          <a:cs typeface="MS UI Gothic"/>
                        </a:rPr>
                        <a:t>月</a:t>
                      </a:r>
                      <a:r>
                        <a:rPr sz="900" spc="229" dirty="0">
                          <a:latin typeface="MS UI Gothic"/>
                          <a:cs typeface="MS UI Gothic"/>
                        </a:rPr>
                        <a:t>26</a:t>
                      </a:r>
                      <a:r>
                        <a:rPr sz="900" dirty="0">
                          <a:latin typeface="MS UI Gothic"/>
                          <a:cs typeface="MS UI Gothic"/>
                        </a:rPr>
                        <a:t>日</a:t>
                      </a:r>
                      <a:endParaRPr sz="900">
                        <a:latin typeface="MS UI Gothic"/>
                        <a:cs typeface="MS UI Gothic"/>
                      </a:endParaRPr>
                    </a:p>
                  </a:txBody>
                  <a:tcPr marL="0" marR="0" marT="41275"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algn="ctr">
                        <a:lnSpc>
                          <a:spcPct val="100000"/>
                        </a:lnSpc>
                        <a:spcBef>
                          <a:spcPts val="325"/>
                        </a:spcBef>
                      </a:pPr>
                      <a:r>
                        <a:rPr sz="900" dirty="0">
                          <a:latin typeface="MS UI Gothic"/>
                          <a:cs typeface="MS UI Gothic"/>
                        </a:rPr>
                        <a:t>～</a:t>
                      </a:r>
                      <a:endParaRPr sz="900">
                        <a:latin typeface="MS UI Gothic"/>
                        <a:cs typeface="MS UI Gothic"/>
                      </a:endParaRPr>
                    </a:p>
                  </a:txBody>
                  <a:tcPr marL="0" marR="0" marT="41275" marB="0">
                    <a:lnT w="6350">
                      <a:solidFill>
                        <a:srgbClr val="000000"/>
                      </a:solidFill>
                      <a:prstDash val="solid"/>
                    </a:lnT>
                    <a:lnB w="6350">
                      <a:solidFill>
                        <a:srgbClr val="000000"/>
                      </a:solidFill>
                      <a:prstDash val="solid"/>
                    </a:lnB>
                  </a:tcPr>
                </a:tc>
                <a:tc>
                  <a:txBody>
                    <a:bodyPr/>
                    <a:lstStyle/>
                    <a:p>
                      <a:pPr marR="49530" algn="r">
                        <a:lnSpc>
                          <a:spcPct val="100000"/>
                        </a:lnSpc>
                        <a:spcBef>
                          <a:spcPts val="325"/>
                        </a:spcBef>
                      </a:pPr>
                      <a:r>
                        <a:rPr sz="900" spc="170" dirty="0">
                          <a:latin typeface="MS UI Gothic"/>
                          <a:cs typeface="MS UI Gothic"/>
                        </a:rPr>
                        <a:t>10</a:t>
                      </a:r>
                      <a:r>
                        <a:rPr sz="900" spc="-5" dirty="0">
                          <a:latin typeface="MS UI Gothic"/>
                          <a:cs typeface="MS UI Gothic"/>
                        </a:rPr>
                        <a:t>月</a:t>
                      </a:r>
                      <a:r>
                        <a:rPr sz="900" spc="229" dirty="0">
                          <a:latin typeface="MS UI Gothic"/>
                          <a:cs typeface="MS UI Gothic"/>
                        </a:rPr>
                        <a:t>26</a:t>
                      </a:r>
                      <a:r>
                        <a:rPr sz="900" dirty="0">
                          <a:latin typeface="MS UI Gothic"/>
                          <a:cs typeface="MS UI Gothic"/>
                        </a:rPr>
                        <a:t>日</a:t>
                      </a:r>
                      <a:endParaRPr sz="900">
                        <a:latin typeface="MS UI Gothic"/>
                        <a:cs typeface="MS UI Gothic"/>
                      </a:endParaRPr>
                    </a:p>
                  </a:txBody>
                  <a:tcPr marL="0" marR="0" marT="41275"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14375">
                <a:tc>
                  <a:txBody>
                    <a:bodyPr/>
                    <a:lstStyle/>
                    <a:p>
                      <a:pPr marL="158750">
                        <a:lnSpc>
                          <a:spcPct val="100000"/>
                        </a:lnSpc>
                        <a:spcBef>
                          <a:spcPts val="260"/>
                        </a:spcBef>
                      </a:pPr>
                      <a:r>
                        <a:rPr sz="1000" b="1" spc="140" dirty="0">
                          <a:solidFill>
                            <a:srgbClr val="FFFFFF"/>
                          </a:solidFill>
                          <a:latin typeface="Microsoft YaHei UI"/>
                          <a:cs typeface="Microsoft YaHei UI"/>
                        </a:rPr>
                        <a:t>5</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20320" algn="ctr">
                        <a:lnSpc>
                          <a:spcPct val="100000"/>
                        </a:lnSpc>
                        <a:spcBef>
                          <a:spcPts val="325"/>
                        </a:spcBef>
                      </a:pPr>
                      <a:r>
                        <a:rPr sz="900" spc="229" dirty="0">
                          <a:latin typeface="MS UI Gothic"/>
                          <a:cs typeface="MS UI Gothic"/>
                        </a:rPr>
                        <a:t>4</a:t>
                      </a:r>
                      <a:r>
                        <a:rPr sz="900" dirty="0">
                          <a:latin typeface="MS UI Gothic"/>
                          <a:cs typeface="MS UI Gothic"/>
                        </a:rPr>
                        <a:t>月</a:t>
                      </a:r>
                      <a:r>
                        <a:rPr sz="900" spc="229" dirty="0">
                          <a:latin typeface="MS UI Gothic"/>
                          <a:cs typeface="MS UI Gothic"/>
                        </a:rPr>
                        <a:t>26</a:t>
                      </a:r>
                      <a:r>
                        <a:rPr sz="900" dirty="0">
                          <a:latin typeface="MS UI Gothic"/>
                          <a:cs typeface="MS UI Gothic"/>
                        </a:rPr>
                        <a:t>日</a:t>
                      </a:r>
                      <a:endParaRPr sz="900">
                        <a:latin typeface="MS UI Gothic"/>
                        <a:cs typeface="MS UI Gothic"/>
                      </a:endParaRPr>
                    </a:p>
                  </a:txBody>
                  <a:tcPr marL="0" marR="0" marT="41275" marB="0">
                    <a:lnL w="6350">
                      <a:solidFill>
                        <a:srgbClr val="000000"/>
                      </a:solidFill>
                      <a:prstDash val="solid"/>
                    </a:lnL>
                    <a:lnT w="6350">
                      <a:solidFill>
                        <a:srgbClr val="000000"/>
                      </a:solidFill>
                      <a:prstDash val="solid"/>
                    </a:lnT>
                    <a:lnB w="6350">
                      <a:solidFill>
                        <a:srgbClr val="000000"/>
                      </a:solidFill>
                      <a:prstDash val="solid"/>
                    </a:lnB>
                    <a:solidFill>
                      <a:srgbClr val="BEBEBE"/>
                    </a:solidFill>
                  </a:tcPr>
                </a:tc>
                <a:tc>
                  <a:txBody>
                    <a:bodyPr/>
                    <a:lstStyle/>
                    <a:p>
                      <a:pPr marR="64135" algn="r">
                        <a:lnSpc>
                          <a:spcPct val="100000"/>
                        </a:lnSpc>
                        <a:spcBef>
                          <a:spcPts val="325"/>
                        </a:spcBef>
                      </a:pPr>
                      <a:r>
                        <a:rPr sz="900" dirty="0">
                          <a:latin typeface="MS UI Gothic"/>
                          <a:cs typeface="MS UI Gothic"/>
                        </a:rPr>
                        <a:t>～</a:t>
                      </a:r>
                      <a:endParaRPr sz="900">
                        <a:latin typeface="MS UI Gothic"/>
                        <a:cs typeface="MS UI Gothic"/>
                      </a:endParaRPr>
                    </a:p>
                  </a:txBody>
                  <a:tcPr marL="0" marR="0" marT="41275" marB="0">
                    <a:lnT w="6350">
                      <a:solidFill>
                        <a:srgbClr val="000000"/>
                      </a:solidFill>
                      <a:prstDash val="solid"/>
                    </a:lnT>
                    <a:lnB w="6350">
                      <a:solidFill>
                        <a:srgbClr val="000000"/>
                      </a:solidFill>
                      <a:prstDash val="solid"/>
                    </a:lnB>
                    <a:solidFill>
                      <a:srgbClr val="BEBEBE"/>
                    </a:solidFill>
                  </a:tcPr>
                </a:tc>
                <a:tc>
                  <a:txBody>
                    <a:bodyPr/>
                    <a:lstStyle/>
                    <a:p>
                      <a:pPr marR="14604" algn="ctr">
                        <a:lnSpc>
                          <a:spcPct val="100000"/>
                        </a:lnSpc>
                        <a:spcBef>
                          <a:spcPts val="325"/>
                        </a:spcBef>
                      </a:pPr>
                      <a:r>
                        <a:rPr sz="900" spc="229" dirty="0">
                          <a:latin typeface="MS UI Gothic"/>
                          <a:cs typeface="MS UI Gothic"/>
                        </a:rPr>
                        <a:t>5</a:t>
                      </a:r>
                      <a:r>
                        <a:rPr sz="900" dirty="0">
                          <a:latin typeface="MS UI Gothic"/>
                          <a:cs typeface="MS UI Gothic"/>
                        </a:rPr>
                        <a:t>月</a:t>
                      </a:r>
                      <a:r>
                        <a:rPr sz="900" spc="229" dirty="0">
                          <a:latin typeface="MS UI Gothic"/>
                          <a:cs typeface="MS UI Gothic"/>
                        </a:rPr>
                        <a:t>25</a:t>
                      </a:r>
                      <a:r>
                        <a:rPr sz="900" dirty="0">
                          <a:latin typeface="MS UI Gothic"/>
                          <a:cs typeface="MS UI Gothic"/>
                        </a:rPr>
                        <a:t>日</a:t>
                      </a:r>
                      <a:endParaRPr sz="900">
                        <a:latin typeface="MS UI Gothic"/>
                        <a:cs typeface="MS UI Gothic"/>
                      </a:endParaRPr>
                    </a:p>
                  </a:txBody>
                  <a:tcPr marL="0" marR="0" marT="41275" marB="0">
                    <a:lnR w="6350">
                      <a:solidFill>
                        <a:srgbClr val="000000"/>
                      </a:solidFill>
                      <a:prstDash val="solid"/>
                    </a:lnR>
                    <a:lnT w="6350">
                      <a:solidFill>
                        <a:srgbClr val="000000"/>
                      </a:solidFill>
                      <a:prstDash val="solid"/>
                    </a:lnT>
                    <a:lnB w="6350">
                      <a:solidFill>
                        <a:srgbClr val="000000"/>
                      </a:solidFill>
                      <a:prstDash val="solid"/>
                    </a:lnB>
                    <a:solidFill>
                      <a:srgbClr val="BEBEBE"/>
                    </a:solidFill>
                  </a:tcPr>
                </a:tc>
                <a:tc>
                  <a:txBody>
                    <a:bodyPr/>
                    <a:lstStyle/>
                    <a:p>
                      <a:pPr marL="144145">
                        <a:lnSpc>
                          <a:spcPct val="100000"/>
                        </a:lnSpc>
                        <a:spcBef>
                          <a:spcPts val="260"/>
                        </a:spcBef>
                      </a:pPr>
                      <a:r>
                        <a:rPr sz="1000" b="1" spc="5" dirty="0">
                          <a:solidFill>
                            <a:srgbClr val="FFFFFF"/>
                          </a:solidFill>
                          <a:latin typeface="Microsoft YaHei UI"/>
                          <a:cs typeface="Microsoft YaHei UI"/>
                        </a:rPr>
                        <a:t>11</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59055">
                        <a:lnSpc>
                          <a:spcPct val="100000"/>
                        </a:lnSpc>
                        <a:spcBef>
                          <a:spcPts val="325"/>
                        </a:spcBef>
                      </a:pPr>
                      <a:r>
                        <a:rPr sz="900" spc="170" dirty="0">
                          <a:latin typeface="MS UI Gothic"/>
                          <a:cs typeface="MS UI Gothic"/>
                        </a:rPr>
                        <a:t>10</a:t>
                      </a:r>
                      <a:r>
                        <a:rPr sz="900" dirty="0">
                          <a:latin typeface="MS UI Gothic"/>
                          <a:cs typeface="MS UI Gothic"/>
                        </a:rPr>
                        <a:t>月</a:t>
                      </a:r>
                      <a:r>
                        <a:rPr sz="900" spc="229" dirty="0">
                          <a:latin typeface="MS UI Gothic"/>
                          <a:cs typeface="MS UI Gothic"/>
                        </a:rPr>
                        <a:t>26</a:t>
                      </a:r>
                      <a:r>
                        <a:rPr sz="900" dirty="0">
                          <a:latin typeface="MS UI Gothic"/>
                          <a:cs typeface="MS UI Gothic"/>
                        </a:rPr>
                        <a:t>日</a:t>
                      </a:r>
                      <a:endParaRPr sz="900">
                        <a:latin typeface="MS UI Gothic"/>
                        <a:cs typeface="MS UI Gothic"/>
                      </a:endParaRPr>
                    </a:p>
                  </a:txBody>
                  <a:tcPr marL="0" marR="0" marT="41275"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algn="ctr">
                        <a:lnSpc>
                          <a:spcPct val="100000"/>
                        </a:lnSpc>
                        <a:spcBef>
                          <a:spcPts val="325"/>
                        </a:spcBef>
                      </a:pPr>
                      <a:r>
                        <a:rPr sz="900" dirty="0">
                          <a:latin typeface="MS UI Gothic"/>
                          <a:cs typeface="MS UI Gothic"/>
                        </a:rPr>
                        <a:t>～</a:t>
                      </a:r>
                      <a:endParaRPr sz="900">
                        <a:latin typeface="MS UI Gothic"/>
                        <a:cs typeface="MS UI Gothic"/>
                      </a:endParaRPr>
                    </a:p>
                  </a:txBody>
                  <a:tcPr marL="0" marR="0" marT="41275" marB="0">
                    <a:lnT w="6350">
                      <a:solidFill>
                        <a:srgbClr val="000000"/>
                      </a:solidFill>
                      <a:prstDash val="solid"/>
                    </a:lnT>
                    <a:lnB w="6350">
                      <a:solidFill>
                        <a:srgbClr val="000000"/>
                      </a:solidFill>
                      <a:prstDash val="solid"/>
                    </a:lnB>
                  </a:tcPr>
                </a:tc>
                <a:tc>
                  <a:txBody>
                    <a:bodyPr/>
                    <a:lstStyle/>
                    <a:p>
                      <a:pPr marR="57785" algn="r">
                        <a:lnSpc>
                          <a:spcPct val="100000"/>
                        </a:lnSpc>
                        <a:spcBef>
                          <a:spcPts val="325"/>
                        </a:spcBef>
                      </a:pPr>
                      <a:r>
                        <a:rPr sz="900" spc="110" dirty="0">
                          <a:latin typeface="MS UI Gothic"/>
                          <a:cs typeface="MS UI Gothic"/>
                        </a:rPr>
                        <a:t>11</a:t>
                      </a:r>
                      <a:r>
                        <a:rPr sz="900" dirty="0">
                          <a:latin typeface="MS UI Gothic"/>
                          <a:cs typeface="MS UI Gothic"/>
                        </a:rPr>
                        <a:t>月</a:t>
                      </a:r>
                      <a:r>
                        <a:rPr sz="900" spc="229" dirty="0">
                          <a:latin typeface="MS UI Gothic"/>
                          <a:cs typeface="MS UI Gothic"/>
                        </a:rPr>
                        <a:t>25</a:t>
                      </a:r>
                      <a:r>
                        <a:rPr sz="900" dirty="0">
                          <a:latin typeface="MS UI Gothic"/>
                          <a:cs typeface="MS UI Gothic"/>
                        </a:rPr>
                        <a:t>日</a:t>
                      </a:r>
                      <a:endParaRPr sz="900">
                        <a:latin typeface="MS UI Gothic"/>
                        <a:cs typeface="MS UI Gothic"/>
                      </a:endParaRPr>
                    </a:p>
                  </a:txBody>
                  <a:tcPr marL="0" marR="0" marT="41275"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4375">
                <a:tc>
                  <a:txBody>
                    <a:bodyPr/>
                    <a:lstStyle/>
                    <a:p>
                      <a:pPr marL="158750">
                        <a:lnSpc>
                          <a:spcPct val="100000"/>
                        </a:lnSpc>
                        <a:spcBef>
                          <a:spcPts val="260"/>
                        </a:spcBef>
                      </a:pPr>
                      <a:r>
                        <a:rPr sz="1000" b="1" spc="135" dirty="0">
                          <a:solidFill>
                            <a:srgbClr val="FFFFFF"/>
                          </a:solidFill>
                          <a:latin typeface="Microsoft YaHei UI"/>
                          <a:cs typeface="Microsoft YaHei UI"/>
                        </a:rPr>
                        <a:t>6</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20320" algn="ctr">
                        <a:lnSpc>
                          <a:spcPct val="100000"/>
                        </a:lnSpc>
                        <a:spcBef>
                          <a:spcPts val="325"/>
                        </a:spcBef>
                      </a:pPr>
                      <a:r>
                        <a:rPr sz="900" spc="229" dirty="0">
                          <a:latin typeface="MS UI Gothic"/>
                          <a:cs typeface="MS UI Gothic"/>
                        </a:rPr>
                        <a:t>5</a:t>
                      </a:r>
                      <a:r>
                        <a:rPr sz="900" dirty="0">
                          <a:latin typeface="MS UI Gothic"/>
                          <a:cs typeface="MS UI Gothic"/>
                        </a:rPr>
                        <a:t>月</a:t>
                      </a:r>
                      <a:r>
                        <a:rPr sz="900" spc="229" dirty="0">
                          <a:latin typeface="MS UI Gothic"/>
                          <a:cs typeface="MS UI Gothic"/>
                        </a:rPr>
                        <a:t>26</a:t>
                      </a:r>
                      <a:r>
                        <a:rPr sz="900" dirty="0">
                          <a:latin typeface="MS UI Gothic"/>
                          <a:cs typeface="MS UI Gothic"/>
                        </a:rPr>
                        <a:t>日</a:t>
                      </a:r>
                      <a:endParaRPr sz="900">
                        <a:latin typeface="MS UI Gothic"/>
                        <a:cs typeface="MS UI Gothic"/>
                      </a:endParaRPr>
                    </a:p>
                  </a:txBody>
                  <a:tcPr marL="0" marR="0" marT="41275"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R="64135" algn="r">
                        <a:lnSpc>
                          <a:spcPct val="100000"/>
                        </a:lnSpc>
                        <a:spcBef>
                          <a:spcPts val="325"/>
                        </a:spcBef>
                      </a:pPr>
                      <a:r>
                        <a:rPr sz="900" dirty="0">
                          <a:latin typeface="MS UI Gothic"/>
                          <a:cs typeface="MS UI Gothic"/>
                        </a:rPr>
                        <a:t>～</a:t>
                      </a:r>
                      <a:endParaRPr sz="900">
                        <a:latin typeface="MS UI Gothic"/>
                        <a:cs typeface="MS UI Gothic"/>
                      </a:endParaRPr>
                    </a:p>
                  </a:txBody>
                  <a:tcPr marL="0" marR="0" marT="41275" marB="0">
                    <a:lnT w="6350">
                      <a:solidFill>
                        <a:srgbClr val="000000"/>
                      </a:solidFill>
                      <a:prstDash val="solid"/>
                    </a:lnT>
                    <a:lnB w="6350">
                      <a:solidFill>
                        <a:srgbClr val="000000"/>
                      </a:solidFill>
                      <a:prstDash val="solid"/>
                    </a:lnB>
                  </a:tcPr>
                </a:tc>
                <a:tc>
                  <a:txBody>
                    <a:bodyPr/>
                    <a:lstStyle/>
                    <a:p>
                      <a:pPr marR="14604" algn="ctr">
                        <a:lnSpc>
                          <a:spcPct val="100000"/>
                        </a:lnSpc>
                        <a:spcBef>
                          <a:spcPts val="325"/>
                        </a:spcBef>
                      </a:pPr>
                      <a:r>
                        <a:rPr sz="900" spc="229" dirty="0">
                          <a:latin typeface="MS UI Gothic"/>
                          <a:cs typeface="MS UI Gothic"/>
                        </a:rPr>
                        <a:t>6</a:t>
                      </a:r>
                      <a:r>
                        <a:rPr sz="900" dirty="0">
                          <a:latin typeface="MS UI Gothic"/>
                          <a:cs typeface="MS UI Gothic"/>
                        </a:rPr>
                        <a:t>月</a:t>
                      </a:r>
                      <a:r>
                        <a:rPr sz="900" spc="229" dirty="0">
                          <a:latin typeface="MS UI Gothic"/>
                          <a:cs typeface="MS UI Gothic"/>
                        </a:rPr>
                        <a:t>25</a:t>
                      </a:r>
                      <a:r>
                        <a:rPr sz="900" dirty="0">
                          <a:latin typeface="MS UI Gothic"/>
                          <a:cs typeface="MS UI Gothic"/>
                        </a:rPr>
                        <a:t>日</a:t>
                      </a:r>
                      <a:endParaRPr sz="900">
                        <a:latin typeface="MS UI Gothic"/>
                        <a:cs typeface="MS UI Gothic"/>
                      </a:endParaRPr>
                    </a:p>
                  </a:txBody>
                  <a:tcPr marL="0" marR="0" marT="41275" marB="0">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35255">
                        <a:lnSpc>
                          <a:spcPct val="100000"/>
                        </a:lnSpc>
                        <a:spcBef>
                          <a:spcPts val="260"/>
                        </a:spcBef>
                      </a:pPr>
                      <a:r>
                        <a:rPr sz="1000" b="1" spc="70" dirty="0">
                          <a:solidFill>
                            <a:srgbClr val="FFFFFF"/>
                          </a:solidFill>
                          <a:latin typeface="Microsoft YaHei UI"/>
                          <a:cs typeface="Microsoft YaHei UI"/>
                        </a:rPr>
                        <a:t>12</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66675">
                        <a:lnSpc>
                          <a:spcPct val="100000"/>
                        </a:lnSpc>
                        <a:spcBef>
                          <a:spcPts val="325"/>
                        </a:spcBef>
                      </a:pPr>
                      <a:r>
                        <a:rPr sz="900" spc="110" dirty="0">
                          <a:latin typeface="MS UI Gothic"/>
                          <a:cs typeface="MS UI Gothic"/>
                        </a:rPr>
                        <a:t>11</a:t>
                      </a:r>
                      <a:r>
                        <a:rPr sz="900" dirty="0">
                          <a:latin typeface="MS UI Gothic"/>
                          <a:cs typeface="MS UI Gothic"/>
                        </a:rPr>
                        <a:t>月</a:t>
                      </a:r>
                      <a:r>
                        <a:rPr sz="900" spc="229" dirty="0">
                          <a:latin typeface="MS UI Gothic"/>
                          <a:cs typeface="MS UI Gothic"/>
                        </a:rPr>
                        <a:t>26</a:t>
                      </a:r>
                      <a:r>
                        <a:rPr sz="900" dirty="0">
                          <a:latin typeface="MS UI Gothic"/>
                          <a:cs typeface="MS UI Gothic"/>
                        </a:rPr>
                        <a:t>日</a:t>
                      </a:r>
                      <a:endParaRPr sz="900">
                        <a:latin typeface="MS UI Gothic"/>
                        <a:cs typeface="MS UI Gothic"/>
                      </a:endParaRPr>
                    </a:p>
                  </a:txBody>
                  <a:tcPr marL="0" marR="0" marT="41275"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algn="ctr">
                        <a:lnSpc>
                          <a:spcPct val="100000"/>
                        </a:lnSpc>
                        <a:spcBef>
                          <a:spcPts val="325"/>
                        </a:spcBef>
                      </a:pPr>
                      <a:r>
                        <a:rPr sz="900" dirty="0">
                          <a:latin typeface="MS UI Gothic"/>
                          <a:cs typeface="MS UI Gothic"/>
                        </a:rPr>
                        <a:t>～</a:t>
                      </a:r>
                      <a:endParaRPr sz="900">
                        <a:latin typeface="MS UI Gothic"/>
                        <a:cs typeface="MS UI Gothic"/>
                      </a:endParaRPr>
                    </a:p>
                  </a:txBody>
                  <a:tcPr marL="0" marR="0" marT="41275" marB="0">
                    <a:lnT w="6350">
                      <a:solidFill>
                        <a:srgbClr val="000000"/>
                      </a:solidFill>
                      <a:prstDash val="solid"/>
                    </a:lnT>
                    <a:lnB w="6350">
                      <a:solidFill>
                        <a:srgbClr val="000000"/>
                      </a:solidFill>
                      <a:prstDash val="solid"/>
                    </a:lnB>
                  </a:tcPr>
                </a:tc>
                <a:tc>
                  <a:txBody>
                    <a:bodyPr/>
                    <a:lstStyle/>
                    <a:p>
                      <a:pPr marR="50165" algn="r">
                        <a:lnSpc>
                          <a:spcPct val="100000"/>
                        </a:lnSpc>
                        <a:spcBef>
                          <a:spcPts val="325"/>
                        </a:spcBef>
                      </a:pPr>
                      <a:r>
                        <a:rPr sz="900" spc="170" dirty="0">
                          <a:latin typeface="MS UI Gothic"/>
                          <a:cs typeface="MS UI Gothic"/>
                        </a:rPr>
                        <a:t>12</a:t>
                      </a:r>
                      <a:r>
                        <a:rPr sz="900" dirty="0">
                          <a:latin typeface="MS UI Gothic"/>
                          <a:cs typeface="MS UI Gothic"/>
                        </a:rPr>
                        <a:t>月</a:t>
                      </a:r>
                      <a:r>
                        <a:rPr sz="900" spc="229" dirty="0">
                          <a:latin typeface="MS UI Gothic"/>
                          <a:cs typeface="MS UI Gothic"/>
                        </a:rPr>
                        <a:t>25</a:t>
                      </a:r>
                      <a:r>
                        <a:rPr sz="900" dirty="0">
                          <a:latin typeface="MS UI Gothic"/>
                          <a:cs typeface="MS UI Gothic"/>
                        </a:rPr>
                        <a:t>日</a:t>
                      </a:r>
                      <a:endParaRPr sz="900">
                        <a:latin typeface="MS UI Gothic"/>
                        <a:cs typeface="MS UI Gothic"/>
                      </a:endParaRPr>
                    </a:p>
                  </a:txBody>
                  <a:tcPr marL="0" marR="0" marT="41275"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4376">
                <a:tc>
                  <a:txBody>
                    <a:bodyPr/>
                    <a:lstStyle/>
                    <a:p>
                      <a:pPr marL="158750">
                        <a:lnSpc>
                          <a:spcPct val="100000"/>
                        </a:lnSpc>
                        <a:spcBef>
                          <a:spcPts val="260"/>
                        </a:spcBef>
                      </a:pPr>
                      <a:r>
                        <a:rPr sz="1000" b="1" spc="140" dirty="0">
                          <a:solidFill>
                            <a:srgbClr val="FFFFFF"/>
                          </a:solidFill>
                          <a:latin typeface="Microsoft YaHei UI"/>
                          <a:cs typeface="Microsoft YaHei UI"/>
                        </a:rPr>
                        <a:t>7</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20320" algn="ctr">
                        <a:lnSpc>
                          <a:spcPct val="100000"/>
                        </a:lnSpc>
                        <a:spcBef>
                          <a:spcPts val="325"/>
                        </a:spcBef>
                      </a:pPr>
                      <a:r>
                        <a:rPr sz="900" spc="229" dirty="0">
                          <a:latin typeface="MS UI Gothic"/>
                          <a:cs typeface="MS UI Gothic"/>
                        </a:rPr>
                        <a:t>6</a:t>
                      </a:r>
                      <a:r>
                        <a:rPr sz="900" dirty="0">
                          <a:latin typeface="MS UI Gothic"/>
                          <a:cs typeface="MS UI Gothic"/>
                        </a:rPr>
                        <a:t>月</a:t>
                      </a:r>
                      <a:r>
                        <a:rPr sz="900" spc="229" dirty="0">
                          <a:latin typeface="MS UI Gothic"/>
                          <a:cs typeface="MS UI Gothic"/>
                        </a:rPr>
                        <a:t>26</a:t>
                      </a:r>
                      <a:r>
                        <a:rPr sz="900" dirty="0">
                          <a:latin typeface="MS UI Gothic"/>
                          <a:cs typeface="MS UI Gothic"/>
                        </a:rPr>
                        <a:t>日</a:t>
                      </a:r>
                      <a:endParaRPr sz="900">
                        <a:latin typeface="MS UI Gothic"/>
                        <a:cs typeface="MS UI Gothic"/>
                      </a:endParaRPr>
                    </a:p>
                  </a:txBody>
                  <a:tcPr marL="0" marR="0" marT="41275"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R="64135" algn="r">
                        <a:lnSpc>
                          <a:spcPct val="100000"/>
                        </a:lnSpc>
                        <a:spcBef>
                          <a:spcPts val="325"/>
                        </a:spcBef>
                      </a:pPr>
                      <a:r>
                        <a:rPr sz="900" dirty="0">
                          <a:latin typeface="MS UI Gothic"/>
                          <a:cs typeface="MS UI Gothic"/>
                        </a:rPr>
                        <a:t>～</a:t>
                      </a:r>
                      <a:endParaRPr sz="900">
                        <a:latin typeface="MS UI Gothic"/>
                        <a:cs typeface="MS UI Gothic"/>
                      </a:endParaRPr>
                    </a:p>
                  </a:txBody>
                  <a:tcPr marL="0" marR="0" marT="41275" marB="0">
                    <a:lnT w="6350">
                      <a:solidFill>
                        <a:srgbClr val="000000"/>
                      </a:solidFill>
                      <a:prstDash val="solid"/>
                    </a:lnT>
                    <a:lnB w="6350">
                      <a:solidFill>
                        <a:srgbClr val="000000"/>
                      </a:solidFill>
                      <a:prstDash val="solid"/>
                    </a:lnB>
                  </a:tcPr>
                </a:tc>
                <a:tc>
                  <a:txBody>
                    <a:bodyPr/>
                    <a:lstStyle/>
                    <a:p>
                      <a:pPr marR="14604" algn="ctr">
                        <a:lnSpc>
                          <a:spcPct val="100000"/>
                        </a:lnSpc>
                        <a:spcBef>
                          <a:spcPts val="325"/>
                        </a:spcBef>
                      </a:pPr>
                      <a:r>
                        <a:rPr sz="900" spc="229" dirty="0">
                          <a:latin typeface="MS UI Gothic"/>
                          <a:cs typeface="MS UI Gothic"/>
                        </a:rPr>
                        <a:t>7</a:t>
                      </a:r>
                      <a:r>
                        <a:rPr sz="900" dirty="0">
                          <a:latin typeface="MS UI Gothic"/>
                          <a:cs typeface="MS UI Gothic"/>
                        </a:rPr>
                        <a:t>月</a:t>
                      </a:r>
                      <a:r>
                        <a:rPr sz="900" spc="229" dirty="0">
                          <a:latin typeface="MS UI Gothic"/>
                          <a:cs typeface="MS UI Gothic"/>
                        </a:rPr>
                        <a:t>25</a:t>
                      </a:r>
                      <a:r>
                        <a:rPr sz="900" dirty="0">
                          <a:latin typeface="MS UI Gothic"/>
                          <a:cs typeface="MS UI Gothic"/>
                        </a:rPr>
                        <a:t>日</a:t>
                      </a:r>
                      <a:endParaRPr sz="900">
                        <a:latin typeface="MS UI Gothic"/>
                        <a:cs typeface="MS UI Gothic"/>
                      </a:endParaRPr>
                    </a:p>
                  </a:txBody>
                  <a:tcPr marL="0" marR="0" marT="41275" marB="0">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83515">
                        <a:lnSpc>
                          <a:spcPct val="100000"/>
                        </a:lnSpc>
                        <a:spcBef>
                          <a:spcPts val="260"/>
                        </a:spcBef>
                      </a:pPr>
                      <a:r>
                        <a:rPr sz="1000" b="1" spc="5" dirty="0">
                          <a:solidFill>
                            <a:srgbClr val="FFFFFF"/>
                          </a:solidFill>
                          <a:latin typeface="Microsoft YaHei UI"/>
                          <a:cs typeface="Microsoft YaHei UI"/>
                        </a:rPr>
                        <a:t>1</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59055">
                        <a:lnSpc>
                          <a:spcPct val="100000"/>
                        </a:lnSpc>
                        <a:spcBef>
                          <a:spcPts val="325"/>
                        </a:spcBef>
                      </a:pPr>
                      <a:r>
                        <a:rPr sz="900" spc="170" dirty="0">
                          <a:latin typeface="MS UI Gothic"/>
                          <a:cs typeface="MS UI Gothic"/>
                        </a:rPr>
                        <a:t>12</a:t>
                      </a:r>
                      <a:r>
                        <a:rPr sz="900" dirty="0">
                          <a:latin typeface="MS UI Gothic"/>
                          <a:cs typeface="MS UI Gothic"/>
                        </a:rPr>
                        <a:t>月</a:t>
                      </a:r>
                      <a:r>
                        <a:rPr sz="900" spc="229" dirty="0">
                          <a:latin typeface="MS UI Gothic"/>
                          <a:cs typeface="MS UI Gothic"/>
                        </a:rPr>
                        <a:t>26</a:t>
                      </a:r>
                      <a:r>
                        <a:rPr sz="900" dirty="0">
                          <a:latin typeface="MS UI Gothic"/>
                          <a:cs typeface="MS UI Gothic"/>
                        </a:rPr>
                        <a:t>日</a:t>
                      </a:r>
                      <a:endParaRPr sz="900">
                        <a:latin typeface="MS UI Gothic"/>
                        <a:cs typeface="MS UI Gothic"/>
                      </a:endParaRPr>
                    </a:p>
                  </a:txBody>
                  <a:tcPr marL="0" marR="0" marT="41275"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algn="ctr">
                        <a:lnSpc>
                          <a:spcPct val="100000"/>
                        </a:lnSpc>
                        <a:spcBef>
                          <a:spcPts val="325"/>
                        </a:spcBef>
                      </a:pPr>
                      <a:r>
                        <a:rPr sz="900" dirty="0">
                          <a:latin typeface="MS UI Gothic"/>
                          <a:cs typeface="MS UI Gothic"/>
                        </a:rPr>
                        <a:t>～</a:t>
                      </a:r>
                      <a:endParaRPr sz="900">
                        <a:latin typeface="MS UI Gothic"/>
                        <a:cs typeface="MS UI Gothic"/>
                      </a:endParaRPr>
                    </a:p>
                  </a:txBody>
                  <a:tcPr marL="0" marR="0" marT="41275" marB="0">
                    <a:lnT w="6350">
                      <a:solidFill>
                        <a:srgbClr val="000000"/>
                      </a:solidFill>
                      <a:prstDash val="solid"/>
                    </a:lnT>
                    <a:lnB w="6350">
                      <a:solidFill>
                        <a:srgbClr val="000000"/>
                      </a:solidFill>
                      <a:prstDash val="solid"/>
                    </a:lnB>
                  </a:tcPr>
                </a:tc>
                <a:tc>
                  <a:txBody>
                    <a:bodyPr/>
                    <a:lstStyle/>
                    <a:p>
                      <a:pPr marL="97155">
                        <a:lnSpc>
                          <a:spcPct val="100000"/>
                        </a:lnSpc>
                        <a:spcBef>
                          <a:spcPts val="325"/>
                        </a:spcBef>
                      </a:pPr>
                      <a:r>
                        <a:rPr sz="900" spc="110" dirty="0">
                          <a:latin typeface="MS UI Gothic"/>
                          <a:cs typeface="MS UI Gothic"/>
                        </a:rPr>
                        <a:t>1</a:t>
                      </a:r>
                      <a:r>
                        <a:rPr sz="900" dirty="0">
                          <a:latin typeface="MS UI Gothic"/>
                          <a:cs typeface="MS UI Gothic"/>
                        </a:rPr>
                        <a:t>月</a:t>
                      </a:r>
                      <a:r>
                        <a:rPr sz="900" spc="229" dirty="0">
                          <a:latin typeface="MS UI Gothic"/>
                          <a:cs typeface="MS UI Gothic"/>
                        </a:rPr>
                        <a:t>25</a:t>
                      </a:r>
                      <a:r>
                        <a:rPr sz="900" dirty="0">
                          <a:latin typeface="MS UI Gothic"/>
                          <a:cs typeface="MS UI Gothic"/>
                        </a:rPr>
                        <a:t>日</a:t>
                      </a:r>
                      <a:endParaRPr sz="900">
                        <a:latin typeface="MS UI Gothic"/>
                        <a:cs typeface="MS UI Gothic"/>
                      </a:endParaRPr>
                    </a:p>
                  </a:txBody>
                  <a:tcPr marL="0" marR="0" marT="41275"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4375">
                <a:tc>
                  <a:txBody>
                    <a:bodyPr/>
                    <a:lstStyle/>
                    <a:p>
                      <a:pPr marL="158750">
                        <a:lnSpc>
                          <a:spcPct val="100000"/>
                        </a:lnSpc>
                        <a:spcBef>
                          <a:spcPts val="260"/>
                        </a:spcBef>
                      </a:pPr>
                      <a:r>
                        <a:rPr sz="1000" b="1" spc="140" dirty="0">
                          <a:solidFill>
                            <a:srgbClr val="FFFFFF"/>
                          </a:solidFill>
                          <a:latin typeface="Microsoft YaHei UI"/>
                          <a:cs typeface="Microsoft YaHei UI"/>
                        </a:rPr>
                        <a:t>8</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20320" algn="ctr">
                        <a:lnSpc>
                          <a:spcPct val="100000"/>
                        </a:lnSpc>
                        <a:spcBef>
                          <a:spcPts val="325"/>
                        </a:spcBef>
                      </a:pPr>
                      <a:r>
                        <a:rPr sz="900" spc="229" dirty="0">
                          <a:latin typeface="MS UI Gothic"/>
                          <a:cs typeface="MS UI Gothic"/>
                        </a:rPr>
                        <a:t>7</a:t>
                      </a:r>
                      <a:r>
                        <a:rPr sz="900" dirty="0">
                          <a:latin typeface="MS UI Gothic"/>
                          <a:cs typeface="MS UI Gothic"/>
                        </a:rPr>
                        <a:t>月</a:t>
                      </a:r>
                      <a:r>
                        <a:rPr sz="900" spc="229" dirty="0">
                          <a:latin typeface="MS UI Gothic"/>
                          <a:cs typeface="MS UI Gothic"/>
                        </a:rPr>
                        <a:t>26</a:t>
                      </a:r>
                      <a:r>
                        <a:rPr sz="900" dirty="0">
                          <a:latin typeface="MS UI Gothic"/>
                          <a:cs typeface="MS UI Gothic"/>
                        </a:rPr>
                        <a:t>日</a:t>
                      </a:r>
                      <a:endParaRPr sz="900">
                        <a:latin typeface="MS UI Gothic"/>
                        <a:cs typeface="MS UI Gothic"/>
                      </a:endParaRPr>
                    </a:p>
                  </a:txBody>
                  <a:tcPr marL="0" marR="0" marT="41275"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R="64135" algn="r">
                        <a:lnSpc>
                          <a:spcPct val="100000"/>
                        </a:lnSpc>
                        <a:spcBef>
                          <a:spcPts val="325"/>
                        </a:spcBef>
                      </a:pPr>
                      <a:r>
                        <a:rPr sz="900" dirty="0">
                          <a:latin typeface="MS UI Gothic"/>
                          <a:cs typeface="MS UI Gothic"/>
                        </a:rPr>
                        <a:t>～</a:t>
                      </a:r>
                      <a:endParaRPr sz="900">
                        <a:latin typeface="MS UI Gothic"/>
                        <a:cs typeface="MS UI Gothic"/>
                      </a:endParaRPr>
                    </a:p>
                  </a:txBody>
                  <a:tcPr marL="0" marR="0" marT="41275" marB="0">
                    <a:lnT w="6350">
                      <a:solidFill>
                        <a:srgbClr val="000000"/>
                      </a:solidFill>
                      <a:prstDash val="solid"/>
                    </a:lnT>
                    <a:lnB w="6350">
                      <a:solidFill>
                        <a:srgbClr val="000000"/>
                      </a:solidFill>
                      <a:prstDash val="solid"/>
                    </a:lnB>
                  </a:tcPr>
                </a:tc>
                <a:tc>
                  <a:txBody>
                    <a:bodyPr/>
                    <a:lstStyle/>
                    <a:p>
                      <a:pPr marR="14604" algn="ctr">
                        <a:lnSpc>
                          <a:spcPct val="100000"/>
                        </a:lnSpc>
                        <a:spcBef>
                          <a:spcPts val="325"/>
                        </a:spcBef>
                      </a:pPr>
                      <a:r>
                        <a:rPr sz="900" spc="229" dirty="0">
                          <a:latin typeface="MS UI Gothic"/>
                          <a:cs typeface="MS UI Gothic"/>
                        </a:rPr>
                        <a:t>8</a:t>
                      </a:r>
                      <a:r>
                        <a:rPr sz="900" dirty="0">
                          <a:latin typeface="MS UI Gothic"/>
                          <a:cs typeface="MS UI Gothic"/>
                        </a:rPr>
                        <a:t>月</a:t>
                      </a:r>
                      <a:r>
                        <a:rPr sz="900" spc="229" dirty="0">
                          <a:latin typeface="MS UI Gothic"/>
                          <a:cs typeface="MS UI Gothic"/>
                        </a:rPr>
                        <a:t>25</a:t>
                      </a:r>
                      <a:r>
                        <a:rPr sz="900" dirty="0">
                          <a:latin typeface="MS UI Gothic"/>
                          <a:cs typeface="MS UI Gothic"/>
                        </a:rPr>
                        <a:t>日</a:t>
                      </a:r>
                      <a:endParaRPr sz="900">
                        <a:latin typeface="MS UI Gothic"/>
                        <a:cs typeface="MS UI Gothic"/>
                      </a:endParaRPr>
                    </a:p>
                  </a:txBody>
                  <a:tcPr marL="0" marR="0" marT="41275" marB="0">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74625">
                        <a:lnSpc>
                          <a:spcPct val="100000"/>
                        </a:lnSpc>
                        <a:spcBef>
                          <a:spcPts val="260"/>
                        </a:spcBef>
                      </a:pPr>
                      <a:r>
                        <a:rPr sz="1000" b="1" spc="135" dirty="0">
                          <a:solidFill>
                            <a:srgbClr val="FFFFFF"/>
                          </a:solidFill>
                          <a:latin typeface="Microsoft YaHei UI"/>
                          <a:cs typeface="Microsoft YaHei UI"/>
                        </a:rPr>
                        <a:t>2</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0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101600">
                        <a:lnSpc>
                          <a:spcPct val="100000"/>
                        </a:lnSpc>
                        <a:spcBef>
                          <a:spcPts val="325"/>
                        </a:spcBef>
                      </a:pPr>
                      <a:r>
                        <a:rPr sz="900" spc="110" dirty="0">
                          <a:latin typeface="MS UI Gothic"/>
                          <a:cs typeface="MS UI Gothic"/>
                        </a:rPr>
                        <a:t>1</a:t>
                      </a:r>
                      <a:r>
                        <a:rPr sz="900" dirty="0">
                          <a:latin typeface="MS UI Gothic"/>
                          <a:cs typeface="MS UI Gothic"/>
                        </a:rPr>
                        <a:t>月</a:t>
                      </a:r>
                      <a:r>
                        <a:rPr sz="900" spc="229" dirty="0">
                          <a:latin typeface="MS UI Gothic"/>
                          <a:cs typeface="MS UI Gothic"/>
                        </a:rPr>
                        <a:t>26</a:t>
                      </a:r>
                      <a:r>
                        <a:rPr sz="900" dirty="0">
                          <a:latin typeface="MS UI Gothic"/>
                          <a:cs typeface="MS UI Gothic"/>
                        </a:rPr>
                        <a:t>日</a:t>
                      </a:r>
                      <a:endParaRPr sz="900">
                        <a:latin typeface="MS UI Gothic"/>
                        <a:cs typeface="MS UI Gothic"/>
                      </a:endParaRPr>
                    </a:p>
                  </a:txBody>
                  <a:tcPr marL="0" marR="0" marT="41275"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algn="ctr">
                        <a:lnSpc>
                          <a:spcPct val="100000"/>
                        </a:lnSpc>
                        <a:spcBef>
                          <a:spcPts val="325"/>
                        </a:spcBef>
                      </a:pPr>
                      <a:r>
                        <a:rPr sz="900" dirty="0">
                          <a:latin typeface="MS UI Gothic"/>
                          <a:cs typeface="MS UI Gothic"/>
                        </a:rPr>
                        <a:t>～</a:t>
                      </a:r>
                      <a:endParaRPr sz="900">
                        <a:latin typeface="MS UI Gothic"/>
                        <a:cs typeface="MS UI Gothic"/>
                      </a:endParaRPr>
                    </a:p>
                  </a:txBody>
                  <a:tcPr marL="0" marR="0" marT="41275" marB="0">
                    <a:lnT w="6350">
                      <a:solidFill>
                        <a:srgbClr val="000000"/>
                      </a:solidFill>
                      <a:prstDash val="solid"/>
                    </a:lnT>
                    <a:lnB w="6350">
                      <a:solidFill>
                        <a:srgbClr val="000000"/>
                      </a:solidFill>
                      <a:prstDash val="solid"/>
                    </a:lnB>
                  </a:tcPr>
                </a:tc>
                <a:tc>
                  <a:txBody>
                    <a:bodyPr/>
                    <a:lstStyle/>
                    <a:p>
                      <a:pPr marR="87630" algn="r">
                        <a:lnSpc>
                          <a:spcPct val="100000"/>
                        </a:lnSpc>
                        <a:spcBef>
                          <a:spcPts val="325"/>
                        </a:spcBef>
                      </a:pPr>
                      <a:r>
                        <a:rPr sz="900" spc="229" dirty="0">
                          <a:latin typeface="MS UI Gothic"/>
                          <a:cs typeface="MS UI Gothic"/>
                        </a:rPr>
                        <a:t>2</a:t>
                      </a:r>
                      <a:r>
                        <a:rPr sz="900" dirty="0">
                          <a:latin typeface="MS UI Gothic"/>
                          <a:cs typeface="MS UI Gothic"/>
                        </a:rPr>
                        <a:t>月</a:t>
                      </a:r>
                      <a:r>
                        <a:rPr sz="900" spc="229" dirty="0">
                          <a:latin typeface="MS UI Gothic"/>
                          <a:cs typeface="MS UI Gothic"/>
                        </a:rPr>
                        <a:t>25</a:t>
                      </a:r>
                      <a:r>
                        <a:rPr sz="900" dirty="0">
                          <a:latin typeface="MS UI Gothic"/>
                          <a:cs typeface="MS UI Gothic"/>
                        </a:rPr>
                        <a:t>日</a:t>
                      </a:r>
                      <a:endParaRPr sz="900">
                        <a:latin typeface="MS UI Gothic"/>
                        <a:cs typeface="MS UI Gothic"/>
                      </a:endParaRPr>
                    </a:p>
                  </a:txBody>
                  <a:tcPr marL="0" marR="0" marT="41275"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4375">
                <a:tc>
                  <a:txBody>
                    <a:bodyPr/>
                    <a:lstStyle/>
                    <a:p>
                      <a:pPr marL="158750">
                        <a:lnSpc>
                          <a:spcPct val="100000"/>
                        </a:lnSpc>
                        <a:spcBef>
                          <a:spcPts val="265"/>
                        </a:spcBef>
                      </a:pPr>
                      <a:r>
                        <a:rPr sz="1000" b="1" spc="140" dirty="0">
                          <a:solidFill>
                            <a:srgbClr val="FFFFFF"/>
                          </a:solidFill>
                          <a:latin typeface="Microsoft YaHei UI"/>
                          <a:cs typeface="Microsoft YaHei UI"/>
                        </a:rPr>
                        <a:t>9</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6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20320" algn="ctr">
                        <a:lnSpc>
                          <a:spcPct val="100000"/>
                        </a:lnSpc>
                        <a:spcBef>
                          <a:spcPts val="325"/>
                        </a:spcBef>
                      </a:pPr>
                      <a:r>
                        <a:rPr sz="900" spc="229" dirty="0">
                          <a:latin typeface="MS UI Gothic"/>
                          <a:cs typeface="MS UI Gothic"/>
                        </a:rPr>
                        <a:t>8</a:t>
                      </a:r>
                      <a:r>
                        <a:rPr sz="900" dirty="0">
                          <a:latin typeface="MS UI Gothic"/>
                          <a:cs typeface="MS UI Gothic"/>
                        </a:rPr>
                        <a:t>月</a:t>
                      </a:r>
                      <a:r>
                        <a:rPr sz="900" spc="229" dirty="0">
                          <a:latin typeface="MS UI Gothic"/>
                          <a:cs typeface="MS UI Gothic"/>
                        </a:rPr>
                        <a:t>26</a:t>
                      </a:r>
                      <a:r>
                        <a:rPr sz="900" dirty="0">
                          <a:latin typeface="MS UI Gothic"/>
                          <a:cs typeface="MS UI Gothic"/>
                        </a:rPr>
                        <a:t>日</a:t>
                      </a:r>
                      <a:endParaRPr sz="900">
                        <a:latin typeface="MS UI Gothic"/>
                        <a:cs typeface="MS UI Gothic"/>
                      </a:endParaRPr>
                    </a:p>
                  </a:txBody>
                  <a:tcPr marL="0" marR="0" marT="41275"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R="64135" algn="r">
                        <a:lnSpc>
                          <a:spcPct val="100000"/>
                        </a:lnSpc>
                        <a:spcBef>
                          <a:spcPts val="325"/>
                        </a:spcBef>
                      </a:pPr>
                      <a:r>
                        <a:rPr sz="900" dirty="0">
                          <a:latin typeface="MS UI Gothic"/>
                          <a:cs typeface="MS UI Gothic"/>
                        </a:rPr>
                        <a:t>～</a:t>
                      </a:r>
                      <a:endParaRPr sz="900">
                        <a:latin typeface="MS UI Gothic"/>
                        <a:cs typeface="MS UI Gothic"/>
                      </a:endParaRPr>
                    </a:p>
                  </a:txBody>
                  <a:tcPr marL="0" marR="0" marT="41275" marB="0">
                    <a:lnT w="6350">
                      <a:solidFill>
                        <a:srgbClr val="000000"/>
                      </a:solidFill>
                      <a:prstDash val="solid"/>
                    </a:lnT>
                    <a:lnB w="6350">
                      <a:solidFill>
                        <a:srgbClr val="000000"/>
                      </a:solidFill>
                      <a:prstDash val="solid"/>
                    </a:lnB>
                  </a:tcPr>
                </a:tc>
                <a:tc>
                  <a:txBody>
                    <a:bodyPr/>
                    <a:lstStyle/>
                    <a:p>
                      <a:pPr marR="14604" algn="ctr">
                        <a:lnSpc>
                          <a:spcPct val="100000"/>
                        </a:lnSpc>
                        <a:spcBef>
                          <a:spcPts val="325"/>
                        </a:spcBef>
                      </a:pPr>
                      <a:r>
                        <a:rPr sz="900" spc="229" dirty="0">
                          <a:latin typeface="MS UI Gothic"/>
                          <a:cs typeface="MS UI Gothic"/>
                        </a:rPr>
                        <a:t>9</a:t>
                      </a:r>
                      <a:r>
                        <a:rPr sz="900" dirty="0">
                          <a:latin typeface="MS UI Gothic"/>
                          <a:cs typeface="MS UI Gothic"/>
                        </a:rPr>
                        <a:t>月</a:t>
                      </a:r>
                      <a:r>
                        <a:rPr sz="900" spc="229" dirty="0">
                          <a:latin typeface="MS UI Gothic"/>
                          <a:cs typeface="MS UI Gothic"/>
                        </a:rPr>
                        <a:t>25</a:t>
                      </a:r>
                      <a:r>
                        <a:rPr sz="900" dirty="0">
                          <a:latin typeface="MS UI Gothic"/>
                          <a:cs typeface="MS UI Gothic"/>
                        </a:rPr>
                        <a:t>日</a:t>
                      </a:r>
                      <a:endParaRPr sz="900">
                        <a:latin typeface="MS UI Gothic"/>
                        <a:cs typeface="MS UI Gothic"/>
                      </a:endParaRPr>
                    </a:p>
                  </a:txBody>
                  <a:tcPr marL="0" marR="0" marT="41275" marB="0">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74625">
                        <a:lnSpc>
                          <a:spcPct val="100000"/>
                        </a:lnSpc>
                        <a:spcBef>
                          <a:spcPts val="265"/>
                        </a:spcBef>
                      </a:pPr>
                      <a:r>
                        <a:rPr sz="1000" b="1" spc="135" dirty="0">
                          <a:solidFill>
                            <a:srgbClr val="FFFFFF"/>
                          </a:solidFill>
                          <a:latin typeface="Microsoft YaHei UI"/>
                          <a:cs typeface="Microsoft YaHei UI"/>
                        </a:rPr>
                        <a:t>3</a:t>
                      </a:r>
                      <a:r>
                        <a:rPr sz="1000" b="1" spc="-5" dirty="0">
                          <a:solidFill>
                            <a:srgbClr val="FFFFFF"/>
                          </a:solidFill>
                          <a:latin typeface="Microsoft YaHei UI"/>
                          <a:cs typeface="Microsoft YaHei UI"/>
                        </a:rPr>
                        <a:t>月</a:t>
                      </a:r>
                      <a:endParaRPr sz="1000">
                        <a:latin typeface="Microsoft YaHei UI"/>
                        <a:cs typeface="Microsoft YaHei UI"/>
                      </a:endParaRPr>
                    </a:p>
                  </a:txBody>
                  <a:tcPr marL="0" marR="0" marT="336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1F3763"/>
                    </a:solidFill>
                  </a:tcPr>
                </a:tc>
                <a:tc>
                  <a:txBody>
                    <a:bodyPr/>
                    <a:lstStyle/>
                    <a:p>
                      <a:pPr marL="93980">
                        <a:lnSpc>
                          <a:spcPct val="100000"/>
                        </a:lnSpc>
                        <a:spcBef>
                          <a:spcPts val="325"/>
                        </a:spcBef>
                      </a:pPr>
                      <a:r>
                        <a:rPr sz="900" spc="229" dirty="0">
                          <a:latin typeface="MS UI Gothic"/>
                          <a:cs typeface="MS UI Gothic"/>
                        </a:rPr>
                        <a:t>2</a:t>
                      </a:r>
                      <a:r>
                        <a:rPr sz="900" dirty="0">
                          <a:latin typeface="MS UI Gothic"/>
                          <a:cs typeface="MS UI Gothic"/>
                        </a:rPr>
                        <a:t>月</a:t>
                      </a:r>
                      <a:r>
                        <a:rPr sz="900" spc="229" dirty="0">
                          <a:latin typeface="MS UI Gothic"/>
                          <a:cs typeface="MS UI Gothic"/>
                        </a:rPr>
                        <a:t>26</a:t>
                      </a:r>
                      <a:r>
                        <a:rPr sz="900" dirty="0">
                          <a:latin typeface="MS UI Gothic"/>
                          <a:cs typeface="MS UI Gothic"/>
                        </a:rPr>
                        <a:t>日</a:t>
                      </a:r>
                      <a:endParaRPr sz="900">
                        <a:latin typeface="MS UI Gothic"/>
                        <a:cs typeface="MS UI Gothic"/>
                      </a:endParaRPr>
                    </a:p>
                  </a:txBody>
                  <a:tcPr marL="0" marR="0" marT="41275"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algn="ctr">
                        <a:lnSpc>
                          <a:spcPct val="100000"/>
                        </a:lnSpc>
                        <a:spcBef>
                          <a:spcPts val="325"/>
                        </a:spcBef>
                      </a:pPr>
                      <a:r>
                        <a:rPr sz="900" dirty="0">
                          <a:latin typeface="MS UI Gothic"/>
                          <a:cs typeface="MS UI Gothic"/>
                        </a:rPr>
                        <a:t>～</a:t>
                      </a:r>
                      <a:endParaRPr sz="900">
                        <a:latin typeface="MS UI Gothic"/>
                        <a:cs typeface="MS UI Gothic"/>
                      </a:endParaRPr>
                    </a:p>
                  </a:txBody>
                  <a:tcPr marL="0" marR="0" marT="41275" marB="0">
                    <a:lnT w="6350">
                      <a:solidFill>
                        <a:srgbClr val="000000"/>
                      </a:solidFill>
                      <a:prstDash val="solid"/>
                    </a:lnT>
                    <a:lnB w="6350">
                      <a:solidFill>
                        <a:srgbClr val="000000"/>
                      </a:solidFill>
                      <a:prstDash val="solid"/>
                    </a:lnB>
                  </a:tcPr>
                </a:tc>
                <a:tc>
                  <a:txBody>
                    <a:bodyPr/>
                    <a:lstStyle/>
                    <a:p>
                      <a:pPr marR="87630" algn="r">
                        <a:lnSpc>
                          <a:spcPct val="100000"/>
                        </a:lnSpc>
                        <a:spcBef>
                          <a:spcPts val="325"/>
                        </a:spcBef>
                      </a:pPr>
                      <a:r>
                        <a:rPr sz="900" spc="229" dirty="0">
                          <a:latin typeface="MS UI Gothic"/>
                          <a:cs typeface="MS UI Gothic"/>
                        </a:rPr>
                        <a:t>3</a:t>
                      </a:r>
                      <a:r>
                        <a:rPr sz="900" dirty="0">
                          <a:latin typeface="MS UI Gothic"/>
                          <a:cs typeface="MS UI Gothic"/>
                        </a:rPr>
                        <a:t>月</a:t>
                      </a:r>
                      <a:r>
                        <a:rPr sz="900" spc="229" dirty="0">
                          <a:latin typeface="MS UI Gothic"/>
                          <a:cs typeface="MS UI Gothic"/>
                        </a:rPr>
                        <a:t>25</a:t>
                      </a:r>
                      <a:r>
                        <a:rPr sz="900" dirty="0">
                          <a:latin typeface="MS UI Gothic"/>
                          <a:cs typeface="MS UI Gothic"/>
                        </a:rPr>
                        <a:t>日</a:t>
                      </a:r>
                      <a:endParaRPr sz="900">
                        <a:latin typeface="MS UI Gothic"/>
                        <a:cs typeface="MS UI Gothic"/>
                      </a:endParaRPr>
                    </a:p>
                  </a:txBody>
                  <a:tcPr marL="0" marR="0" marT="41275"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10" name="object 10"/>
          <p:cNvSpPr txBox="1"/>
          <p:nvPr/>
        </p:nvSpPr>
        <p:spPr>
          <a:xfrm>
            <a:off x="295452" y="3689984"/>
            <a:ext cx="1533525" cy="177800"/>
          </a:xfrm>
          <a:prstGeom prst="rect">
            <a:avLst/>
          </a:prstGeom>
        </p:spPr>
        <p:txBody>
          <a:bodyPr vert="horz" wrap="square" lIns="0" tIns="12065" rIns="0" bIns="0" rtlCol="0">
            <a:spAutoFit/>
          </a:bodyPr>
          <a:lstStyle/>
          <a:p>
            <a:pPr marL="12700">
              <a:lnSpc>
                <a:spcPct val="100000"/>
              </a:lnSpc>
              <a:spcBef>
                <a:spcPts val="95"/>
              </a:spcBef>
            </a:pPr>
            <a:r>
              <a:rPr sz="1000" spc="65" dirty="0">
                <a:latin typeface="MS UI Gothic"/>
                <a:cs typeface="MS UI Gothic"/>
              </a:rPr>
              <a:t>■月</a:t>
            </a:r>
            <a:r>
              <a:rPr sz="1000" spc="55" dirty="0">
                <a:latin typeface="MS UI Gothic"/>
                <a:cs typeface="MS UI Gothic"/>
              </a:rPr>
              <a:t>ご</a:t>
            </a:r>
            <a:r>
              <a:rPr sz="1000" spc="45" dirty="0">
                <a:latin typeface="MS UI Gothic"/>
                <a:cs typeface="MS UI Gothic"/>
              </a:rPr>
              <a:t>と</a:t>
            </a:r>
            <a:r>
              <a:rPr sz="1000" spc="60" dirty="0">
                <a:latin typeface="MS UI Gothic"/>
                <a:cs typeface="MS UI Gothic"/>
              </a:rPr>
              <a:t>の</a:t>
            </a:r>
            <a:r>
              <a:rPr sz="1000" spc="75" dirty="0">
                <a:latin typeface="MS UI Gothic"/>
                <a:cs typeface="MS UI Gothic"/>
              </a:rPr>
              <a:t>評価期間</a:t>
            </a:r>
            <a:r>
              <a:rPr sz="1000" spc="40" dirty="0">
                <a:latin typeface="MS UI Gothic"/>
                <a:cs typeface="MS UI Gothic"/>
              </a:rPr>
              <a:t>（</a:t>
            </a:r>
            <a:r>
              <a:rPr sz="1000" spc="-5" dirty="0">
                <a:latin typeface="MS UI Gothic"/>
                <a:cs typeface="MS UI Gothic"/>
              </a:rPr>
              <a:t>予定）</a:t>
            </a:r>
            <a:endParaRPr sz="1000">
              <a:latin typeface="MS UI Gothic"/>
              <a:cs typeface="MS UI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6364478"/>
            <a:ext cx="9144000" cy="334010"/>
            <a:chOff x="0" y="6364478"/>
            <a:chExt cx="9144000" cy="334010"/>
          </a:xfrm>
        </p:grpSpPr>
        <p:sp>
          <p:nvSpPr>
            <p:cNvPr id="3" name="object 3"/>
            <p:cNvSpPr/>
            <p:nvPr/>
          </p:nvSpPr>
          <p:spPr>
            <a:xfrm>
              <a:off x="0" y="6693408"/>
              <a:ext cx="9144000" cy="0"/>
            </a:xfrm>
            <a:custGeom>
              <a:avLst/>
              <a:gdLst/>
              <a:ahLst/>
              <a:cxnLst/>
              <a:rect l="l" t="t" r="r" b="b"/>
              <a:pathLst>
                <a:path w="9144000">
                  <a:moveTo>
                    <a:pt x="0" y="0"/>
                  </a:moveTo>
                  <a:lnTo>
                    <a:pt x="9144000" y="0"/>
                  </a:lnTo>
                </a:path>
              </a:pathLst>
            </a:custGeom>
            <a:ln w="9525">
              <a:solidFill>
                <a:srgbClr val="FF0000"/>
              </a:solidFill>
            </a:ln>
          </p:spPr>
          <p:txBody>
            <a:bodyPr wrap="square" lIns="0" tIns="0" rIns="0" bIns="0" rtlCol="0"/>
            <a:lstStyle/>
            <a:p>
              <a:endParaRPr/>
            </a:p>
          </p:txBody>
        </p:sp>
        <p:sp>
          <p:nvSpPr>
            <p:cNvPr id="4" name="object 4"/>
            <p:cNvSpPr/>
            <p:nvPr/>
          </p:nvSpPr>
          <p:spPr>
            <a:xfrm>
              <a:off x="6934961" y="6377178"/>
              <a:ext cx="474345" cy="285115"/>
            </a:xfrm>
            <a:custGeom>
              <a:avLst/>
              <a:gdLst/>
              <a:ahLst/>
              <a:cxnLst/>
              <a:rect l="l" t="t" r="r" b="b"/>
              <a:pathLst>
                <a:path w="474345" h="285115">
                  <a:moveTo>
                    <a:pt x="331470" y="0"/>
                  </a:moveTo>
                  <a:lnTo>
                    <a:pt x="331470" y="71247"/>
                  </a:lnTo>
                  <a:lnTo>
                    <a:pt x="0" y="71247"/>
                  </a:lnTo>
                  <a:lnTo>
                    <a:pt x="0" y="213741"/>
                  </a:lnTo>
                  <a:lnTo>
                    <a:pt x="331470" y="213741"/>
                  </a:lnTo>
                  <a:lnTo>
                    <a:pt x="331470" y="284988"/>
                  </a:lnTo>
                  <a:lnTo>
                    <a:pt x="473964" y="142494"/>
                  </a:lnTo>
                  <a:lnTo>
                    <a:pt x="331470" y="0"/>
                  </a:lnTo>
                  <a:close/>
                </a:path>
              </a:pathLst>
            </a:custGeom>
            <a:solidFill>
              <a:srgbClr val="0F243E"/>
            </a:solidFill>
          </p:spPr>
          <p:txBody>
            <a:bodyPr wrap="square" lIns="0" tIns="0" rIns="0" bIns="0" rtlCol="0"/>
            <a:lstStyle/>
            <a:p>
              <a:endParaRPr/>
            </a:p>
          </p:txBody>
        </p:sp>
        <p:sp>
          <p:nvSpPr>
            <p:cNvPr id="5" name="object 5"/>
            <p:cNvSpPr/>
            <p:nvPr/>
          </p:nvSpPr>
          <p:spPr>
            <a:xfrm>
              <a:off x="6934961" y="6377178"/>
              <a:ext cx="474345" cy="285115"/>
            </a:xfrm>
            <a:custGeom>
              <a:avLst/>
              <a:gdLst/>
              <a:ahLst/>
              <a:cxnLst/>
              <a:rect l="l" t="t" r="r" b="b"/>
              <a:pathLst>
                <a:path w="474345" h="285115">
                  <a:moveTo>
                    <a:pt x="0" y="213741"/>
                  </a:moveTo>
                  <a:lnTo>
                    <a:pt x="331470" y="213741"/>
                  </a:lnTo>
                  <a:lnTo>
                    <a:pt x="331470" y="284988"/>
                  </a:lnTo>
                  <a:lnTo>
                    <a:pt x="473964" y="142494"/>
                  </a:lnTo>
                  <a:lnTo>
                    <a:pt x="331470" y="0"/>
                  </a:lnTo>
                  <a:lnTo>
                    <a:pt x="331470" y="71247"/>
                  </a:lnTo>
                  <a:lnTo>
                    <a:pt x="0" y="71247"/>
                  </a:lnTo>
                  <a:lnTo>
                    <a:pt x="0" y="213741"/>
                  </a:lnTo>
                  <a:close/>
                </a:path>
              </a:pathLst>
            </a:custGeom>
            <a:ln w="25400">
              <a:solidFill>
                <a:srgbClr val="0F243E"/>
              </a:solidFill>
            </a:ln>
          </p:spPr>
          <p:txBody>
            <a:bodyPr wrap="square" lIns="0" tIns="0" rIns="0" bIns="0" rtlCol="0"/>
            <a:lstStyle/>
            <a:p>
              <a:endParaRPr/>
            </a:p>
          </p:txBody>
        </p:sp>
      </p:grpSp>
      <p:grpSp>
        <p:nvGrpSpPr>
          <p:cNvPr id="6" name="object 6"/>
          <p:cNvGrpSpPr/>
          <p:nvPr/>
        </p:nvGrpSpPr>
        <p:grpSpPr>
          <a:xfrm>
            <a:off x="-11937" y="414527"/>
            <a:ext cx="9169400" cy="426720"/>
            <a:chOff x="-11937" y="414527"/>
            <a:chExt cx="9169400" cy="426720"/>
          </a:xfrm>
        </p:grpSpPr>
        <p:sp>
          <p:nvSpPr>
            <p:cNvPr id="7" name="object 7"/>
            <p:cNvSpPr/>
            <p:nvPr/>
          </p:nvSpPr>
          <p:spPr>
            <a:xfrm>
              <a:off x="762" y="782573"/>
              <a:ext cx="9144000" cy="45720"/>
            </a:xfrm>
            <a:custGeom>
              <a:avLst/>
              <a:gdLst/>
              <a:ahLst/>
              <a:cxnLst/>
              <a:rect l="l" t="t" r="r" b="b"/>
              <a:pathLst>
                <a:path w="9144000" h="45719">
                  <a:moveTo>
                    <a:pt x="9144000" y="0"/>
                  </a:moveTo>
                  <a:lnTo>
                    <a:pt x="0" y="0"/>
                  </a:lnTo>
                  <a:lnTo>
                    <a:pt x="0" y="45720"/>
                  </a:lnTo>
                  <a:lnTo>
                    <a:pt x="9144000" y="45720"/>
                  </a:lnTo>
                  <a:lnTo>
                    <a:pt x="9144000" y="0"/>
                  </a:lnTo>
                  <a:close/>
                </a:path>
              </a:pathLst>
            </a:custGeom>
            <a:solidFill>
              <a:srgbClr val="7E7E7E"/>
            </a:solidFill>
          </p:spPr>
          <p:txBody>
            <a:bodyPr wrap="square" lIns="0" tIns="0" rIns="0" bIns="0" rtlCol="0"/>
            <a:lstStyle/>
            <a:p>
              <a:endParaRPr/>
            </a:p>
          </p:txBody>
        </p:sp>
        <p:sp>
          <p:nvSpPr>
            <p:cNvPr id="8" name="object 8"/>
            <p:cNvSpPr/>
            <p:nvPr/>
          </p:nvSpPr>
          <p:spPr>
            <a:xfrm>
              <a:off x="762" y="782573"/>
              <a:ext cx="9144000" cy="45720"/>
            </a:xfrm>
            <a:custGeom>
              <a:avLst/>
              <a:gdLst/>
              <a:ahLst/>
              <a:cxnLst/>
              <a:rect l="l" t="t" r="r" b="b"/>
              <a:pathLst>
                <a:path w="9144000" h="45719">
                  <a:moveTo>
                    <a:pt x="0" y="45720"/>
                  </a:moveTo>
                  <a:lnTo>
                    <a:pt x="9144000" y="45720"/>
                  </a:lnTo>
                  <a:lnTo>
                    <a:pt x="9144000" y="0"/>
                  </a:lnTo>
                  <a:lnTo>
                    <a:pt x="0" y="0"/>
                  </a:lnTo>
                  <a:lnTo>
                    <a:pt x="0" y="45720"/>
                  </a:lnTo>
                  <a:close/>
                </a:path>
              </a:pathLst>
            </a:custGeom>
            <a:ln w="25400">
              <a:solidFill>
                <a:srgbClr val="7E7E7E"/>
              </a:solidFill>
            </a:ln>
          </p:spPr>
          <p:txBody>
            <a:bodyPr wrap="square" lIns="0" tIns="0" rIns="0" bIns="0" rtlCol="0"/>
            <a:lstStyle/>
            <a:p>
              <a:endParaRPr/>
            </a:p>
          </p:txBody>
        </p:sp>
        <p:sp>
          <p:nvSpPr>
            <p:cNvPr id="9" name="object 9"/>
            <p:cNvSpPr/>
            <p:nvPr/>
          </p:nvSpPr>
          <p:spPr>
            <a:xfrm>
              <a:off x="762" y="724661"/>
              <a:ext cx="9144000" cy="45720"/>
            </a:xfrm>
            <a:custGeom>
              <a:avLst/>
              <a:gdLst/>
              <a:ahLst/>
              <a:cxnLst/>
              <a:rect l="l" t="t" r="r" b="b"/>
              <a:pathLst>
                <a:path w="9144000" h="45720">
                  <a:moveTo>
                    <a:pt x="9144000" y="0"/>
                  </a:moveTo>
                  <a:lnTo>
                    <a:pt x="0" y="0"/>
                  </a:lnTo>
                  <a:lnTo>
                    <a:pt x="0" y="45720"/>
                  </a:lnTo>
                  <a:lnTo>
                    <a:pt x="9144000" y="45720"/>
                  </a:lnTo>
                  <a:lnTo>
                    <a:pt x="9144000" y="0"/>
                  </a:lnTo>
                  <a:close/>
                </a:path>
              </a:pathLst>
            </a:custGeom>
            <a:solidFill>
              <a:srgbClr val="FF0000"/>
            </a:solidFill>
          </p:spPr>
          <p:txBody>
            <a:bodyPr wrap="square" lIns="0" tIns="0" rIns="0" bIns="0" rtlCol="0"/>
            <a:lstStyle/>
            <a:p>
              <a:endParaRPr/>
            </a:p>
          </p:txBody>
        </p:sp>
        <p:sp>
          <p:nvSpPr>
            <p:cNvPr id="10" name="object 10"/>
            <p:cNvSpPr/>
            <p:nvPr/>
          </p:nvSpPr>
          <p:spPr>
            <a:xfrm>
              <a:off x="762" y="724661"/>
              <a:ext cx="9144000" cy="45720"/>
            </a:xfrm>
            <a:custGeom>
              <a:avLst/>
              <a:gdLst/>
              <a:ahLst/>
              <a:cxnLst/>
              <a:rect l="l" t="t" r="r" b="b"/>
              <a:pathLst>
                <a:path w="9144000" h="45720">
                  <a:moveTo>
                    <a:pt x="0" y="45720"/>
                  </a:moveTo>
                  <a:lnTo>
                    <a:pt x="9144000" y="45720"/>
                  </a:lnTo>
                  <a:lnTo>
                    <a:pt x="9144000" y="0"/>
                  </a:lnTo>
                  <a:lnTo>
                    <a:pt x="0" y="0"/>
                  </a:lnTo>
                  <a:lnTo>
                    <a:pt x="0" y="45720"/>
                  </a:lnTo>
                  <a:close/>
                </a:path>
              </a:pathLst>
            </a:custGeom>
            <a:ln w="25400">
              <a:solidFill>
                <a:srgbClr val="FF0000"/>
              </a:solidFill>
            </a:ln>
          </p:spPr>
          <p:txBody>
            <a:bodyPr wrap="square" lIns="0" tIns="0" rIns="0" bIns="0" rtlCol="0"/>
            <a:lstStyle/>
            <a:p>
              <a:endParaRPr/>
            </a:p>
          </p:txBody>
        </p:sp>
        <p:pic>
          <p:nvPicPr>
            <p:cNvPr id="11" name="object 11"/>
            <p:cNvPicPr/>
            <p:nvPr/>
          </p:nvPicPr>
          <p:blipFill>
            <a:blip r:embed="rId2" cstate="print"/>
            <a:stretch>
              <a:fillRect/>
            </a:stretch>
          </p:blipFill>
          <p:spPr>
            <a:xfrm>
              <a:off x="8378952" y="414527"/>
              <a:ext cx="713231" cy="262127"/>
            </a:xfrm>
            <a:prstGeom prst="rect">
              <a:avLst/>
            </a:prstGeom>
          </p:spPr>
        </p:pic>
      </p:grpSp>
      <p:grpSp>
        <p:nvGrpSpPr>
          <p:cNvPr id="12" name="object 12"/>
          <p:cNvGrpSpPr/>
          <p:nvPr/>
        </p:nvGrpSpPr>
        <p:grpSpPr>
          <a:xfrm>
            <a:off x="4759705" y="4436617"/>
            <a:ext cx="4058285" cy="1880235"/>
            <a:chOff x="4759705" y="4436617"/>
            <a:chExt cx="4058285" cy="1880235"/>
          </a:xfrm>
        </p:grpSpPr>
        <p:sp>
          <p:nvSpPr>
            <p:cNvPr id="13" name="object 13"/>
            <p:cNvSpPr/>
            <p:nvPr/>
          </p:nvSpPr>
          <p:spPr>
            <a:xfrm>
              <a:off x="4772405" y="4449317"/>
              <a:ext cx="4032885" cy="1854835"/>
            </a:xfrm>
            <a:custGeom>
              <a:avLst/>
              <a:gdLst/>
              <a:ahLst/>
              <a:cxnLst/>
              <a:rect l="l" t="t" r="r" b="b"/>
              <a:pathLst>
                <a:path w="4032884" h="1854835">
                  <a:moveTo>
                    <a:pt x="4032504" y="0"/>
                  </a:moveTo>
                  <a:lnTo>
                    <a:pt x="0" y="0"/>
                  </a:lnTo>
                  <a:lnTo>
                    <a:pt x="0" y="1854707"/>
                  </a:lnTo>
                  <a:lnTo>
                    <a:pt x="4032504" y="1854707"/>
                  </a:lnTo>
                  <a:lnTo>
                    <a:pt x="4032504" y="0"/>
                  </a:lnTo>
                  <a:close/>
                </a:path>
              </a:pathLst>
            </a:custGeom>
            <a:solidFill>
              <a:srgbClr val="B8CDE4"/>
            </a:solidFill>
          </p:spPr>
          <p:txBody>
            <a:bodyPr wrap="square" lIns="0" tIns="0" rIns="0" bIns="0" rtlCol="0"/>
            <a:lstStyle/>
            <a:p>
              <a:endParaRPr/>
            </a:p>
          </p:txBody>
        </p:sp>
        <p:sp>
          <p:nvSpPr>
            <p:cNvPr id="14" name="object 14"/>
            <p:cNvSpPr/>
            <p:nvPr/>
          </p:nvSpPr>
          <p:spPr>
            <a:xfrm>
              <a:off x="4772405" y="4449317"/>
              <a:ext cx="4032885" cy="1854835"/>
            </a:xfrm>
            <a:custGeom>
              <a:avLst/>
              <a:gdLst/>
              <a:ahLst/>
              <a:cxnLst/>
              <a:rect l="l" t="t" r="r" b="b"/>
              <a:pathLst>
                <a:path w="4032884" h="1854835">
                  <a:moveTo>
                    <a:pt x="0" y="1854707"/>
                  </a:moveTo>
                  <a:lnTo>
                    <a:pt x="4032504" y="1854707"/>
                  </a:lnTo>
                  <a:lnTo>
                    <a:pt x="4032504" y="0"/>
                  </a:lnTo>
                  <a:lnTo>
                    <a:pt x="0" y="0"/>
                  </a:lnTo>
                  <a:lnTo>
                    <a:pt x="0" y="1854707"/>
                  </a:lnTo>
                  <a:close/>
                </a:path>
              </a:pathLst>
            </a:custGeom>
            <a:ln w="25400">
              <a:solidFill>
                <a:srgbClr val="0F243E"/>
              </a:solidFill>
            </a:ln>
          </p:spPr>
          <p:txBody>
            <a:bodyPr wrap="square" lIns="0" tIns="0" rIns="0" bIns="0" rtlCol="0"/>
            <a:lstStyle/>
            <a:p>
              <a:endParaRPr/>
            </a:p>
          </p:txBody>
        </p:sp>
        <p:sp>
          <p:nvSpPr>
            <p:cNvPr id="15" name="object 15"/>
            <p:cNvSpPr/>
            <p:nvPr/>
          </p:nvSpPr>
          <p:spPr>
            <a:xfrm>
              <a:off x="6485382" y="5287517"/>
              <a:ext cx="353695" cy="504825"/>
            </a:xfrm>
            <a:custGeom>
              <a:avLst/>
              <a:gdLst/>
              <a:ahLst/>
              <a:cxnLst/>
              <a:rect l="l" t="t" r="r" b="b"/>
              <a:pathLst>
                <a:path w="353695" h="504825">
                  <a:moveTo>
                    <a:pt x="176784" y="0"/>
                  </a:moveTo>
                  <a:lnTo>
                    <a:pt x="176784" y="126110"/>
                  </a:lnTo>
                  <a:lnTo>
                    <a:pt x="0" y="126110"/>
                  </a:lnTo>
                  <a:lnTo>
                    <a:pt x="0" y="378332"/>
                  </a:lnTo>
                  <a:lnTo>
                    <a:pt x="176784" y="378332"/>
                  </a:lnTo>
                  <a:lnTo>
                    <a:pt x="176784" y="504443"/>
                  </a:lnTo>
                  <a:lnTo>
                    <a:pt x="353567" y="252221"/>
                  </a:lnTo>
                  <a:lnTo>
                    <a:pt x="176784" y="0"/>
                  </a:lnTo>
                  <a:close/>
                </a:path>
              </a:pathLst>
            </a:custGeom>
            <a:solidFill>
              <a:srgbClr val="0F243E"/>
            </a:solidFill>
          </p:spPr>
          <p:txBody>
            <a:bodyPr wrap="square" lIns="0" tIns="0" rIns="0" bIns="0" rtlCol="0"/>
            <a:lstStyle/>
            <a:p>
              <a:endParaRPr/>
            </a:p>
          </p:txBody>
        </p:sp>
        <p:sp>
          <p:nvSpPr>
            <p:cNvPr id="16" name="object 16"/>
            <p:cNvSpPr/>
            <p:nvPr/>
          </p:nvSpPr>
          <p:spPr>
            <a:xfrm>
              <a:off x="6485382" y="5287517"/>
              <a:ext cx="353695" cy="504825"/>
            </a:xfrm>
            <a:custGeom>
              <a:avLst/>
              <a:gdLst/>
              <a:ahLst/>
              <a:cxnLst/>
              <a:rect l="l" t="t" r="r" b="b"/>
              <a:pathLst>
                <a:path w="353695" h="504825">
                  <a:moveTo>
                    <a:pt x="0" y="378332"/>
                  </a:moveTo>
                  <a:lnTo>
                    <a:pt x="176784" y="378332"/>
                  </a:lnTo>
                  <a:lnTo>
                    <a:pt x="176784" y="504443"/>
                  </a:lnTo>
                  <a:lnTo>
                    <a:pt x="353567" y="252221"/>
                  </a:lnTo>
                  <a:lnTo>
                    <a:pt x="176784" y="0"/>
                  </a:lnTo>
                  <a:lnTo>
                    <a:pt x="176784" y="126110"/>
                  </a:lnTo>
                  <a:lnTo>
                    <a:pt x="0" y="126110"/>
                  </a:lnTo>
                  <a:lnTo>
                    <a:pt x="0" y="378332"/>
                  </a:lnTo>
                  <a:close/>
                </a:path>
              </a:pathLst>
            </a:custGeom>
            <a:ln w="25400">
              <a:solidFill>
                <a:srgbClr val="0F243E"/>
              </a:solidFill>
            </a:ln>
          </p:spPr>
          <p:txBody>
            <a:bodyPr wrap="square" lIns="0" tIns="0" rIns="0" bIns="0" rtlCol="0"/>
            <a:lstStyle/>
            <a:p>
              <a:endParaRPr/>
            </a:p>
          </p:txBody>
        </p:sp>
      </p:grpSp>
      <p:sp>
        <p:nvSpPr>
          <p:cNvPr id="17" name="object 17"/>
          <p:cNvSpPr txBox="1"/>
          <p:nvPr/>
        </p:nvSpPr>
        <p:spPr>
          <a:xfrm>
            <a:off x="168402" y="892302"/>
            <a:ext cx="8790940" cy="419100"/>
          </a:xfrm>
          <a:prstGeom prst="rect">
            <a:avLst/>
          </a:prstGeom>
          <a:solidFill>
            <a:srgbClr val="244060"/>
          </a:solidFill>
          <a:ln w="25400">
            <a:solidFill>
              <a:srgbClr val="385D89"/>
            </a:solidFill>
          </a:ln>
        </p:spPr>
        <p:txBody>
          <a:bodyPr vert="horz" wrap="square" lIns="0" tIns="100965" rIns="0" bIns="0" rtlCol="0">
            <a:spAutoFit/>
          </a:bodyPr>
          <a:lstStyle/>
          <a:p>
            <a:pPr marL="335915">
              <a:lnSpc>
                <a:spcPct val="100000"/>
              </a:lnSpc>
              <a:spcBef>
                <a:spcPts val="795"/>
              </a:spcBef>
            </a:pPr>
            <a:r>
              <a:rPr sz="1600" spc="254" dirty="0">
                <a:solidFill>
                  <a:srgbClr val="FFFFFF"/>
                </a:solidFill>
                <a:latin typeface="MS UI Gothic"/>
                <a:cs typeface="MS UI Gothic"/>
              </a:rPr>
              <a:t>インセンティ</a:t>
            </a:r>
            <a:r>
              <a:rPr sz="1600" spc="260" dirty="0">
                <a:solidFill>
                  <a:srgbClr val="FFFFFF"/>
                </a:solidFill>
                <a:latin typeface="MS UI Gothic"/>
                <a:cs typeface="MS UI Gothic"/>
              </a:rPr>
              <a:t>ブ</a:t>
            </a:r>
            <a:r>
              <a:rPr sz="1600" spc="30" dirty="0">
                <a:solidFill>
                  <a:srgbClr val="FFFFFF"/>
                </a:solidFill>
                <a:latin typeface="MS UI Gothic"/>
                <a:cs typeface="MS UI Gothic"/>
              </a:rPr>
              <a:t>は募集難</a:t>
            </a:r>
            <a:r>
              <a:rPr sz="1600" spc="45" dirty="0">
                <a:solidFill>
                  <a:srgbClr val="FFFFFF"/>
                </a:solidFill>
                <a:latin typeface="MS UI Gothic"/>
                <a:cs typeface="MS UI Gothic"/>
              </a:rPr>
              <a:t>航</a:t>
            </a:r>
            <a:r>
              <a:rPr sz="1600" spc="-5" dirty="0">
                <a:solidFill>
                  <a:srgbClr val="FFFFFF"/>
                </a:solidFill>
                <a:latin typeface="MS UI Gothic"/>
                <a:cs typeface="MS UI Gothic"/>
              </a:rPr>
              <a:t>案件</a:t>
            </a:r>
            <a:r>
              <a:rPr sz="1600" spc="120" dirty="0">
                <a:solidFill>
                  <a:srgbClr val="FFFFFF"/>
                </a:solidFill>
                <a:latin typeface="MS UI Gothic"/>
                <a:cs typeface="MS UI Gothic"/>
              </a:rPr>
              <a:t>に</a:t>
            </a:r>
            <a:r>
              <a:rPr sz="1600" spc="170" dirty="0">
                <a:solidFill>
                  <a:srgbClr val="FFFFFF"/>
                </a:solidFill>
                <a:latin typeface="MS UI Gothic"/>
                <a:cs typeface="MS UI Gothic"/>
              </a:rPr>
              <a:t>対</a:t>
            </a:r>
            <a:r>
              <a:rPr sz="1600" spc="20" dirty="0">
                <a:solidFill>
                  <a:srgbClr val="FFFFFF"/>
                </a:solidFill>
                <a:latin typeface="MS UI Gothic"/>
                <a:cs typeface="MS UI Gothic"/>
              </a:rPr>
              <a:t>し、</a:t>
            </a:r>
            <a:r>
              <a:rPr sz="1600" spc="50" dirty="0">
                <a:solidFill>
                  <a:srgbClr val="FFFFFF"/>
                </a:solidFill>
                <a:latin typeface="MS UI Gothic"/>
                <a:cs typeface="MS UI Gothic"/>
              </a:rPr>
              <a:t>期</a:t>
            </a:r>
            <a:r>
              <a:rPr sz="1600" spc="110" dirty="0">
                <a:solidFill>
                  <a:srgbClr val="FFFFFF"/>
                </a:solidFill>
                <a:latin typeface="MS UI Gothic"/>
                <a:cs typeface="MS UI Gothic"/>
              </a:rPr>
              <a:t>間を</a:t>
            </a:r>
            <a:r>
              <a:rPr sz="1600" spc="135" dirty="0">
                <a:solidFill>
                  <a:srgbClr val="FFFFFF"/>
                </a:solidFill>
                <a:latin typeface="MS UI Gothic"/>
                <a:cs typeface="MS UI Gothic"/>
              </a:rPr>
              <a:t>設</a:t>
            </a:r>
            <a:r>
              <a:rPr sz="1600" spc="165" dirty="0">
                <a:solidFill>
                  <a:srgbClr val="FFFFFF"/>
                </a:solidFill>
                <a:latin typeface="MS UI Gothic"/>
                <a:cs typeface="MS UI Gothic"/>
              </a:rPr>
              <a:t>定して</a:t>
            </a:r>
            <a:r>
              <a:rPr sz="1600" spc="140" dirty="0">
                <a:solidFill>
                  <a:srgbClr val="FFFFFF"/>
                </a:solidFill>
                <a:latin typeface="MS UI Gothic"/>
                <a:cs typeface="MS UI Gothic"/>
              </a:rPr>
              <a:t>の運</a:t>
            </a:r>
            <a:r>
              <a:rPr sz="1600" spc="5" dirty="0">
                <a:solidFill>
                  <a:srgbClr val="FFFFFF"/>
                </a:solidFill>
                <a:latin typeface="MS UI Gothic"/>
                <a:cs typeface="MS UI Gothic"/>
              </a:rPr>
              <a:t>営</a:t>
            </a:r>
            <a:r>
              <a:rPr sz="1600" spc="85" dirty="0">
                <a:solidFill>
                  <a:srgbClr val="FFFFFF"/>
                </a:solidFill>
                <a:latin typeface="MS UI Gothic"/>
                <a:cs typeface="MS UI Gothic"/>
              </a:rPr>
              <a:t>に参</a:t>
            </a:r>
            <a:r>
              <a:rPr sz="1600" spc="114" dirty="0">
                <a:solidFill>
                  <a:srgbClr val="FFFFFF"/>
                </a:solidFill>
                <a:latin typeface="MS UI Gothic"/>
                <a:cs typeface="MS UI Gothic"/>
              </a:rPr>
              <a:t>画</a:t>
            </a:r>
            <a:r>
              <a:rPr sz="1600" spc="235" dirty="0">
                <a:solidFill>
                  <a:srgbClr val="FFFFFF"/>
                </a:solidFill>
                <a:latin typeface="MS UI Gothic"/>
                <a:cs typeface="MS UI Gothic"/>
              </a:rPr>
              <a:t>し</a:t>
            </a:r>
            <a:r>
              <a:rPr sz="1600" spc="270" dirty="0">
                <a:solidFill>
                  <a:srgbClr val="FFFFFF"/>
                </a:solidFill>
                <a:latin typeface="MS UI Gothic"/>
                <a:cs typeface="MS UI Gothic"/>
              </a:rPr>
              <a:t>た</a:t>
            </a:r>
            <a:r>
              <a:rPr sz="1600" spc="365" dirty="0">
                <a:solidFill>
                  <a:srgbClr val="FFFFFF"/>
                </a:solidFill>
                <a:latin typeface="MS UI Gothic"/>
                <a:cs typeface="MS UI Gothic"/>
              </a:rPr>
              <a:t>メ</a:t>
            </a:r>
            <a:r>
              <a:rPr sz="1600" spc="220" dirty="0">
                <a:solidFill>
                  <a:srgbClr val="FFFFFF"/>
                </a:solidFill>
                <a:latin typeface="MS UI Gothic"/>
                <a:cs typeface="MS UI Gothic"/>
              </a:rPr>
              <a:t>ン</a:t>
            </a:r>
            <a:r>
              <a:rPr sz="1600" spc="260" dirty="0">
                <a:solidFill>
                  <a:srgbClr val="FFFFFF"/>
                </a:solidFill>
                <a:latin typeface="MS UI Gothic"/>
                <a:cs typeface="MS UI Gothic"/>
              </a:rPr>
              <a:t>バ</a:t>
            </a:r>
            <a:r>
              <a:rPr sz="1600" spc="225" dirty="0">
                <a:solidFill>
                  <a:srgbClr val="FFFFFF"/>
                </a:solidFill>
                <a:latin typeface="MS UI Gothic"/>
                <a:cs typeface="MS UI Gothic"/>
              </a:rPr>
              <a:t>ー</a:t>
            </a:r>
            <a:r>
              <a:rPr sz="1600" spc="260" dirty="0">
                <a:solidFill>
                  <a:srgbClr val="FFFFFF"/>
                </a:solidFill>
                <a:latin typeface="MS UI Gothic"/>
                <a:cs typeface="MS UI Gothic"/>
              </a:rPr>
              <a:t>へ</a:t>
            </a:r>
            <a:r>
              <a:rPr sz="1600" spc="-5" dirty="0">
                <a:solidFill>
                  <a:srgbClr val="FFFFFF"/>
                </a:solidFill>
                <a:latin typeface="MS UI Gothic"/>
                <a:cs typeface="MS UI Gothic"/>
              </a:rPr>
              <a:t>支</a:t>
            </a:r>
            <a:r>
              <a:rPr sz="1600" spc="10" dirty="0">
                <a:solidFill>
                  <a:srgbClr val="FFFFFF"/>
                </a:solidFill>
                <a:latin typeface="MS UI Gothic"/>
                <a:cs typeface="MS UI Gothic"/>
              </a:rPr>
              <a:t>給</a:t>
            </a:r>
            <a:r>
              <a:rPr sz="1600" spc="229" dirty="0">
                <a:solidFill>
                  <a:srgbClr val="FFFFFF"/>
                </a:solidFill>
                <a:latin typeface="MS UI Gothic"/>
                <a:cs typeface="MS UI Gothic"/>
              </a:rPr>
              <a:t>する</a:t>
            </a:r>
            <a:endParaRPr sz="1600">
              <a:latin typeface="MS UI Gothic"/>
              <a:cs typeface="MS UI Gothic"/>
            </a:endParaRPr>
          </a:p>
        </p:txBody>
      </p:sp>
      <p:sp>
        <p:nvSpPr>
          <p:cNvPr id="18" name="object 18"/>
          <p:cNvSpPr txBox="1">
            <a:spLocks noGrp="1"/>
          </p:cNvSpPr>
          <p:nvPr>
            <p:ph type="title"/>
          </p:nvPr>
        </p:nvSpPr>
        <p:spPr>
          <a:xfrm>
            <a:off x="78739" y="349704"/>
            <a:ext cx="5652770" cy="181460"/>
          </a:xfrm>
          <a:prstGeom prst="rect">
            <a:avLst/>
          </a:prstGeom>
        </p:spPr>
        <p:txBody>
          <a:bodyPr vert="horz" wrap="square" lIns="0" tIns="12065" rIns="0" bIns="0" rtlCol="0">
            <a:spAutoFit/>
          </a:bodyPr>
          <a:lstStyle/>
          <a:p>
            <a:pPr marL="12700">
              <a:lnSpc>
                <a:spcPct val="100000"/>
              </a:lnSpc>
              <a:spcBef>
                <a:spcPts val="95"/>
              </a:spcBef>
              <a:tabLst>
                <a:tab pos="2475865" algn="l"/>
                <a:tab pos="3219450" algn="l"/>
              </a:tabLst>
            </a:pPr>
            <a:r>
              <a:rPr sz="1100" spc="215" dirty="0"/>
              <a:t>1-(2).</a:t>
            </a:r>
            <a:r>
              <a:rPr sz="1100" spc="-5" dirty="0"/>
              <a:t>営業</a:t>
            </a:r>
            <a:r>
              <a:rPr sz="1100" spc="165" dirty="0"/>
              <a:t>イ</a:t>
            </a:r>
            <a:r>
              <a:rPr sz="1100" spc="170" dirty="0"/>
              <a:t>ン</a:t>
            </a:r>
            <a:r>
              <a:rPr sz="1100" spc="195" dirty="0"/>
              <a:t>セ</a:t>
            </a:r>
            <a:r>
              <a:rPr sz="1100" spc="340" dirty="0"/>
              <a:t>ン</a:t>
            </a:r>
            <a:r>
              <a:rPr sz="1100" spc="345" dirty="0"/>
              <a:t>テ</a:t>
            </a:r>
            <a:r>
              <a:rPr sz="1100" spc="254" dirty="0"/>
              <a:t>ィ</a:t>
            </a:r>
            <a:r>
              <a:rPr sz="1100" spc="345" dirty="0"/>
              <a:t>ブ	</a:t>
            </a:r>
            <a:r>
              <a:rPr sz="1100" spc="-5" dirty="0"/>
              <a:t>報酬面	「</a:t>
            </a:r>
            <a:r>
              <a:rPr sz="1100" spc="155" dirty="0"/>
              <a:t>エ</a:t>
            </a:r>
            <a:r>
              <a:rPr sz="1100" spc="170" dirty="0"/>
              <a:t>ム</a:t>
            </a:r>
            <a:r>
              <a:rPr sz="1100" spc="155" dirty="0"/>
              <a:t>エ</a:t>
            </a:r>
            <a:r>
              <a:rPr sz="1100" spc="175" dirty="0"/>
              <a:t>ム</a:t>
            </a:r>
            <a:r>
              <a:rPr sz="1100" spc="160" dirty="0"/>
              <a:t>ポ</a:t>
            </a:r>
            <a:r>
              <a:rPr sz="1100" spc="140" dirty="0"/>
              <a:t>イ</a:t>
            </a:r>
            <a:r>
              <a:rPr sz="1100" spc="145" dirty="0"/>
              <a:t>ン</a:t>
            </a:r>
            <a:r>
              <a:rPr sz="1100" spc="140" dirty="0"/>
              <a:t>ト</a:t>
            </a:r>
            <a:r>
              <a:rPr sz="1100" spc="105" dirty="0"/>
              <a:t>」</a:t>
            </a:r>
            <a:r>
              <a:rPr sz="1100" spc="285" dirty="0"/>
              <a:t>につ</a:t>
            </a:r>
            <a:r>
              <a:rPr sz="1100" spc="295" dirty="0"/>
              <a:t>い</a:t>
            </a:r>
            <a:r>
              <a:rPr sz="1100" spc="285" dirty="0"/>
              <a:t>て</a:t>
            </a:r>
          </a:p>
        </p:txBody>
      </p:sp>
      <p:graphicFrame>
        <p:nvGraphicFramePr>
          <p:cNvPr id="19" name="object 19"/>
          <p:cNvGraphicFramePr>
            <a:graphicFrameLocks noGrp="1"/>
          </p:cNvGraphicFramePr>
          <p:nvPr/>
        </p:nvGraphicFramePr>
        <p:xfrm>
          <a:off x="525259" y="1628901"/>
          <a:ext cx="7848599" cy="2024378"/>
        </p:xfrm>
        <a:graphic>
          <a:graphicData uri="http://schemas.openxmlformats.org/drawingml/2006/table">
            <a:tbl>
              <a:tblPr firstRow="1" bandRow="1">
                <a:tableStyleId>{2D5ABB26-0587-4C30-8999-92F81FD0307C}</a:tableStyleId>
              </a:tblPr>
              <a:tblGrid>
                <a:gridCol w="1151890">
                  <a:extLst>
                    <a:ext uri="{9D8B030D-6E8A-4147-A177-3AD203B41FA5}">
                      <a16:colId xmlns:a16="http://schemas.microsoft.com/office/drawing/2014/main" val="20000"/>
                    </a:ext>
                  </a:extLst>
                </a:gridCol>
                <a:gridCol w="2076450">
                  <a:extLst>
                    <a:ext uri="{9D8B030D-6E8A-4147-A177-3AD203B41FA5}">
                      <a16:colId xmlns:a16="http://schemas.microsoft.com/office/drawing/2014/main" val="20001"/>
                    </a:ext>
                  </a:extLst>
                </a:gridCol>
                <a:gridCol w="2310130">
                  <a:extLst>
                    <a:ext uri="{9D8B030D-6E8A-4147-A177-3AD203B41FA5}">
                      <a16:colId xmlns:a16="http://schemas.microsoft.com/office/drawing/2014/main" val="20002"/>
                    </a:ext>
                  </a:extLst>
                </a:gridCol>
                <a:gridCol w="2310129">
                  <a:extLst>
                    <a:ext uri="{9D8B030D-6E8A-4147-A177-3AD203B41FA5}">
                      <a16:colId xmlns:a16="http://schemas.microsoft.com/office/drawing/2014/main" val="20003"/>
                    </a:ext>
                  </a:extLst>
                </a:gridCol>
              </a:tblGrid>
              <a:tr h="289178">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F3763"/>
                    </a:solidFill>
                  </a:tcPr>
                </a:tc>
                <a:tc>
                  <a:txBody>
                    <a:bodyPr/>
                    <a:lstStyle/>
                    <a:p>
                      <a:pPr algn="ctr">
                        <a:lnSpc>
                          <a:spcPct val="100000"/>
                        </a:lnSpc>
                        <a:spcBef>
                          <a:spcPts val="495"/>
                        </a:spcBef>
                      </a:pPr>
                      <a:r>
                        <a:rPr sz="1100" b="1" dirty="0">
                          <a:solidFill>
                            <a:srgbClr val="FFFFFF"/>
                          </a:solidFill>
                          <a:latin typeface="Microsoft YaHei UI"/>
                          <a:cs typeface="Microsoft YaHei UI"/>
                        </a:rPr>
                        <a:t>誰が支給す</a:t>
                      </a:r>
                      <a:r>
                        <a:rPr sz="1100" b="1" spc="-5" dirty="0">
                          <a:solidFill>
                            <a:srgbClr val="FFFFFF"/>
                          </a:solidFill>
                          <a:latin typeface="Microsoft YaHei UI"/>
                          <a:cs typeface="Microsoft YaHei UI"/>
                        </a:rPr>
                        <a:t>る</a:t>
                      </a:r>
                      <a:r>
                        <a:rPr sz="1100" b="1" dirty="0">
                          <a:solidFill>
                            <a:srgbClr val="FFFFFF"/>
                          </a:solidFill>
                          <a:latin typeface="Microsoft YaHei UI"/>
                          <a:cs typeface="Microsoft YaHei UI"/>
                        </a:rPr>
                        <a:t>？</a:t>
                      </a:r>
                      <a:endParaRPr sz="1100">
                        <a:latin typeface="Microsoft YaHei UI"/>
                        <a:cs typeface="Microsoft YaHei UI"/>
                      </a:endParaRPr>
                    </a:p>
                  </a:txBody>
                  <a:tcPr marL="0" marR="0" marT="628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F3763"/>
                    </a:solidFill>
                  </a:tcPr>
                </a:tc>
                <a:tc>
                  <a:txBody>
                    <a:bodyPr/>
                    <a:lstStyle/>
                    <a:p>
                      <a:pPr marL="1270" algn="ctr">
                        <a:lnSpc>
                          <a:spcPct val="100000"/>
                        </a:lnSpc>
                        <a:spcBef>
                          <a:spcPts val="495"/>
                        </a:spcBef>
                      </a:pPr>
                      <a:r>
                        <a:rPr sz="1100" b="1" dirty="0">
                          <a:solidFill>
                            <a:srgbClr val="FFFFFF"/>
                          </a:solidFill>
                          <a:latin typeface="Microsoft YaHei UI"/>
                          <a:cs typeface="Microsoft YaHei UI"/>
                        </a:rPr>
                        <a:t>いつ評価す</a:t>
                      </a:r>
                      <a:r>
                        <a:rPr sz="1100" b="1" spc="-5" dirty="0">
                          <a:solidFill>
                            <a:srgbClr val="FFFFFF"/>
                          </a:solidFill>
                          <a:latin typeface="Microsoft YaHei UI"/>
                          <a:cs typeface="Microsoft YaHei UI"/>
                        </a:rPr>
                        <a:t>る</a:t>
                      </a:r>
                      <a:r>
                        <a:rPr sz="1100" b="1" dirty="0">
                          <a:solidFill>
                            <a:srgbClr val="FFFFFF"/>
                          </a:solidFill>
                          <a:latin typeface="Microsoft YaHei UI"/>
                          <a:cs typeface="Microsoft YaHei UI"/>
                        </a:rPr>
                        <a:t>？</a:t>
                      </a:r>
                      <a:endParaRPr sz="1100">
                        <a:latin typeface="Microsoft YaHei UI"/>
                        <a:cs typeface="Microsoft YaHei UI"/>
                      </a:endParaRPr>
                    </a:p>
                  </a:txBody>
                  <a:tcPr marL="0" marR="0" marT="628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F3763"/>
                    </a:solidFill>
                  </a:tcPr>
                </a:tc>
                <a:tc>
                  <a:txBody>
                    <a:bodyPr/>
                    <a:lstStyle/>
                    <a:p>
                      <a:pPr marL="1905" algn="ctr">
                        <a:lnSpc>
                          <a:spcPct val="100000"/>
                        </a:lnSpc>
                        <a:spcBef>
                          <a:spcPts val="495"/>
                        </a:spcBef>
                      </a:pPr>
                      <a:r>
                        <a:rPr sz="1100" b="1" dirty="0">
                          <a:solidFill>
                            <a:srgbClr val="FFFFFF"/>
                          </a:solidFill>
                          <a:latin typeface="Microsoft YaHei UI"/>
                          <a:cs typeface="Microsoft YaHei UI"/>
                        </a:rPr>
                        <a:t>どう</a:t>
                      </a:r>
                      <a:r>
                        <a:rPr sz="1100" b="1" spc="-5" dirty="0">
                          <a:solidFill>
                            <a:srgbClr val="FFFFFF"/>
                          </a:solidFill>
                          <a:latin typeface="Microsoft YaHei UI"/>
                          <a:cs typeface="Microsoft YaHei UI"/>
                        </a:rPr>
                        <a:t>やって評価</a:t>
                      </a:r>
                      <a:r>
                        <a:rPr sz="1100" b="1" spc="-15" dirty="0">
                          <a:solidFill>
                            <a:srgbClr val="FFFFFF"/>
                          </a:solidFill>
                          <a:latin typeface="Microsoft YaHei UI"/>
                          <a:cs typeface="Microsoft YaHei UI"/>
                        </a:rPr>
                        <a:t>す</a:t>
                      </a:r>
                      <a:r>
                        <a:rPr sz="1100" b="1" dirty="0">
                          <a:solidFill>
                            <a:srgbClr val="FFFFFF"/>
                          </a:solidFill>
                          <a:latin typeface="Microsoft YaHei UI"/>
                          <a:cs typeface="Microsoft YaHei UI"/>
                        </a:rPr>
                        <a:t>る？</a:t>
                      </a:r>
                      <a:endParaRPr sz="1100">
                        <a:latin typeface="Microsoft YaHei UI"/>
                        <a:cs typeface="Microsoft YaHei UI"/>
                      </a:endParaRPr>
                    </a:p>
                  </a:txBody>
                  <a:tcPr marL="0" marR="0" marT="628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F3763"/>
                    </a:solidFill>
                  </a:tcPr>
                </a:tc>
                <a:extLst>
                  <a:ext uri="{0D108BD9-81ED-4DB2-BD59-A6C34878D82A}">
                    <a16:rowId xmlns:a16="http://schemas.microsoft.com/office/drawing/2014/main" val="10000"/>
                  </a:ext>
                </a:extLst>
              </a:tr>
              <a:tr h="578358">
                <a:tc>
                  <a:txBody>
                    <a:bodyPr/>
                    <a:lstStyle/>
                    <a:p>
                      <a:pPr>
                        <a:lnSpc>
                          <a:spcPct val="100000"/>
                        </a:lnSpc>
                        <a:spcBef>
                          <a:spcPts val="25"/>
                        </a:spcBef>
                      </a:pPr>
                      <a:endParaRPr sz="1400">
                        <a:latin typeface="Times New Roman"/>
                        <a:cs typeface="Times New Roman"/>
                      </a:endParaRPr>
                    </a:p>
                    <a:p>
                      <a:pPr algn="ctr">
                        <a:lnSpc>
                          <a:spcPct val="100000"/>
                        </a:lnSpc>
                        <a:spcBef>
                          <a:spcPts val="5"/>
                        </a:spcBef>
                      </a:pPr>
                      <a:r>
                        <a:rPr sz="1100" b="1" dirty="0">
                          <a:solidFill>
                            <a:srgbClr val="FFFFFF"/>
                          </a:solidFill>
                          <a:latin typeface="Microsoft YaHei UI"/>
                          <a:cs typeface="Microsoft YaHei UI"/>
                        </a:rPr>
                        <a:t>給与</a:t>
                      </a:r>
                      <a:endParaRPr sz="1100">
                        <a:latin typeface="Microsoft YaHei UI"/>
                        <a:cs typeface="Microsoft YaHei UI"/>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F3763"/>
                    </a:solidFill>
                  </a:tcPr>
                </a:tc>
                <a:tc>
                  <a:txBody>
                    <a:bodyPr/>
                    <a:lstStyle/>
                    <a:p>
                      <a:pPr>
                        <a:lnSpc>
                          <a:spcPct val="100000"/>
                        </a:lnSpc>
                        <a:spcBef>
                          <a:spcPts val="25"/>
                        </a:spcBef>
                      </a:pPr>
                      <a:endParaRPr sz="1400">
                        <a:latin typeface="Times New Roman"/>
                        <a:cs typeface="Times New Roman"/>
                      </a:endParaRPr>
                    </a:p>
                    <a:p>
                      <a:pPr algn="ctr">
                        <a:lnSpc>
                          <a:spcPct val="100000"/>
                        </a:lnSpc>
                        <a:spcBef>
                          <a:spcPts val="5"/>
                        </a:spcBef>
                      </a:pPr>
                      <a:r>
                        <a:rPr sz="1100" dirty="0">
                          <a:latin typeface="MS UI Gothic"/>
                          <a:cs typeface="MS UI Gothic"/>
                        </a:rPr>
                        <a:t>会社が支給</a:t>
                      </a:r>
                      <a:r>
                        <a:rPr sz="1100" spc="-5" dirty="0">
                          <a:latin typeface="MS UI Gothic"/>
                          <a:cs typeface="MS UI Gothic"/>
                        </a:rPr>
                        <a:t>す</a:t>
                      </a:r>
                      <a:r>
                        <a:rPr sz="1100" dirty="0">
                          <a:latin typeface="MS UI Gothic"/>
                          <a:cs typeface="MS UI Gothic"/>
                        </a:rPr>
                        <a:t>る</a:t>
                      </a:r>
                      <a:endParaRPr sz="1100">
                        <a:latin typeface="MS UI Gothic"/>
                        <a:cs typeface="MS UI Gothic"/>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25"/>
                        </a:spcBef>
                      </a:pPr>
                      <a:endParaRPr sz="1400">
                        <a:latin typeface="Times New Roman"/>
                        <a:cs typeface="Times New Roman"/>
                      </a:endParaRPr>
                    </a:p>
                    <a:p>
                      <a:pPr algn="ctr">
                        <a:lnSpc>
                          <a:spcPct val="100000"/>
                        </a:lnSpc>
                        <a:spcBef>
                          <a:spcPts val="5"/>
                        </a:spcBef>
                      </a:pPr>
                      <a:r>
                        <a:rPr sz="1100" dirty="0">
                          <a:latin typeface="MS UI Gothic"/>
                          <a:cs typeface="MS UI Gothic"/>
                        </a:rPr>
                        <a:t>年</a:t>
                      </a:r>
                      <a:r>
                        <a:rPr sz="1100" spc="145" dirty="0">
                          <a:latin typeface="MS UI Gothic"/>
                          <a:cs typeface="MS UI Gothic"/>
                        </a:rPr>
                        <a:t>1</a:t>
                      </a:r>
                      <a:r>
                        <a:rPr sz="1100" dirty="0">
                          <a:latin typeface="MS UI Gothic"/>
                          <a:cs typeface="MS UI Gothic"/>
                        </a:rPr>
                        <a:t>回</a:t>
                      </a:r>
                      <a:endParaRPr sz="1100">
                        <a:latin typeface="MS UI Gothic"/>
                        <a:cs typeface="MS UI Gothic"/>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25"/>
                        </a:spcBef>
                      </a:pPr>
                      <a:endParaRPr sz="1400">
                        <a:latin typeface="Times New Roman"/>
                        <a:cs typeface="Times New Roman"/>
                      </a:endParaRPr>
                    </a:p>
                    <a:p>
                      <a:pPr marL="1270" algn="ctr">
                        <a:lnSpc>
                          <a:spcPct val="100000"/>
                        </a:lnSpc>
                        <a:spcBef>
                          <a:spcPts val="5"/>
                        </a:spcBef>
                      </a:pPr>
                      <a:r>
                        <a:rPr sz="1100" dirty="0">
                          <a:latin typeface="MS UI Gothic"/>
                          <a:cs typeface="MS UI Gothic"/>
                        </a:rPr>
                        <a:t>格付会議で</a:t>
                      </a:r>
                      <a:r>
                        <a:rPr sz="1100" spc="-5" dirty="0">
                          <a:latin typeface="MS UI Gothic"/>
                          <a:cs typeface="MS UI Gothic"/>
                        </a:rPr>
                        <a:t>、</a:t>
                      </a:r>
                      <a:r>
                        <a:rPr sz="1100" dirty="0">
                          <a:latin typeface="MS UI Gothic"/>
                          <a:cs typeface="MS UI Gothic"/>
                        </a:rPr>
                        <a:t>総合的に評</a:t>
                      </a:r>
                      <a:r>
                        <a:rPr sz="1100" spc="-15" dirty="0">
                          <a:latin typeface="MS UI Gothic"/>
                          <a:cs typeface="MS UI Gothic"/>
                        </a:rPr>
                        <a:t>価</a:t>
                      </a:r>
                      <a:r>
                        <a:rPr sz="1100" spc="-5" dirty="0">
                          <a:latin typeface="MS UI Gothic"/>
                          <a:cs typeface="MS UI Gothic"/>
                        </a:rPr>
                        <a:t>す</a:t>
                      </a:r>
                      <a:r>
                        <a:rPr sz="1100" dirty="0">
                          <a:latin typeface="MS UI Gothic"/>
                          <a:cs typeface="MS UI Gothic"/>
                        </a:rPr>
                        <a:t>る</a:t>
                      </a:r>
                      <a:endParaRPr sz="1100">
                        <a:latin typeface="MS UI Gothic"/>
                        <a:cs typeface="MS UI Gothic"/>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78485">
                <a:tc>
                  <a:txBody>
                    <a:bodyPr/>
                    <a:lstStyle/>
                    <a:p>
                      <a:pPr algn="ctr">
                        <a:lnSpc>
                          <a:spcPct val="100000"/>
                        </a:lnSpc>
                        <a:spcBef>
                          <a:spcPts val="980"/>
                        </a:spcBef>
                      </a:pPr>
                      <a:r>
                        <a:rPr sz="1100" b="1" spc="-100" dirty="0">
                          <a:solidFill>
                            <a:srgbClr val="FFFFFF"/>
                          </a:solidFill>
                          <a:latin typeface="Microsoft YaHei UI"/>
                          <a:cs typeface="Microsoft YaHei UI"/>
                        </a:rPr>
                        <a:t>エ</a:t>
                      </a:r>
                      <a:r>
                        <a:rPr sz="1100" b="1" spc="-95" dirty="0">
                          <a:solidFill>
                            <a:srgbClr val="FFFFFF"/>
                          </a:solidFill>
                          <a:latin typeface="Microsoft YaHei UI"/>
                          <a:cs typeface="Microsoft YaHei UI"/>
                        </a:rPr>
                        <a:t>ム</a:t>
                      </a:r>
                      <a:r>
                        <a:rPr sz="1100" b="1" spc="-100" dirty="0">
                          <a:solidFill>
                            <a:srgbClr val="FFFFFF"/>
                          </a:solidFill>
                          <a:latin typeface="Microsoft YaHei UI"/>
                          <a:cs typeface="Microsoft YaHei UI"/>
                        </a:rPr>
                        <a:t>エム</a:t>
                      </a:r>
                      <a:endParaRPr sz="1100">
                        <a:latin typeface="Microsoft YaHei UI"/>
                        <a:cs typeface="Microsoft YaHei UI"/>
                      </a:endParaRPr>
                    </a:p>
                    <a:p>
                      <a:pPr algn="ctr">
                        <a:lnSpc>
                          <a:spcPct val="100000"/>
                        </a:lnSpc>
                      </a:pPr>
                      <a:r>
                        <a:rPr sz="1100" b="1" spc="-114" dirty="0">
                          <a:solidFill>
                            <a:srgbClr val="FFFFFF"/>
                          </a:solidFill>
                          <a:latin typeface="Microsoft YaHei UI"/>
                          <a:cs typeface="Microsoft YaHei UI"/>
                        </a:rPr>
                        <a:t>ポ</a:t>
                      </a:r>
                      <a:r>
                        <a:rPr sz="1100" b="1" spc="-110" dirty="0">
                          <a:solidFill>
                            <a:srgbClr val="FFFFFF"/>
                          </a:solidFill>
                          <a:latin typeface="Microsoft YaHei UI"/>
                          <a:cs typeface="Microsoft YaHei UI"/>
                        </a:rPr>
                        <a:t>イ</a:t>
                      </a:r>
                      <a:r>
                        <a:rPr sz="1100" b="1" spc="-75" dirty="0">
                          <a:solidFill>
                            <a:srgbClr val="FFFFFF"/>
                          </a:solidFill>
                          <a:latin typeface="Microsoft YaHei UI"/>
                          <a:cs typeface="Microsoft YaHei UI"/>
                        </a:rPr>
                        <a:t>ン</a:t>
                      </a:r>
                      <a:r>
                        <a:rPr sz="1100" b="1" spc="-60" dirty="0">
                          <a:solidFill>
                            <a:srgbClr val="FFFFFF"/>
                          </a:solidFill>
                          <a:latin typeface="Microsoft YaHei UI"/>
                          <a:cs typeface="Microsoft YaHei UI"/>
                        </a:rPr>
                        <a:t>ト①～③</a:t>
                      </a:r>
                      <a:endParaRPr sz="1100">
                        <a:latin typeface="Microsoft YaHei UI"/>
                        <a:cs typeface="Microsoft YaHei UI"/>
                      </a:endParaRPr>
                    </a:p>
                  </a:txBody>
                  <a:tcPr marL="0" marR="0" marT="124460" marB="0">
                    <a:lnL w="12700">
                      <a:solidFill>
                        <a:srgbClr val="000000"/>
                      </a:solidFill>
                      <a:prstDash val="solid"/>
                    </a:lnL>
                    <a:lnR w="12700">
                      <a:solidFill>
                        <a:srgbClr val="000000"/>
                      </a:solidFill>
                      <a:prstDash val="solid"/>
                    </a:lnR>
                    <a:lnT w="12700">
                      <a:solidFill>
                        <a:srgbClr val="000000"/>
                      </a:solidFill>
                      <a:prstDash val="solid"/>
                    </a:lnT>
                    <a:lnB w="28575">
                      <a:solidFill>
                        <a:srgbClr val="FF0000"/>
                      </a:solidFill>
                      <a:prstDash val="solid"/>
                    </a:lnB>
                    <a:solidFill>
                      <a:srgbClr val="1F3763"/>
                    </a:solidFill>
                  </a:tcPr>
                </a:tc>
                <a:tc>
                  <a:txBody>
                    <a:bodyPr/>
                    <a:lstStyle/>
                    <a:p>
                      <a:pPr>
                        <a:lnSpc>
                          <a:spcPct val="100000"/>
                        </a:lnSpc>
                        <a:spcBef>
                          <a:spcPts val="30"/>
                        </a:spcBef>
                      </a:pPr>
                      <a:endParaRPr sz="1400">
                        <a:latin typeface="Times New Roman"/>
                        <a:cs typeface="Times New Roman"/>
                      </a:endParaRPr>
                    </a:p>
                    <a:p>
                      <a:pPr algn="ctr">
                        <a:lnSpc>
                          <a:spcPct val="100000"/>
                        </a:lnSpc>
                      </a:pPr>
                      <a:r>
                        <a:rPr sz="1100" dirty="0">
                          <a:latin typeface="MS UI Gothic"/>
                          <a:cs typeface="MS UI Gothic"/>
                        </a:rPr>
                        <a:t>上司が支給</a:t>
                      </a:r>
                      <a:r>
                        <a:rPr sz="1100" spc="-5" dirty="0">
                          <a:latin typeface="MS UI Gothic"/>
                          <a:cs typeface="MS UI Gothic"/>
                        </a:rPr>
                        <a:t>す</a:t>
                      </a:r>
                      <a:r>
                        <a:rPr sz="1100" dirty="0">
                          <a:latin typeface="MS UI Gothic"/>
                          <a:cs typeface="MS UI Gothic"/>
                        </a:rPr>
                        <a:t>る</a:t>
                      </a:r>
                      <a:endParaRPr sz="1100">
                        <a:latin typeface="MS UI Gothic"/>
                        <a:cs typeface="MS UI Gothic"/>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28575">
                      <a:solidFill>
                        <a:srgbClr val="FF0000"/>
                      </a:solidFill>
                      <a:prstDash val="solid"/>
                    </a:lnB>
                  </a:tcPr>
                </a:tc>
                <a:tc>
                  <a:txBody>
                    <a:bodyPr/>
                    <a:lstStyle/>
                    <a:p>
                      <a:pPr>
                        <a:lnSpc>
                          <a:spcPct val="100000"/>
                        </a:lnSpc>
                        <a:spcBef>
                          <a:spcPts val="30"/>
                        </a:spcBef>
                      </a:pPr>
                      <a:endParaRPr sz="1400">
                        <a:latin typeface="Times New Roman"/>
                        <a:cs typeface="Times New Roman"/>
                      </a:endParaRPr>
                    </a:p>
                    <a:p>
                      <a:pPr algn="ctr">
                        <a:lnSpc>
                          <a:spcPct val="100000"/>
                        </a:lnSpc>
                      </a:pPr>
                      <a:r>
                        <a:rPr sz="1100" dirty="0">
                          <a:latin typeface="MS UI Gothic"/>
                          <a:cs typeface="MS UI Gothic"/>
                        </a:rPr>
                        <a:t>月</a:t>
                      </a:r>
                      <a:r>
                        <a:rPr sz="1100" spc="145" dirty="0">
                          <a:latin typeface="MS UI Gothic"/>
                          <a:cs typeface="MS UI Gothic"/>
                        </a:rPr>
                        <a:t>1</a:t>
                      </a:r>
                      <a:r>
                        <a:rPr sz="1100" dirty="0">
                          <a:latin typeface="MS UI Gothic"/>
                          <a:cs typeface="MS UI Gothic"/>
                        </a:rPr>
                        <a:t>回</a:t>
                      </a:r>
                      <a:endParaRPr sz="1100">
                        <a:latin typeface="MS UI Gothic"/>
                        <a:cs typeface="MS UI Gothic"/>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28575">
                      <a:solidFill>
                        <a:srgbClr val="FF0000"/>
                      </a:solidFill>
                      <a:prstDash val="solid"/>
                    </a:lnB>
                  </a:tcPr>
                </a:tc>
                <a:tc>
                  <a:txBody>
                    <a:bodyPr/>
                    <a:lstStyle/>
                    <a:p>
                      <a:pPr>
                        <a:lnSpc>
                          <a:spcPct val="100000"/>
                        </a:lnSpc>
                        <a:spcBef>
                          <a:spcPts val="30"/>
                        </a:spcBef>
                      </a:pPr>
                      <a:endParaRPr sz="1400">
                        <a:latin typeface="Times New Roman"/>
                        <a:cs typeface="Times New Roman"/>
                      </a:endParaRPr>
                    </a:p>
                    <a:p>
                      <a:pPr marL="1270" algn="ctr">
                        <a:lnSpc>
                          <a:spcPct val="100000"/>
                        </a:lnSpc>
                      </a:pPr>
                      <a:r>
                        <a:rPr sz="1100" dirty="0">
                          <a:latin typeface="MS UI Gothic"/>
                          <a:cs typeface="MS UI Gothic"/>
                        </a:rPr>
                        <a:t>都度、案件</a:t>
                      </a:r>
                      <a:r>
                        <a:rPr sz="1100" spc="-5" dirty="0">
                          <a:latin typeface="MS UI Gothic"/>
                          <a:cs typeface="MS UI Gothic"/>
                        </a:rPr>
                        <a:t>を</a:t>
                      </a:r>
                      <a:r>
                        <a:rPr sz="1100" dirty="0">
                          <a:latin typeface="MS UI Gothic"/>
                          <a:cs typeface="MS UI Gothic"/>
                        </a:rPr>
                        <a:t>評価</a:t>
                      </a:r>
                      <a:r>
                        <a:rPr sz="1100" spc="-5" dirty="0">
                          <a:latin typeface="MS UI Gothic"/>
                          <a:cs typeface="MS UI Gothic"/>
                        </a:rPr>
                        <a:t>す</a:t>
                      </a:r>
                      <a:r>
                        <a:rPr sz="1100" dirty="0">
                          <a:latin typeface="MS UI Gothic"/>
                          <a:cs typeface="MS UI Gothic"/>
                        </a:rPr>
                        <a:t>る</a:t>
                      </a:r>
                      <a:endParaRPr sz="1100">
                        <a:latin typeface="MS UI Gothic"/>
                        <a:cs typeface="MS UI Gothic"/>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28575">
                      <a:solidFill>
                        <a:srgbClr val="FF0000"/>
                      </a:solidFill>
                      <a:prstDash val="solid"/>
                    </a:lnB>
                  </a:tcPr>
                </a:tc>
                <a:extLst>
                  <a:ext uri="{0D108BD9-81ED-4DB2-BD59-A6C34878D82A}">
                    <a16:rowId xmlns:a16="http://schemas.microsoft.com/office/drawing/2014/main" val="10002"/>
                  </a:ext>
                </a:extLst>
              </a:tr>
              <a:tr h="578357">
                <a:tc>
                  <a:txBody>
                    <a:bodyPr/>
                    <a:lstStyle/>
                    <a:p>
                      <a:pPr algn="ctr">
                        <a:lnSpc>
                          <a:spcPct val="100000"/>
                        </a:lnSpc>
                        <a:spcBef>
                          <a:spcPts val="320"/>
                        </a:spcBef>
                      </a:pPr>
                      <a:r>
                        <a:rPr sz="1100" b="1" spc="-550" dirty="0">
                          <a:solidFill>
                            <a:srgbClr val="FFFF00"/>
                          </a:solidFill>
                          <a:latin typeface="Microsoft YaHei UI"/>
                          <a:cs typeface="Microsoft YaHei UI"/>
                        </a:rPr>
                        <a:t>【</a:t>
                      </a:r>
                      <a:r>
                        <a:rPr sz="1100" b="1" dirty="0">
                          <a:solidFill>
                            <a:srgbClr val="FFFF00"/>
                          </a:solidFill>
                          <a:latin typeface="Microsoft YaHei UI"/>
                          <a:cs typeface="Microsoft YaHei UI"/>
                        </a:rPr>
                        <a:t>新設</a:t>
                      </a:r>
                      <a:r>
                        <a:rPr sz="1100" b="1" spc="-550" dirty="0">
                          <a:solidFill>
                            <a:srgbClr val="FFFF00"/>
                          </a:solidFill>
                          <a:latin typeface="Microsoft YaHei UI"/>
                          <a:cs typeface="Microsoft YaHei UI"/>
                        </a:rPr>
                        <a:t>】</a:t>
                      </a:r>
                      <a:endParaRPr sz="1100">
                        <a:latin typeface="Microsoft YaHei UI"/>
                        <a:cs typeface="Microsoft YaHei UI"/>
                      </a:endParaRPr>
                    </a:p>
                    <a:p>
                      <a:pPr algn="ctr">
                        <a:lnSpc>
                          <a:spcPct val="100000"/>
                        </a:lnSpc>
                      </a:pPr>
                      <a:r>
                        <a:rPr sz="1100" b="1" dirty="0">
                          <a:solidFill>
                            <a:srgbClr val="FFFF00"/>
                          </a:solidFill>
                          <a:latin typeface="Microsoft YaHei UI"/>
                          <a:cs typeface="Microsoft YaHei UI"/>
                        </a:rPr>
                        <a:t>④採用調達</a:t>
                      </a:r>
                      <a:endParaRPr sz="1100">
                        <a:latin typeface="Microsoft YaHei UI"/>
                        <a:cs typeface="Microsoft YaHei UI"/>
                      </a:endParaRPr>
                    </a:p>
                    <a:p>
                      <a:pPr algn="ctr">
                        <a:lnSpc>
                          <a:spcPct val="100000"/>
                        </a:lnSpc>
                      </a:pPr>
                      <a:r>
                        <a:rPr sz="1100" b="1" dirty="0">
                          <a:solidFill>
                            <a:srgbClr val="FFFF00"/>
                          </a:solidFill>
                          <a:latin typeface="Microsoft YaHei UI"/>
                          <a:cs typeface="Microsoft YaHei UI"/>
                        </a:rPr>
                        <a:t>エムエム</a:t>
                      </a:r>
                      <a:r>
                        <a:rPr sz="1100" b="1" spc="-5" dirty="0">
                          <a:solidFill>
                            <a:srgbClr val="FFFF00"/>
                          </a:solidFill>
                          <a:latin typeface="Microsoft YaHei UI"/>
                          <a:cs typeface="Microsoft YaHei UI"/>
                        </a:rPr>
                        <a:t>ポ</a:t>
                      </a:r>
                      <a:r>
                        <a:rPr sz="1100" b="1" spc="-10" dirty="0">
                          <a:solidFill>
                            <a:srgbClr val="FFFF00"/>
                          </a:solidFill>
                          <a:latin typeface="Microsoft YaHei UI"/>
                          <a:cs typeface="Microsoft YaHei UI"/>
                        </a:rPr>
                        <a:t>イン</a:t>
                      </a:r>
                      <a:r>
                        <a:rPr sz="1100" b="1" dirty="0">
                          <a:solidFill>
                            <a:srgbClr val="FFFF00"/>
                          </a:solidFill>
                          <a:latin typeface="Microsoft YaHei UI"/>
                          <a:cs typeface="Microsoft YaHei UI"/>
                        </a:rPr>
                        <a:t>ト</a:t>
                      </a:r>
                      <a:endParaRPr sz="1100">
                        <a:latin typeface="Microsoft YaHei UI"/>
                        <a:cs typeface="Microsoft YaHei UI"/>
                      </a:endParaRPr>
                    </a:p>
                  </a:txBody>
                  <a:tcPr marL="0" marR="0" marT="40640" marB="0">
                    <a:lnL w="28575">
                      <a:solidFill>
                        <a:srgbClr val="FF0000"/>
                      </a:solidFill>
                      <a:prstDash val="solid"/>
                    </a:lnL>
                    <a:lnR w="12700">
                      <a:solidFill>
                        <a:srgbClr val="000000"/>
                      </a:solidFill>
                      <a:prstDash val="solid"/>
                    </a:lnR>
                    <a:lnT w="28575">
                      <a:solidFill>
                        <a:srgbClr val="FF0000"/>
                      </a:solidFill>
                      <a:prstDash val="solid"/>
                    </a:lnT>
                    <a:lnB w="28575">
                      <a:solidFill>
                        <a:srgbClr val="FF0000"/>
                      </a:solidFill>
                      <a:prstDash val="solid"/>
                    </a:lnB>
                    <a:solidFill>
                      <a:srgbClr val="1F3763"/>
                    </a:solidFill>
                  </a:tcPr>
                </a:tc>
                <a:tc>
                  <a:txBody>
                    <a:bodyPr/>
                    <a:lstStyle/>
                    <a:p>
                      <a:pPr>
                        <a:lnSpc>
                          <a:spcPct val="100000"/>
                        </a:lnSpc>
                        <a:spcBef>
                          <a:spcPts val="30"/>
                        </a:spcBef>
                      </a:pPr>
                      <a:endParaRPr sz="1400">
                        <a:latin typeface="Times New Roman"/>
                        <a:cs typeface="Times New Roman"/>
                      </a:endParaRPr>
                    </a:p>
                    <a:p>
                      <a:pPr marL="1270" algn="ctr">
                        <a:lnSpc>
                          <a:spcPct val="100000"/>
                        </a:lnSpc>
                      </a:pPr>
                      <a:r>
                        <a:rPr sz="1100" dirty="0">
                          <a:latin typeface="MS UI Gothic"/>
                          <a:cs typeface="MS UI Gothic"/>
                        </a:rPr>
                        <a:t>採用調達</a:t>
                      </a:r>
                      <a:r>
                        <a:rPr sz="1100" spc="-10" dirty="0">
                          <a:latin typeface="MS UI Gothic"/>
                          <a:cs typeface="MS UI Gothic"/>
                        </a:rPr>
                        <a:t>チ</a:t>
                      </a:r>
                      <a:r>
                        <a:rPr sz="1100" spc="-5" dirty="0">
                          <a:latin typeface="MS UI Gothic"/>
                          <a:cs typeface="MS UI Gothic"/>
                        </a:rPr>
                        <a:t>ー</a:t>
                      </a:r>
                      <a:r>
                        <a:rPr sz="1100" dirty="0">
                          <a:latin typeface="MS UI Gothic"/>
                          <a:cs typeface="MS UI Gothic"/>
                        </a:rPr>
                        <a:t>ムが支給する</a:t>
                      </a:r>
                      <a:endParaRPr sz="1100">
                        <a:latin typeface="MS UI Gothic"/>
                        <a:cs typeface="MS UI Gothic"/>
                      </a:endParaRPr>
                    </a:p>
                  </a:txBody>
                  <a:tcPr marL="0" marR="0" marT="3810" marB="0">
                    <a:lnL w="12700">
                      <a:solidFill>
                        <a:srgbClr val="000000"/>
                      </a:solidFill>
                      <a:prstDash val="solid"/>
                    </a:lnL>
                    <a:lnR w="12700">
                      <a:solidFill>
                        <a:srgbClr val="000000"/>
                      </a:solidFill>
                      <a:prstDash val="solid"/>
                    </a:lnR>
                    <a:lnT w="28575">
                      <a:solidFill>
                        <a:srgbClr val="FF0000"/>
                      </a:solidFill>
                      <a:prstDash val="solid"/>
                    </a:lnT>
                    <a:lnB w="28575">
                      <a:solidFill>
                        <a:srgbClr val="FF0000"/>
                      </a:solidFill>
                      <a:prstDash val="solid"/>
                    </a:lnB>
                  </a:tcPr>
                </a:tc>
                <a:tc>
                  <a:txBody>
                    <a:bodyPr/>
                    <a:lstStyle/>
                    <a:p>
                      <a:pPr marL="2540" algn="ctr">
                        <a:lnSpc>
                          <a:spcPct val="100000"/>
                        </a:lnSpc>
                        <a:spcBef>
                          <a:spcPts val="980"/>
                        </a:spcBef>
                      </a:pPr>
                      <a:r>
                        <a:rPr sz="1100" dirty="0">
                          <a:latin typeface="MS UI Gothic"/>
                          <a:cs typeface="MS UI Gothic"/>
                        </a:rPr>
                        <a:t>新規案件受注時、必要</a:t>
                      </a:r>
                      <a:r>
                        <a:rPr sz="1100" spc="-10" dirty="0">
                          <a:latin typeface="MS UI Gothic"/>
                          <a:cs typeface="MS UI Gothic"/>
                        </a:rPr>
                        <a:t>に</a:t>
                      </a:r>
                      <a:r>
                        <a:rPr sz="1100" spc="-15" dirty="0">
                          <a:latin typeface="MS UI Gothic"/>
                          <a:cs typeface="MS UI Gothic"/>
                        </a:rPr>
                        <a:t>応</a:t>
                      </a:r>
                      <a:r>
                        <a:rPr sz="1100" dirty="0">
                          <a:latin typeface="MS UI Gothic"/>
                          <a:cs typeface="MS UI Gothic"/>
                        </a:rPr>
                        <a:t>じて</a:t>
                      </a:r>
                      <a:endParaRPr sz="1100">
                        <a:latin typeface="MS UI Gothic"/>
                        <a:cs typeface="MS UI Gothic"/>
                      </a:endParaRPr>
                    </a:p>
                    <a:p>
                      <a:pPr marL="1905" algn="ctr">
                        <a:lnSpc>
                          <a:spcPct val="100000"/>
                        </a:lnSpc>
                      </a:pPr>
                      <a:r>
                        <a:rPr sz="1100" spc="5" dirty="0">
                          <a:latin typeface="MS UI Gothic"/>
                          <a:cs typeface="MS UI Gothic"/>
                        </a:rPr>
                        <a:t>事</a:t>
                      </a:r>
                      <a:r>
                        <a:rPr sz="1100" dirty="0">
                          <a:latin typeface="MS UI Gothic"/>
                          <a:cs typeface="MS UI Gothic"/>
                        </a:rPr>
                        <a:t>前</a:t>
                      </a:r>
                      <a:r>
                        <a:rPr sz="1100" spc="195" dirty="0">
                          <a:latin typeface="MS UI Gothic"/>
                          <a:cs typeface="MS UI Gothic"/>
                        </a:rPr>
                        <a:t>に</a:t>
                      </a:r>
                      <a:r>
                        <a:rPr sz="1100" spc="190" dirty="0">
                          <a:latin typeface="MS UI Gothic"/>
                          <a:cs typeface="MS UI Gothic"/>
                        </a:rPr>
                        <a:t>ポ</a:t>
                      </a:r>
                      <a:r>
                        <a:rPr sz="1100" spc="85" dirty="0">
                          <a:latin typeface="MS UI Gothic"/>
                          <a:cs typeface="MS UI Gothic"/>
                        </a:rPr>
                        <a:t>イ</a:t>
                      </a:r>
                      <a:r>
                        <a:rPr sz="1100" spc="90" dirty="0">
                          <a:latin typeface="MS UI Gothic"/>
                          <a:cs typeface="MS UI Gothic"/>
                        </a:rPr>
                        <a:t>ン</a:t>
                      </a:r>
                      <a:r>
                        <a:rPr sz="1100" spc="85" dirty="0">
                          <a:latin typeface="MS UI Gothic"/>
                          <a:cs typeface="MS UI Gothic"/>
                        </a:rPr>
                        <a:t>ト</a:t>
                      </a:r>
                      <a:r>
                        <a:rPr sz="1100" spc="120" dirty="0">
                          <a:latin typeface="MS UI Gothic"/>
                          <a:cs typeface="MS UI Gothic"/>
                        </a:rPr>
                        <a:t>設定</a:t>
                      </a:r>
                      <a:r>
                        <a:rPr sz="1100" spc="70" dirty="0">
                          <a:latin typeface="MS UI Gothic"/>
                          <a:cs typeface="MS UI Gothic"/>
                        </a:rPr>
                        <a:t>を</a:t>
                      </a:r>
                      <a:r>
                        <a:rPr sz="1100" spc="105" dirty="0">
                          <a:latin typeface="MS UI Gothic"/>
                          <a:cs typeface="MS UI Gothic"/>
                        </a:rPr>
                        <a:t>す</a:t>
                      </a:r>
                      <a:r>
                        <a:rPr sz="1100" spc="220" dirty="0">
                          <a:latin typeface="MS UI Gothic"/>
                          <a:cs typeface="MS UI Gothic"/>
                        </a:rPr>
                        <a:t>る</a:t>
                      </a:r>
                      <a:endParaRPr sz="1100">
                        <a:latin typeface="MS UI Gothic"/>
                        <a:cs typeface="MS UI Gothic"/>
                      </a:endParaRPr>
                    </a:p>
                  </a:txBody>
                  <a:tcPr marL="0" marR="0" marT="124460" marB="0">
                    <a:lnL w="12700">
                      <a:solidFill>
                        <a:srgbClr val="000000"/>
                      </a:solidFill>
                      <a:prstDash val="solid"/>
                    </a:lnL>
                    <a:lnR w="12700">
                      <a:solidFill>
                        <a:srgbClr val="000000"/>
                      </a:solidFill>
                      <a:prstDash val="solid"/>
                    </a:lnR>
                    <a:lnT w="28575">
                      <a:solidFill>
                        <a:srgbClr val="FF0000"/>
                      </a:solidFill>
                      <a:prstDash val="solid"/>
                    </a:lnT>
                    <a:lnB w="28575">
                      <a:solidFill>
                        <a:srgbClr val="FF0000"/>
                      </a:solidFill>
                      <a:prstDash val="solid"/>
                    </a:lnB>
                  </a:tcPr>
                </a:tc>
                <a:tc>
                  <a:txBody>
                    <a:bodyPr/>
                    <a:lstStyle/>
                    <a:p>
                      <a:pPr marL="219710">
                        <a:lnSpc>
                          <a:spcPct val="100000"/>
                        </a:lnSpc>
                        <a:spcBef>
                          <a:spcPts val="980"/>
                        </a:spcBef>
                      </a:pPr>
                      <a:r>
                        <a:rPr sz="1100" dirty="0">
                          <a:latin typeface="MS UI Gothic"/>
                          <a:cs typeface="MS UI Gothic"/>
                        </a:rPr>
                        <a:t>別紙の条件に基づ</a:t>
                      </a:r>
                      <a:r>
                        <a:rPr sz="1100" spc="-5" dirty="0">
                          <a:latin typeface="MS UI Gothic"/>
                          <a:cs typeface="MS UI Gothic"/>
                        </a:rPr>
                        <a:t>き、設</a:t>
                      </a:r>
                      <a:r>
                        <a:rPr sz="1100" spc="-15" dirty="0">
                          <a:latin typeface="MS UI Gothic"/>
                          <a:cs typeface="MS UI Gothic"/>
                        </a:rPr>
                        <a:t>定</a:t>
                      </a:r>
                      <a:r>
                        <a:rPr sz="1100" spc="-5" dirty="0">
                          <a:latin typeface="MS UI Gothic"/>
                          <a:cs typeface="MS UI Gothic"/>
                        </a:rPr>
                        <a:t>した</a:t>
                      </a:r>
                      <a:endParaRPr sz="1100">
                        <a:latin typeface="MS UI Gothic"/>
                        <a:cs typeface="MS UI Gothic"/>
                      </a:endParaRPr>
                    </a:p>
                    <a:p>
                      <a:pPr marL="184150">
                        <a:lnSpc>
                          <a:spcPct val="100000"/>
                        </a:lnSpc>
                      </a:pPr>
                      <a:r>
                        <a:rPr sz="1100" spc="5" dirty="0">
                          <a:latin typeface="MS UI Gothic"/>
                          <a:cs typeface="MS UI Gothic"/>
                        </a:rPr>
                        <a:t>対</a:t>
                      </a:r>
                      <a:r>
                        <a:rPr sz="1100" dirty="0">
                          <a:latin typeface="MS UI Gothic"/>
                          <a:cs typeface="MS UI Gothic"/>
                        </a:rPr>
                        <a:t>象</a:t>
                      </a:r>
                      <a:r>
                        <a:rPr sz="1100" spc="5" dirty="0">
                          <a:latin typeface="MS UI Gothic"/>
                          <a:cs typeface="MS UI Gothic"/>
                        </a:rPr>
                        <a:t>案</a:t>
                      </a:r>
                      <a:r>
                        <a:rPr sz="1100" dirty="0">
                          <a:latin typeface="MS UI Gothic"/>
                          <a:cs typeface="MS UI Gothic"/>
                        </a:rPr>
                        <a:t>件</a:t>
                      </a:r>
                      <a:r>
                        <a:rPr sz="1100" spc="180" dirty="0">
                          <a:latin typeface="MS UI Gothic"/>
                          <a:cs typeface="MS UI Gothic"/>
                        </a:rPr>
                        <a:t>へ</a:t>
                      </a:r>
                      <a:r>
                        <a:rPr sz="1100" spc="95" dirty="0">
                          <a:latin typeface="MS UI Gothic"/>
                          <a:cs typeface="MS UI Gothic"/>
                        </a:rPr>
                        <a:t>の</a:t>
                      </a:r>
                      <a:r>
                        <a:rPr sz="1100" spc="110" dirty="0">
                          <a:latin typeface="MS UI Gothic"/>
                          <a:cs typeface="MS UI Gothic"/>
                        </a:rPr>
                        <a:t>協</a:t>
                      </a:r>
                      <a:r>
                        <a:rPr sz="1100" spc="5" dirty="0">
                          <a:latin typeface="MS UI Gothic"/>
                          <a:cs typeface="MS UI Gothic"/>
                        </a:rPr>
                        <a:t>力</a:t>
                      </a:r>
                      <a:r>
                        <a:rPr sz="1100" dirty="0">
                          <a:latin typeface="MS UI Gothic"/>
                          <a:cs typeface="MS UI Gothic"/>
                        </a:rPr>
                        <a:t>者</a:t>
                      </a:r>
                      <a:r>
                        <a:rPr sz="1100" spc="235" dirty="0">
                          <a:latin typeface="MS UI Gothic"/>
                          <a:cs typeface="MS UI Gothic"/>
                        </a:rPr>
                        <a:t>を</a:t>
                      </a:r>
                      <a:r>
                        <a:rPr sz="1100" spc="5" dirty="0">
                          <a:latin typeface="MS UI Gothic"/>
                          <a:cs typeface="MS UI Gothic"/>
                        </a:rPr>
                        <a:t>集</a:t>
                      </a:r>
                      <a:r>
                        <a:rPr sz="1100" dirty="0">
                          <a:latin typeface="MS UI Gothic"/>
                          <a:cs typeface="MS UI Gothic"/>
                        </a:rPr>
                        <a:t>計</a:t>
                      </a:r>
                      <a:r>
                        <a:rPr sz="1100" spc="105" dirty="0">
                          <a:latin typeface="MS UI Gothic"/>
                          <a:cs typeface="MS UI Gothic"/>
                        </a:rPr>
                        <a:t>す</a:t>
                      </a:r>
                      <a:r>
                        <a:rPr sz="1100" spc="220" dirty="0">
                          <a:latin typeface="MS UI Gothic"/>
                          <a:cs typeface="MS UI Gothic"/>
                        </a:rPr>
                        <a:t>る</a:t>
                      </a:r>
                      <a:endParaRPr sz="1100">
                        <a:latin typeface="MS UI Gothic"/>
                        <a:cs typeface="MS UI Gothic"/>
                      </a:endParaRPr>
                    </a:p>
                  </a:txBody>
                  <a:tcPr marL="0" marR="0" marT="124460" marB="0">
                    <a:lnL w="12700">
                      <a:solidFill>
                        <a:srgbClr val="000000"/>
                      </a:solidFill>
                      <a:prstDash val="solid"/>
                    </a:lnL>
                    <a:lnR w="28575">
                      <a:solidFill>
                        <a:srgbClr val="FF0000"/>
                      </a:solidFill>
                      <a:prstDash val="solid"/>
                    </a:lnR>
                    <a:lnT w="28575">
                      <a:solidFill>
                        <a:srgbClr val="FF0000"/>
                      </a:solidFill>
                      <a:prstDash val="solid"/>
                    </a:lnT>
                    <a:lnB w="28575">
                      <a:solidFill>
                        <a:srgbClr val="FF0000"/>
                      </a:solidFill>
                      <a:prstDash val="solid"/>
                    </a:lnB>
                  </a:tcPr>
                </a:tc>
                <a:extLst>
                  <a:ext uri="{0D108BD9-81ED-4DB2-BD59-A6C34878D82A}">
                    <a16:rowId xmlns:a16="http://schemas.microsoft.com/office/drawing/2014/main" val="10003"/>
                  </a:ext>
                </a:extLst>
              </a:tr>
            </a:tbl>
          </a:graphicData>
        </a:graphic>
      </p:graphicFrame>
      <p:grpSp>
        <p:nvGrpSpPr>
          <p:cNvPr id="20" name="object 20"/>
          <p:cNvGrpSpPr/>
          <p:nvPr/>
        </p:nvGrpSpPr>
        <p:grpSpPr>
          <a:xfrm>
            <a:off x="419354" y="4430521"/>
            <a:ext cx="4058285" cy="1880235"/>
            <a:chOff x="419354" y="4430521"/>
            <a:chExt cx="4058285" cy="1880235"/>
          </a:xfrm>
        </p:grpSpPr>
        <p:sp>
          <p:nvSpPr>
            <p:cNvPr id="21" name="object 21"/>
            <p:cNvSpPr/>
            <p:nvPr/>
          </p:nvSpPr>
          <p:spPr>
            <a:xfrm>
              <a:off x="432054" y="4443221"/>
              <a:ext cx="4032885" cy="1854835"/>
            </a:xfrm>
            <a:custGeom>
              <a:avLst/>
              <a:gdLst/>
              <a:ahLst/>
              <a:cxnLst/>
              <a:rect l="l" t="t" r="r" b="b"/>
              <a:pathLst>
                <a:path w="4032885" h="1854835">
                  <a:moveTo>
                    <a:pt x="4032504" y="0"/>
                  </a:moveTo>
                  <a:lnTo>
                    <a:pt x="0" y="0"/>
                  </a:lnTo>
                  <a:lnTo>
                    <a:pt x="0" y="1854708"/>
                  </a:lnTo>
                  <a:lnTo>
                    <a:pt x="4032504" y="1854708"/>
                  </a:lnTo>
                  <a:lnTo>
                    <a:pt x="4032504" y="0"/>
                  </a:lnTo>
                  <a:close/>
                </a:path>
              </a:pathLst>
            </a:custGeom>
            <a:solidFill>
              <a:srgbClr val="B8CDE4"/>
            </a:solidFill>
          </p:spPr>
          <p:txBody>
            <a:bodyPr wrap="square" lIns="0" tIns="0" rIns="0" bIns="0" rtlCol="0"/>
            <a:lstStyle/>
            <a:p>
              <a:endParaRPr/>
            </a:p>
          </p:txBody>
        </p:sp>
        <p:sp>
          <p:nvSpPr>
            <p:cNvPr id="22" name="object 22"/>
            <p:cNvSpPr/>
            <p:nvPr/>
          </p:nvSpPr>
          <p:spPr>
            <a:xfrm>
              <a:off x="432054" y="4443221"/>
              <a:ext cx="4032885" cy="1854835"/>
            </a:xfrm>
            <a:custGeom>
              <a:avLst/>
              <a:gdLst/>
              <a:ahLst/>
              <a:cxnLst/>
              <a:rect l="l" t="t" r="r" b="b"/>
              <a:pathLst>
                <a:path w="4032885" h="1854835">
                  <a:moveTo>
                    <a:pt x="0" y="1854708"/>
                  </a:moveTo>
                  <a:lnTo>
                    <a:pt x="4032504" y="1854708"/>
                  </a:lnTo>
                  <a:lnTo>
                    <a:pt x="4032504" y="0"/>
                  </a:lnTo>
                  <a:lnTo>
                    <a:pt x="0" y="0"/>
                  </a:lnTo>
                  <a:lnTo>
                    <a:pt x="0" y="1854708"/>
                  </a:lnTo>
                  <a:close/>
                </a:path>
              </a:pathLst>
            </a:custGeom>
            <a:ln w="25400">
              <a:solidFill>
                <a:srgbClr val="0F243E"/>
              </a:solidFill>
            </a:ln>
          </p:spPr>
          <p:txBody>
            <a:bodyPr wrap="square" lIns="0" tIns="0" rIns="0" bIns="0" rtlCol="0"/>
            <a:lstStyle/>
            <a:p>
              <a:endParaRPr/>
            </a:p>
          </p:txBody>
        </p:sp>
      </p:grpSp>
      <p:sp>
        <p:nvSpPr>
          <p:cNvPr id="23" name="object 23"/>
          <p:cNvSpPr txBox="1"/>
          <p:nvPr/>
        </p:nvSpPr>
        <p:spPr>
          <a:xfrm>
            <a:off x="2547366" y="3858595"/>
            <a:ext cx="2047875" cy="519430"/>
          </a:xfrm>
          <a:prstGeom prst="rect">
            <a:avLst/>
          </a:prstGeom>
        </p:spPr>
        <p:txBody>
          <a:bodyPr vert="horz" wrap="square" lIns="0" tIns="60325" rIns="0" bIns="0" rtlCol="0">
            <a:spAutoFit/>
          </a:bodyPr>
          <a:lstStyle/>
          <a:p>
            <a:pPr marL="12700">
              <a:lnSpc>
                <a:spcPct val="100000"/>
              </a:lnSpc>
              <a:spcBef>
                <a:spcPts val="475"/>
              </a:spcBef>
            </a:pPr>
            <a:r>
              <a:rPr sz="1600" b="1" spc="-5" dirty="0">
                <a:solidFill>
                  <a:srgbClr val="FF0000"/>
                </a:solidFill>
                <a:latin typeface="Microsoft YaHei UI"/>
                <a:cs typeface="Microsoft YaHei UI"/>
              </a:rPr>
              <a:t>最大</a:t>
            </a:r>
            <a:r>
              <a:rPr sz="1600" b="1" spc="-15" dirty="0">
                <a:solidFill>
                  <a:srgbClr val="FF0000"/>
                </a:solidFill>
                <a:latin typeface="Microsoft YaHei UI"/>
                <a:cs typeface="Microsoft YaHei UI"/>
              </a:rPr>
              <a:t> </a:t>
            </a:r>
            <a:r>
              <a:rPr sz="1600" b="1" spc="165" dirty="0">
                <a:solidFill>
                  <a:srgbClr val="FF0000"/>
                </a:solidFill>
                <a:latin typeface="Microsoft YaHei UI"/>
                <a:cs typeface="Microsoft YaHei UI"/>
              </a:rPr>
              <a:t>300,000pt/</a:t>
            </a:r>
            <a:r>
              <a:rPr sz="1600" b="1" spc="-5" dirty="0">
                <a:solidFill>
                  <a:srgbClr val="FF0000"/>
                </a:solidFill>
                <a:latin typeface="Microsoft YaHei UI"/>
                <a:cs typeface="Microsoft YaHei UI"/>
              </a:rPr>
              <a:t>月</a:t>
            </a:r>
            <a:endParaRPr sz="1600">
              <a:latin typeface="Microsoft YaHei UI"/>
              <a:cs typeface="Microsoft YaHei UI"/>
            </a:endParaRPr>
          </a:p>
          <a:p>
            <a:pPr marL="1266190">
              <a:lnSpc>
                <a:spcPct val="100000"/>
              </a:lnSpc>
              <a:spcBef>
                <a:spcPts val="270"/>
              </a:spcBef>
            </a:pPr>
            <a:r>
              <a:rPr sz="1100" b="1" spc="95" dirty="0">
                <a:solidFill>
                  <a:srgbClr val="FF0000"/>
                </a:solidFill>
                <a:latin typeface="Microsoft YaHei UI"/>
                <a:cs typeface="Microsoft YaHei UI"/>
              </a:rPr>
              <a:t>※1p</a:t>
            </a:r>
            <a:r>
              <a:rPr sz="1100" b="1" spc="50" dirty="0">
                <a:solidFill>
                  <a:srgbClr val="FF0000"/>
                </a:solidFill>
                <a:latin typeface="Microsoft YaHei UI"/>
                <a:cs typeface="Microsoft YaHei UI"/>
              </a:rPr>
              <a:t>t</a:t>
            </a:r>
            <a:r>
              <a:rPr sz="1100" b="1" spc="265" dirty="0">
                <a:solidFill>
                  <a:srgbClr val="FF0000"/>
                </a:solidFill>
                <a:latin typeface="Microsoft YaHei UI"/>
                <a:cs typeface="Microsoft YaHei UI"/>
              </a:rPr>
              <a:t>≒</a:t>
            </a:r>
            <a:r>
              <a:rPr sz="1100" b="1" spc="15" dirty="0">
                <a:solidFill>
                  <a:srgbClr val="FF0000"/>
                </a:solidFill>
                <a:latin typeface="Microsoft YaHei UI"/>
                <a:cs typeface="Microsoft YaHei UI"/>
              </a:rPr>
              <a:t>1</a:t>
            </a:r>
            <a:r>
              <a:rPr sz="1100" b="1" dirty="0">
                <a:solidFill>
                  <a:srgbClr val="FF0000"/>
                </a:solidFill>
                <a:latin typeface="Microsoft YaHei UI"/>
                <a:cs typeface="Microsoft YaHei UI"/>
              </a:rPr>
              <a:t>円</a:t>
            </a:r>
            <a:endParaRPr sz="1100">
              <a:latin typeface="Microsoft YaHei UI"/>
              <a:cs typeface="Microsoft YaHei UI"/>
            </a:endParaRPr>
          </a:p>
        </p:txBody>
      </p:sp>
      <p:sp>
        <p:nvSpPr>
          <p:cNvPr id="24" name="object 24"/>
          <p:cNvSpPr txBox="1"/>
          <p:nvPr/>
        </p:nvSpPr>
        <p:spPr>
          <a:xfrm>
            <a:off x="4835397" y="3907028"/>
            <a:ext cx="2568575" cy="269240"/>
          </a:xfrm>
          <a:prstGeom prst="rect">
            <a:avLst/>
          </a:prstGeom>
        </p:spPr>
        <p:txBody>
          <a:bodyPr vert="horz" wrap="square" lIns="0" tIns="12065" rIns="0" bIns="0" rtlCol="0">
            <a:spAutoFit/>
          </a:bodyPr>
          <a:lstStyle/>
          <a:p>
            <a:pPr marL="12700">
              <a:lnSpc>
                <a:spcPct val="100000"/>
              </a:lnSpc>
              <a:spcBef>
                <a:spcPts val="95"/>
              </a:spcBef>
            </a:pPr>
            <a:r>
              <a:rPr sz="1600" b="1" spc="-805" dirty="0">
                <a:solidFill>
                  <a:srgbClr val="FF0000"/>
                </a:solidFill>
                <a:latin typeface="Microsoft YaHei UI"/>
                <a:cs typeface="Microsoft YaHei UI"/>
              </a:rPr>
              <a:t>（</a:t>
            </a:r>
            <a:r>
              <a:rPr sz="1600" b="1" spc="-5" dirty="0">
                <a:solidFill>
                  <a:srgbClr val="FF0000"/>
                </a:solidFill>
                <a:latin typeface="Microsoft YaHei UI"/>
                <a:cs typeface="Microsoft YaHei UI"/>
              </a:rPr>
              <a:t>年間予算</a:t>
            </a:r>
            <a:r>
              <a:rPr sz="1600" b="1" spc="35" dirty="0">
                <a:solidFill>
                  <a:srgbClr val="FF0000"/>
                </a:solidFill>
                <a:latin typeface="Microsoft YaHei UI"/>
                <a:cs typeface="Microsoft YaHei UI"/>
              </a:rPr>
              <a:t> </a:t>
            </a:r>
            <a:r>
              <a:rPr sz="1600" b="1" spc="90" dirty="0">
                <a:solidFill>
                  <a:srgbClr val="FF0000"/>
                </a:solidFill>
                <a:latin typeface="Microsoft YaHei UI"/>
                <a:cs typeface="Microsoft YaHei UI"/>
              </a:rPr>
              <a:t>3,000,000pt）</a:t>
            </a:r>
            <a:endParaRPr sz="1600">
              <a:latin typeface="Microsoft YaHei UI"/>
              <a:cs typeface="Microsoft YaHei UI"/>
            </a:endParaRPr>
          </a:p>
        </p:txBody>
      </p:sp>
      <p:grpSp>
        <p:nvGrpSpPr>
          <p:cNvPr id="25" name="object 25"/>
          <p:cNvGrpSpPr/>
          <p:nvPr/>
        </p:nvGrpSpPr>
        <p:grpSpPr>
          <a:xfrm>
            <a:off x="846074" y="3663569"/>
            <a:ext cx="1532890" cy="690245"/>
            <a:chOff x="846074" y="3663569"/>
            <a:chExt cx="1532890" cy="690245"/>
          </a:xfrm>
        </p:grpSpPr>
        <p:sp>
          <p:nvSpPr>
            <p:cNvPr id="26" name="object 26"/>
            <p:cNvSpPr/>
            <p:nvPr/>
          </p:nvSpPr>
          <p:spPr>
            <a:xfrm>
              <a:off x="858774" y="3676269"/>
              <a:ext cx="1507490" cy="664845"/>
            </a:xfrm>
            <a:custGeom>
              <a:avLst/>
              <a:gdLst/>
              <a:ahLst/>
              <a:cxnLst/>
              <a:rect l="l" t="t" r="r" b="b"/>
              <a:pathLst>
                <a:path w="1507489" h="664845">
                  <a:moveTo>
                    <a:pt x="355244" y="0"/>
                  </a:moveTo>
                  <a:lnTo>
                    <a:pt x="251206" y="128396"/>
                  </a:lnTo>
                  <a:lnTo>
                    <a:pt x="0" y="128396"/>
                  </a:lnTo>
                  <a:lnTo>
                    <a:pt x="0" y="664844"/>
                  </a:lnTo>
                  <a:lnTo>
                    <a:pt x="1507236" y="664844"/>
                  </a:lnTo>
                  <a:lnTo>
                    <a:pt x="1507236" y="128396"/>
                  </a:lnTo>
                  <a:lnTo>
                    <a:pt x="628014" y="128396"/>
                  </a:lnTo>
                  <a:lnTo>
                    <a:pt x="355244" y="0"/>
                  </a:lnTo>
                  <a:close/>
                </a:path>
              </a:pathLst>
            </a:custGeom>
            <a:solidFill>
              <a:srgbClr val="CF7977"/>
            </a:solidFill>
          </p:spPr>
          <p:txBody>
            <a:bodyPr wrap="square" lIns="0" tIns="0" rIns="0" bIns="0" rtlCol="0"/>
            <a:lstStyle/>
            <a:p>
              <a:endParaRPr/>
            </a:p>
          </p:txBody>
        </p:sp>
        <p:sp>
          <p:nvSpPr>
            <p:cNvPr id="27" name="object 27"/>
            <p:cNvSpPr/>
            <p:nvPr/>
          </p:nvSpPr>
          <p:spPr>
            <a:xfrm>
              <a:off x="858774" y="3676269"/>
              <a:ext cx="1507490" cy="664845"/>
            </a:xfrm>
            <a:custGeom>
              <a:avLst/>
              <a:gdLst/>
              <a:ahLst/>
              <a:cxnLst/>
              <a:rect l="l" t="t" r="r" b="b"/>
              <a:pathLst>
                <a:path w="1507489" h="664845">
                  <a:moveTo>
                    <a:pt x="0" y="128396"/>
                  </a:moveTo>
                  <a:lnTo>
                    <a:pt x="251206" y="128396"/>
                  </a:lnTo>
                  <a:lnTo>
                    <a:pt x="355244" y="0"/>
                  </a:lnTo>
                  <a:lnTo>
                    <a:pt x="628014" y="128396"/>
                  </a:lnTo>
                  <a:lnTo>
                    <a:pt x="1507236" y="128396"/>
                  </a:lnTo>
                  <a:lnTo>
                    <a:pt x="1507236" y="217804"/>
                  </a:lnTo>
                  <a:lnTo>
                    <a:pt x="1507236" y="351916"/>
                  </a:lnTo>
                  <a:lnTo>
                    <a:pt x="1507236" y="664844"/>
                  </a:lnTo>
                  <a:lnTo>
                    <a:pt x="628014" y="664844"/>
                  </a:lnTo>
                  <a:lnTo>
                    <a:pt x="251206" y="664844"/>
                  </a:lnTo>
                  <a:lnTo>
                    <a:pt x="0" y="664844"/>
                  </a:lnTo>
                  <a:lnTo>
                    <a:pt x="0" y="351916"/>
                  </a:lnTo>
                  <a:lnTo>
                    <a:pt x="0" y="217804"/>
                  </a:lnTo>
                  <a:lnTo>
                    <a:pt x="0" y="128396"/>
                  </a:lnTo>
                  <a:close/>
                </a:path>
              </a:pathLst>
            </a:custGeom>
            <a:ln w="25400">
              <a:solidFill>
                <a:srgbClr val="F1F1F1"/>
              </a:solidFill>
            </a:ln>
          </p:spPr>
          <p:txBody>
            <a:bodyPr wrap="square" lIns="0" tIns="0" rIns="0" bIns="0" rtlCol="0"/>
            <a:lstStyle/>
            <a:p>
              <a:endParaRPr/>
            </a:p>
          </p:txBody>
        </p:sp>
      </p:grpSp>
      <p:sp>
        <p:nvSpPr>
          <p:cNvPr id="28" name="object 28"/>
          <p:cNvSpPr txBox="1"/>
          <p:nvPr/>
        </p:nvSpPr>
        <p:spPr>
          <a:xfrm>
            <a:off x="1026667" y="3886580"/>
            <a:ext cx="1171575" cy="391795"/>
          </a:xfrm>
          <a:prstGeom prst="rect">
            <a:avLst/>
          </a:prstGeom>
        </p:spPr>
        <p:txBody>
          <a:bodyPr vert="horz" wrap="square" lIns="0" tIns="12700" rIns="0" bIns="0" rtlCol="0">
            <a:spAutoFit/>
          </a:bodyPr>
          <a:lstStyle/>
          <a:p>
            <a:pPr algn="ctr">
              <a:lnSpc>
                <a:spcPct val="100000"/>
              </a:lnSpc>
              <a:spcBef>
                <a:spcPts val="100"/>
              </a:spcBef>
            </a:pPr>
            <a:r>
              <a:rPr sz="1200" b="1" dirty="0">
                <a:solidFill>
                  <a:srgbClr val="F1F1F1"/>
                </a:solidFill>
                <a:latin typeface="Microsoft YaHei UI"/>
                <a:cs typeface="Microsoft YaHei UI"/>
              </a:rPr>
              <a:t>対象は全員！</a:t>
            </a:r>
            <a:endParaRPr sz="1200">
              <a:latin typeface="Microsoft YaHei UI"/>
              <a:cs typeface="Microsoft YaHei UI"/>
            </a:endParaRPr>
          </a:p>
          <a:p>
            <a:pPr algn="ctr">
              <a:lnSpc>
                <a:spcPct val="100000"/>
              </a:lnSpc>
            </a:pPr>
            <a:r>
              <a:rPr sz="1200" b="1" spc="-135" dirty="0">
                <a:solidFill>
                  <a:srgbClr val="F1F1F1"/>
                </a:solidFill>
                <a:latin typeface="Microsoft YaHei UI"/>
                <a:cs typeface="Microsoft YaHei UI"/>
              </a:rPr>
              <a:t>（月給者・時給者</a:t>
            </a:r>
            <a:r>
              <a:rPr sz="1200" b="1" spc="-565" dirty="0">
                <a:solidFill>
                  <a:srgbClr val="F1F1F1"/>
                </a:solidFill>
                <a:latin typeface="Microsoft YaHei UI"/>
                <a:cs typeface="Microsoft YaHei UI"/>
              </a:rPr>
              <a:t>）</a:t>
            </a:r>
            <a:endParaRPr sz="1200">
              <a:latin typeface="Microsoft YaHei UI"/>
              <a:cs typeface="Microsoft YaHei UI"/>
            </a:endParaRPr>
          </a:p>
        </p:txBody>
      </p:sp>
      <p:sp>
        <p:nvSpPr>
          <p:cNvPr id="29" name="object 29"/>
          <p:cNvSpPr txBox="1"/>
          <p:nvPr/>
        </p:nvSpPr>
        <p:spPr>
          <a:xfrm>
            <a:off x="551383" y="4480305"/>
            <a:ext cx="3832860" cy="478790"/>
          </a:xfrm>
          <a:prstGeom prst="rect">
            <a:avLst/>
          </a:prstGeom>
        </p:spPr>
        <p:txBody>
          <a:bodyPr vert="horz" wrap="square" lIns="0" tIns="38100" rIns="0" bIns="0" rtlCol="0">
            <a:spAutoFit/>
          </a:bodyPr>
          <a:lstStyle/>
          <a:p>
            <a:pPr marR="5080">
              <a:lnSpc>
                <a:spcPts val="1130"/>
              </a:lnSpc>
              <a:spcBef>
                <a:spcPts val="300"/>
              </a:spcBef>
            </a:pPr>
            <a:r>
              <a:rPr sz="1100" spc="-50" dirty="0">
                <a:solidFill>
                  <a:srgbClr val="FF0000"/>
                </a:solidFill>
                <a:latin typeface="MS UI Gothic"/>
                <a:cs typeface="MS UI Gothic"/>
              </a:rPr>
              <a:t>①案件受注情</a:t>
            </a:r>
            <a:r>
              <a:rPr sz="1100" spc="-60" dirty="0">
                <a:solidFill>
                  <a:srgbClr val="FF0000"/>
                </a:solidFill>
                <a:latin typeface="MS UI Gothic"/>
                <a:cs typeface="MS UI Gothic"/>
              </a:rPr>
              <a:t>報</a:t>
            </a:r>
            <a:r>
              <a:rPr sz="1100" spc="155" dirty="0">
                <a:solidFill>
                  <a:srgbClr val="FF0000"/>
                </a:solidFill>
                <a:latin typeface="MS UI Gothic"/>
                <a:cs typeface="MS UI Gothic"/>
              </a:rPr>
              <a:t>の</a:t>
            </a:r>
            <a:r>
              <a:rPr sz="1100" spc="-60" dirty="0">
                <a:solidFill>
                  <a:srgbClr val="FF0000"/>
                </a:solidFill>
                <a:latin typeface="MS UI Gothic"/>
                <a:cs typeface="MS UI Gothic"/>
              </a:rPr>
              <a:t>共</a:t>
            </a:r>
            <a:r>
              <a:rPr sz="1100" spc="-50" dirty="0">
                <a:solidFill>
                  <a:srgbClr val="FF0000"/>
                </a:solidFill>
                <a:latin typeface="MS UI Gothic"/>
                <a:cs typeface="MS UI Gothic"/>
              </a:rPr>
              <a:t>有</a:t>
            </a:r>
            <a:r>
              <a:rPr sz="1100" spc="-60" dirty="0">
                <a:solidFill>
                  <a:srgbClr val="FF0000"/>
                </a:solidFill>
                <a:latin typeface="MS UI Gothic"/>
                <a:cs typeface="MS UI Gothic"/>
              </a:rPr>
              <a:t>後</a:t>
            </a:r>
            <a:r>
              <a:rPr sz="1100" spc="-70" dirty="0">
                <a:solidFill>
                  <a:srgbClr val="FF0000"/>
                </a:solidFill>
                <a:latin typeface="MS UI Gothic"/>
                <a:cs typeface="MS UI Gothic"/>
              </a:rPr>
              <a:t>、</a:t>
            </a:r>
            <a:r>
              <a:rPr sz="1100" spc="40" dirty="0">
                <a:solidFill>
                  <a:srgbClr val="FF0000"/>
                </a:solidFill>
                <a:latin typeface="MS UI Gothic"/>
                <a:cs typeface="MS UI Gothic"/>
              </a:rPr>
              <a:t> </a:t>
            </a:r>
            <a:r>
              <a:rPr sz="1100" spc="-50" dirty="0">
                <a:solidFill>
                  <a:srgbClr val="FF0000"/>
                </a:solidFill>
                <a:latin typeface="MS UI Gothic"/>
                <a:cs typeface="MS UI Gothic"/>
              </a:rPr>
              <a:t>採用調達</a:t>
            </a:r>
            <a:r>
              <a:rPr sz="1100" spc="114" dirty="0">
                <a:solidFill>
                  <a:srgbClr val="FF0000"/>
                </a:solidFill>
                <a:latin typeface="MS UI Gothic"/>
                <a:cs typeface="MS UI Gothic"/>
              </a:rPr>
              <a:t>チ</a:t>
            </a:r>
            <a:r>
              <a:rPr sz="1100" spc="105" dirty="0">
                <a:solidFill>
                  <a:srgbClr val="FF0000"/>
                </a:solidFill>
                <a:latin typeface="MS UI Gothic"/>
                <a:cs typeface="MS UI Gothic"/>
              </a:rPr>
              <a:t>ー</a:t>
            </a:r>
            <a:r>
              <a:rPr sz="1100" spc="35" dirty="0">
                <a:solidFill>
                  <a:srgbClr val="FF0000"/>
                </a:solidFill>
                <a:latin typeface="MS UI Gothic"/>
                <a:cs typeface="MS UI Gothic"/>
              </a:rPr>
              <a:t>ム</a:t>
            </a:r>
            <a:r>
              <a:rPr sz="1100" spc="-60" dirty="0">
                <a:solidFill>
                  <a:srgbClr val="FF0000"/>
                </a:solidFill>
                <a:latin typeface="MS UI Gothic"/>
                <a:cs typeface="MS UI Gothic"/>
              </a:rPr>
              <a:t>内</a:t>
            </a:r>
            <a:r>
              <a:rPr sz="1100" spc="130" dirty="0">
                <a:solidFill>
                  <a:srgbClr val="FF0000"/>
                </a:solidFill>
                <a:latin typeface="MS UI Gothic"/>
                <a:cs typeface="MS UI Gothic"/>
              </a:rPr>
              <a:t>で</a:t>
            </a:r>
            <a:r>
              <a:rPr sz="1100" spc="15" dirty="0">
                <a:solidFill>
                  <a:srgbClr val="FF0000"/>
                </a:solidFill>
                <a:latin typeface="MS UI Gothic"/>
                <a:cs typeface="MS UI Gothic"/>
              </a:rPr>
              <a:t>イ</a:t>
            </a:r>
            <a:r>
              <a:rPr sz="1100" spc="120" dirty="0">
                <a:solidFill>
                  <a:srgbClr val="FF0000"/>
                </a:solidFill>
                <a:latin typeface="MS UI Gothic"/>
                <a:cs typeface="MS UI Gothic"/>
              </a:rPr>
              <a:t>ン</a:t>
            </a:r>
            <a:r>
              <a:rPr sz="1100" spc="80" dirty="0">
                <a:solidFill>
                  <a:srgbClr val="FF0000"/>
                </a:solidFill>
                <a:latin typeface="MS UI Gothic"/>
                <a:cs typeface="MS UI Gothic"/>
              </a:rPr>
              <a:t>セ</a:t>
            </a:r>
            <a:r>
              <a:rPr sz="1100" spc="120" dirty="0">
                <a:solidFill>
                  <a:srgbClr val="FF0000"/>
                </a:solidFill>
                <a:latin typeface="MS UI Gothic"/>
                <a:cs typeface="MS UI Gothic"/>
              </a:rPr>
              <a:t>ン</a:t>
            </a:r>
            <a:r>
              <a:rPr sz="1100" spc="140" dirty="0">
                <a:solidFill>
                  <a:srgbClr val="FF0000"/>
                </a:solidFill>
                <a:latin typeface="MS UI Gothic"/>
                <a:cs typeface="MS UI Gothic"/>
              </a:rPr>
              <a:t>テ</a:t>
            </a:r>
            <a:r>
              <a:rPr sz="1100" spc="235" dirty="0">
                <a:solidFill>
                  <a:srgbClr val="FF0000"/>
                </a:solidFill>
                <a:latin typeface="MS UI Gothic"/>
                <a:cs typeface="MS UI Gothic"/>
              </a:rPr>
              <a:t>ィ</a:t>
            </a:r>
            <a:r>
              <a:rPr sz="1100" spc="185" dirty="0">
                <a:solidFill>
                  <a:srgbClr val="FF0000"/>
                </a:solidFill>
                <a:latin typeface="MS UI Gothic"/>
                <a:cs typeface="MS UI Gothic"/>
              </a:rPr>
              <a:t>ブ</a:t>
            </a:r>
            <a:r>
              <a:rPr sz="1100" dirty="0">
                <a:solidFill>
                  <a:srgbClr val="FF0000"/>
                </a:solidFill>
                <a:latin typeface="MS UI Gothic"/>
                <a:cs typeface="MS UI Gothic"/>
              </a:rPr>
              <a:t>付 </a:t>
            </a:r>
            <a:r>
              <a:rPr sz="1100" spc="-50" dirty="0">
                <a:solidFill>
                  <a:srgbClr val="FF0000"/>
                </a:solidFill>
                <a:latin typeface="MS UI Gothic"/>
                <a:cs typeface="MS UI Gothic"/>
              </a:rPr>
              <a:t>与</a:t>
            </a:r>
            <a:r>
              <a:rPr sz="1100" spc="200" dirty="0">
                <a:solidFill>
                  <a:srgbClr val="FF0000"/>
                </a:solidFill>
                <a:latin typeface="MS UI Gothic"/>
                <a:cs typeface="MS UI Gothic"/>
              </a:rPr>
              <a:t>を</a:t>
            </a:r>
            <a:r>
              <a:rPr sz="1100" spc="-50" dirty="0">
                <a:solidFill>
                  <a:srgbClr val="FF0000"/>
                </a:solidFill>
                <a:latin typeface="MS UI Gothic"/>
                <a:cs typeface="MS UI Gothic"/>
              </a:rPr>
              <a:t>検討</a:t>
            </a:r>
            <a:r>
              <a:rPr sz="1100" spc="-70" dirty="0">
                <a:solidFill>
                  <a:srgbClr val="FF0000"/>
                </a:solidFill>
                <a:latin typeface="MS UI Gothic"/>
                <a:cs typeface="MS UI Gothic"/>
              </a:rPr>
              <a:t>、</a:t>
            </a:r>
            <a:r>
              <a:rPr sz="1100" spc="-110" dirty="0">
                <a:solidFill>
                  <a:srgbClr val="FF0000"/>
                </a:solidFill>
                <a:latin typeface="MS UI Gothic"/>
                <a:cs typeface="MS UI Gothic"/>
              </a:rPr>
              <a:t> </a:t>
            </a:r>
            <a:r>
              <a:rPr sz="1100" spc="130" dirty="0">
                <a:solidFill>
                  <a:srgbClr val="FF0000"/>
                </a:solidFill>
                <a:latin typeface="MS UI Gothic"/>
                <a:cs typeface="MS UI Gothic"/>
              </a:rPr>
              <a:t>pt</a:t>
            </a:r>
            <a:r>
              <a:rPr sz="1100" spc="-50" dirty="0">
                <a:solidFill>
                  <a:srgbClr val="FF0000"/>
                </a:solidFill>
                <a:latin typeface="MS UI Gothic"/>
                <a:cs typeface="MS UI Gothic"/>
              </a:rPr>
              <a:t>数・期間等</a:t>
            </a:r>
            <a:r>
              <a:rPr sz="1100" spc="185" dirty="0">
                <a:solidFill>
                  <a:srgbClr val="FF0000"/>
                </a:solidFill>
                <a:latin typeface="MS UI Gothic"/>
                <a:cs typeface="MS UI Gothic"/>
              </a:rPr>
              <a:t>を</a:t>
            </a:r>
            <a:r>
              <a:rPr sz="1100" spc="-50" dirty="0">
                <a:solidFill>
                  <a:srgbClr val="FF0000"/>
                </a:solidFill>
                <a:latin typeface="MS UI Gothic"/>
                <a:cs typeface="MS UI Gothic"/>
              </a:rPr>
              <a:t>社</a:t>
            </a:r>
            <a:r>
              <a:rPr sz="1100" spc="-60" dirty="0">
                <a:solidFill>
                  <a:srgbClr val="FF0000"/>
                </a:solidFill>
                <a:latin typeface="MS UI Gothic"/>
                <a:cs typeface="MS UI Gothic"/>
              </a:rPr>
              <a:t>長</a:t>
            </a:r>
            <a:r>
              <a:rPr sz="1100" spc="-50" dirty="0">
                <a:solidFill>
                  <a:srgbClr val="FF0000"/>
                </a:solidFill>
                <a:latin typeface="MS UI Gothic"/>
                <a:cs typeface="MS UI Gothic"/>
              </a:rPr>
              <a:t>・</a:t>
            </a:r>
            <a:r>
              <a:rPr sz="1100" spc="-60" dirty="0">
                <a:solidFill>
                  <a:srgbClr val="FF0000"/>
                </a:solidFill>
                <a:latin typeface="MS UI Gothic"/>
                <a:cs typeface="MS UI Gothic"/>
              </a:rPr>
              <a:t>幹</a:t>
            </a:r>
            <a:r>
              <a:rPr sz="1100" spc="-50" dirty="0">
                <a:solidFill>
                  <a:srgbClr val="FF0000"/>
                </a:solidFill>
                <a:latin typeface="MS UI Gothic"/>
                <a:cs typeface="MS UI Gothic"/>
              </a:rPr>
              <a:t>部</a:t>
            </a:r>
            <a:r>
              <a:rPr sz="1100" spc="195" dirty="0">
                <a:solidFill>
                  <a:srgbClr val="FF0000"/>
                </a:solidFill>
                <a:latin typeface="MS UI Gothic"/>
                <a:cs typeface="MS UI Gothic"/>
              </a:rPr>
              <a:t>メ</a:t>
            </a:r>
            <a:r>
              <a:rPr sz="1100" spc="120" dirty="0">
                <a:solidFill>
                  <a:srgbClr val="FF0000"/>
                </a:solidFill>
                <a:latin typeface="MS UI Gothic"/>
                <a:cs typeface="MS UI Gothic"/>
              </a:rPr>
              <a:t>ン</a:t>
            </a:r>
            <a:r>
              <a:rPr sz="1100" spc="110" dirty="0">
                <a:solidFill>
                  <a:srgbClr val="FF0000"/>
                </a:solidFill>
                <a:latin typeface="MS UI Gothic"/>
                <a:cs typeface="MS UI Gothic"/>
              </a:rPr>
              <a:t>バ</a:t>
            </a:r>
            <a:r>
              <a:rPr sz="1100" spc="95" dirty="0">
                <a:solidFill>
                  <a:srgbClr val="FF0000"/>
                </a:solidFill>
                <a:latin typeface="MS UI Gothic"/>
                <a:cs typeface="MS UI Gothic"/>
              </a:rPr>
              <a:t>ー</a:t>
            </a:r>
            <a:r>
              <a:rPr sz="1100" spc="114" dirty="0">
                <a:solidFill>
                  <a:srgbClr val="FF0000"/>
                </a:solidFill>
                <a:latin typeface="MS UI Gothic"/>
                <a:cs typeface="MS UI Gothic"/>
              </a:rPr>
              <a:t>へ</a:t>
            </a:r>
            <a:r>
              <a:rPr sz="1100" spc="-50" dirty="0">
                <a:solidFill>
                  <a:srgbClr val="FF0000"/>
                </a:solidFill>
                <a:latin typeface="MS UI Gothic"/>
                <a:cs typeface="MS UI Gothic"/>
              </a:rPr>
              <a:t>報</a:t>
            </a:r>
            <a:r>
              <a:rPr sz="1100" spc="-60" dirty="0">
                <a:solidFill>
                  <a:srgbClr val="FF0000"/>
                </a:solidFill>
                <a:latin typeface="MS UI Gothic"/>
                <a:cs typeface="MS UI Gothic"/>
              </a:rPr>
              <a:t>告</a:t>
            </a:r>
            <a:r>
              <a:rPr sz="1100" spc="-50" dirty="0">
                <a:solidFill>
                  <a:srgbClr val="FF0000"/>
                </a:solidFill>
                <a:latin typeface="MS UI Gothic"/>
                <a:cs typeface="MS UI Gothic"/>
              </a:rPr>
              <a:t>後</a:t>
            </a:r>
            <a:r>
              <a:rPr sz="1100" spc="-70" dirty="0">
                <a:solidFill>
                  <a:srgbClr val="FF0000"/>
                </a:solidFill>
                <a:latin typeface="MS UI Gothic"/>
                <a:cs typeface="MS UI Gothic"/>
              </a:rPr>
              <a:t>、</a:t>
            </a:r>
            <a:endParaRPr sz="1100">
              <a:latin typeface="MS UI Gothic"/>
              <a:cs typeface="MS UI Gothic"/>
            </a:endParaRPr>
          </a:p>
          <a:p>
            <a:pPr>
              <a:lnSpc>
                <a:spcPts val="1110"/>
              </a:lnSpc>
            </a:pPr>
            <a:r>
              <a:rPr sz="1100" spc="-25" dirty="0">
                <a:solidFill>
                  <a:srgbClr val="FF0000"/>
                </a:solidFill>
                <a:latin typeface="MS UI Gothic"/>
                <a:cs typeface="MS UI Gothic"/>
              </a:rPr>
              <a:t>月給者・時給者</a:t>
            </a:r>
            <a:r>
              <a:rPr sz="1100" spc="-40" dirty="0">
                <a:solidFill>
                  <a:srgbClr val="FF0000"/>
                </a:solidFill>
                <a:latin typeface="MS UI Gothic"/>
                <a:cs typeface="MS UI Gothic"/>
              </a:rPr>
              <a:t>へ</a:t>
            </a:r>
            <a:r>
              <a:rPr sz="1100" spc="120" dirty="0">
                <a:solidFill>
                  <a:srgbClr val="FF0000"/>
                </a:solidFill>
                <a:latin typeface="MS UI Gothic"/>
                <a:cs typeface="MS UI Gothic"/>
              </a:rPr>
              <a:t>お</a:t>
            </a:r>
            <a:r>
              <a:rPr sz="1100" spc="100" dirty="0">
                <a:solidFill>
                  <a:srgbClr val="FF0000"/>
                </a:solidFill>
                <a:latin typeface="MS UI Gothic"/>
                <a:cs typeface="MS UI Gothic"/>
              </a:rPr>
              <a:t>知</a:t>
            </a:r>
            <a:r>
              <a:rPr sz="1100" spc="50" dirty="0">
                <a:solidFill>
                  <a:srgbClr val="FF0000"/>
                </a:solidFill>
                <a:latin typeface="MS UI Gothic"/>
                <a:cs typeface="MS UI Gothic"/>
              </a:rPr>
              <a:t>ら</a:t>
            </a:r>
            <a:r>
              <a:rPr sz="1100" spc="15" dirty="0">
                <a:solidFill>
                  <a:srgbClr val="FF0000"/>
                </a:solidFill>
                <a:latin typeface="MS UI Gothic"/>
                <a:cs typeface="MS UI Gothic"/>
              </a:rPr>
              <a:t>せ</a:t>
            </a:r>
            <a:r>
              <a:rPr sz="1100" spc="10" dirty="0">
                <a:solidFill>
                  <a:srgbClr val="FF0000"/>
                </a:solidFill>
                <a:latin typeface="MS UI Gothic"/>
                <a:cs typeface="MS UI Gothic"/>
              </a:rPr>
              <a:t>配信す</a:t>
            </a:r>
            <a:r>
              <a:rPr sz="1100" spc="220" dirty="0">
                <a:solidFill>
                  <a:srgbClr val="FF0000"/>
                </a:solidFill>
                <a:latin typeface="MS UI Gothic"/>
                <a:cs typeface="MS UI Gothic"/>
              </a:rPr>
              <a:t>る</a:t>
            </a:r>
            <a:endParaRPr sz="1100">
              <a:latin typeface="MS UI Gothic"/>
              <a:cs typeface="MS UI Gothic"/>
            </a:endParaRPr>
          </a:p>
        </p:txBody>
      </p:sp>
      <p:sp>
        <p:nvSpPr>
          <p:cNvPr id="30" name="object 30"/>
          <p:cNvSpPr txBox="1"/>
          <p:nvPr/>
        </p:nvSpPr>
        <p:spPr>
          <a:xfrm>
            <a:off x="5946775" y="215011"/>
            <a:ext cx="2216150" cy="361315"/>
          </a:xfrm>
          <a:prstGeom prst="rect">
            <a:avLst/>
          </a:prstGeom>
        </p:spPr>
        <p:txBody>
          <a:bodyPr vert="horz" wrap="square" lIns="0" tIns="12700" rIns="0" bIns="0" rtlCol="0">
            <a:spAutoFit/>
          </a:bodyPr>
          <a:lstStyle/>
          <a:p>
            <a:pPr marL="12700" marR="5080" indent="671830">
              <a:lnSpc>
                <a:spcPct val="100000"/>
              </a:lnSpc>
              <a:spcBef>
                <a:spcPts val="100"/>
              </a:spcBef>
            </a:pPr>
            <a:r>
              <a:rPr sz="1100" dirty="0">
                <a:latin typeface="MS UI Gothic"/>
                <a:cs typeface="MS UI Gothic"/>
              </a:rPr>
              <a:t>更新：</a:t>
            </a:r>
            <a:r>
              <a:rPr sz="1100" spc="285" dirty="0">
                <a:latin typeface="MS UI Gothic"/>
                <a:cs typeface="MS UI Gothic"/>
              </a:rPr>
              <a:t>2022</a:t>
            </a:r>
            <a:r>
              <a:rPr sz="1100" dirty="0">
                <a:latin typeface="MS UI Gothic"/>
                <a:cs typeface="MS UI Gothic"/>
              </a:rPr>
              <a:t>年</a:t>
            </a:r>
            <a:r>
              <a:rPr sz="1100" spc="285" dirty="0">
                <a:latin typeface="MS UI Gothic"/>
                <a:cs typeface="MS UI Gothic"/>
              </a:rPr>
              <a:t>6</a:t>
            </a:r>
            <a:r>
              <a:rPr sz="1100" dirty="0">
                <a:latin typeface="MS UI Gothic"/>
                <a:cs typeface="MS UI Gothic"/>
              </a:rPr>
              <a:t>月</a:t>
            </a:r>
            <a:r>
              <a:rPr sz="1100" spc="285" dirty="0">
                <a:latin typeface="MS UI Gothic"/>
                <a:cs typeface="MS UI Gothic"/>
              </a:rPr>
              <a:t>20</a:t>
            </a:r>
            <a:r>
              <a:rPr sz="1100" dirty="0">
                <a:latin typeface="MS UI Gothic"/>
                <a:cs typeface="MS UI Gothic"/>
              </a:rPr>
              <a:t>日 </a:t>
            </a:r>
            <a:r>
              <a:rPr sz="1100" spc="55" dirty="0">
                <a:latin typeface="MS UI Gothic"/>
                <a:cs typeface="MS UI Gothic"/>
              </a:rPr>
              <a:t>株式会社エム</a:t>
            </a:r>
            <a:r>
              <a:rPr sz="1100" spc="35" dirty="0">
                <a:latin typeface="MS UI Gothic"/>
                <a:cs typeface="MS UI Gothic"/>
              </a:rPr>
              <a:t>エ</a:t>
            </a:r>
            <a:r>
              <a:rPr sz="1100" spc="90" dirty="0">
                <a:latin typeface="MS UI Gothic"/>
                <a:cs typeface="MS UI Gothic"/>
              </a:rPr>
              <a:t>ム</a:t>
            </a:r>
            <a:r>
              <a:rPr sz="1100" spc="85" dirty="0">
                <a:latin typeface="MS UI Gothic"/>
                <a:cs typeface="MS UI Gothic"/>
              </a:rPr>
              <a:t>イ</a:t>
            </a:r>
            <a:r>
              <a:rPr sz="1100" spc="170" dirty="0">
                <a:latin typeface="MS UI Gothic"/>
                <a:cs typeface="MS UI Gothic"/>
              </a:rPr>
              <a:t>ン</a:t>
            </a:r>
            <a:r>
              <a:rPr sz="1100" spc="195" dirty="0">
                <a:latin typeface="MS UI Gothic"/>
                <a:cs typeface="MS UI Gothic"/>
              </a:rPr>
              <a:t>タ</a:t>
            </a:r>
            <a:r>
              <a:rPr sz="1100" spc="155" dirty="0">
                <a:latin typeface="MS UI Gothic"/>
                <a:cs typeface="MS UI Gothic"/>
              </a:rPr>
              <a:t>ー</a:t>
            </a:r>
            <a:r>
              <a:rPr sz="1100" spc="145" dirty="0">
                <a:latin typeface="MS UI Gothic"/>
                <a:cs typeface="MS UI Gothic"/>
              </a:rPr>
              <a:t>ナ</a:t>
            </a:r>
            <a:r>
              <a:rPr sz="1100" spc="65" dirty="0">
                <a:latin typeface="MS UI Gothic"/>
                <a:cs typeface="MS UI Gothic"/>
              </a:rPr>
              <a:t>シ</a:t>
            </a:r>
            <a:r>
              <a:rPr sz="1100" spc="340" dirty="0">
                <a:latin typeface="MS UI Gothic"/>
                <a:cs typeface="MS UI Gothic"/>
              </a:rPr>
              <a:t>ョ</a:t>
            </a:r>
            <a:r>
              <a:rPr sz="1100" spc="145" dirty="0">
                <a:latin typeface="MS UI Gothic"/>
                <a:cs typeface="MS UI Gothic"/>
              </a:rPr>
              <a:t>ナ</a:t>
            </a:r>
            <a:r>
              <a:rPr sz="1100" spc="180" dirty="0">
                <a:latin typeface="MS UI Gothic"/>
                <a:cs typeface="MS UI Gothic"/>
              </a:rPr>
              <a:t>ル</a:t>
            </a:r>
            <a:endParaRPr sz="1100">
              <a:latin typeface="MS UI Gothic"/>
              <a:cs typeface="MS UI Gothic"/>
            </a:endParaRPr>
          </a:p>
        </p:txBody>
      </p:sp>
      <p:sp>
        <p:nvSpPr>
          <p:cNvPr id="31" name="object 31"/>
          <p:cNvSpPr txBox="1"/>
          <p:nvPr/>
        </p:nvSpPr>
        <p:spPr>
          <a:xfrm>
            <a:off x="618540" y="1371726"/>
            <a:ext cx="449516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MS UI Gothic"/>
                <a:cs typeface="MS UI Gothic"/>
              </a:rPr>
              <a:t>※</a:t>
            </a:r>
            <a:r>
              <a:rPr sz="1100" spc="95" dirty="0">
                <a:latin typeface="MS UI Gothic"/>
                <a:cs typeface="MS UI Gothic"/>
              </a:rPr>
              <a:t>以下</a:t>
            </a:r>
            <a:r>
              <a:rPr sz="1100" spc="75" dirty="0">
                <a:latin typeface="MS UI Gothic"/>
                <a:cs typeface="MS UI Gothic"/>
              </a:rPr>
              <a:t>の</a:t>
            </a:r>
            <a:r>
              <a:rPr sz="1100" spc="45" dirty="0">
                <a:latin typeface="MS UI Gothic"/>
                <a:cs typeface="MS UI Gothic"/>
              </a:rPr>
              <a:t>「</a:t>
            </a:r>
            <a:r>
              <a:rPr sz="1100" spc="95" dirty="0">
                <a:latin typeface="MS UI Gothic"/>
                <a:cs typeface="MS UI Gothic"/>
              </a:rPr>
              <a:t>給与</a:t>
            </a:r>
            <a:r>
              <a:rPr sz="1100" spc="50" dirty="0">
                <a:latin typeface="MS UI Gothic"/>
                <a:cs typeface="MS UI Gothic"/>
              </a:rPr>
              <a:t>との</a:t>
            </a:r>
            <a:r>
              <a:rPr sz="1100" spc="60" dirty="0">
                <a:latin typeface="MS UI Gothic"/>
                <a:cs typeface="MS UI Gothic"/>
              </a:rPr>
              <a:t>比較</a:t>
            </a:r>
            <a:r>
              <a:rPr sz="1100" spc="30" dirty="0">
                <a:latin typeface="MS UI Gothic"/>
                <a:cs typeface="MS UI Gothic"/>
              </a:rPr>
              <a:t>」</a:t>
            </a:r>
            <a:r>
              <a:rPr sz="1100" spc="50" dirty="0">
                <a:latin typeface="MS UI Gothic"/>
                <a:cs typeface="MS UI Gothic"/>
              </a:rPr>
              <a:t>や</a:t>
            </a:r>
            <a:r>
              <a:rPr sz="1100" spc="30" dirty="0">
                <a:latin typeface="MS UI Gothic"/>
                <a:cs typeface="MS UI Gothic"/>
              </a:rPr>
              <a:t>「</a:t>
            </a:r>
            <a:r>
              <a:rPr sz="1100" spc="45" dirty="0">
                <a:latin typeface="MS UI Gothic"/>
                <a:cs typeface="MS UI Gothic"/>
              </a:rPr>
              <a:t>図</a:t>
            </a:r>
            <a:r>
              <a:rPr sz="1100" spc="65" dirty="0">
                <a:latin typeface="MS UI Gothic"/>
                <a:cs typeface="MS UI Gothic"/>
              </a:rPr>
              <a:t>解</a:t>
            </a:r>
            <a:r>
              <a:rPr sz="1100" spc="30" dirty="0">
                <a:latin typeface="MS UI Gothic"/>
                <a:cs typeface="MS UI Gothic"/>
              </a:rPr>
              <a:t>」</a:t>
            </a:r>
            <a:r>
              <a:rPr sz="1100" spc="40" dirty="0">
                <a:latin typeface="MS UI Gothic"/>
                <a:cs typeface="MS UI Gothic"/>
              </a:rPr>
              <a:t>は</a:t>
            </a:r>
            <a:r>
              <a:rPr sz="1100" spc="229" dirty="0">
                <a:latin typeface="MS UI Gothic"/>
                <a:cs typeface="MS UI Gothic"/>
              </a:rPr>
              <a:t>わ</a:t>
            </a:r>
            <a:r>
              <a:rPr sz="1100" spc="220" dirty="0">
                <a:latin typeface="MS UI Gothic"/>
                <a:cs typeface="MS UI Gothic"/>
              </a:rPr>
              <a:t>か</a:t>
            </a:r>
            <a:r>
              <a:rPr sz="1100" spc="155" dirty="0">
                <a:latin typeface="MS UI Gothic"/>
                <a:cs typeface="MS UI Gothic"/>
              </a:rPr>
              <a:t>り</a:t>
            </a:r>
            <a:r>
              <a:rPr sz="1100" spc="-15" dirty="0">
                <a:latin typeface="MS UI Gothic"/>
                <a:cs typeface="MS UI Gothic"/>
              </a:rPr>
              <a:t>易</a:t>
            </a:r>
            <a:r>
              <a:rPr sz="1100" spc="225" dirty="0">
                <a:latin typeface="MS UI Gothic"/>
                <a:cs typeface="MS UI Gothic"/>
              </a:rPr>
              <a:t>い</a:t>
            </a:r>
            <a:r>
              <a:rPr sz="1100" spc="200" dirty="0">
                <a:latin typeface="MS UI Gothic"/>
                <a:cs typeface="MS UI Gothic"/>
              </a:rPr>
              <a:t>よ</a:t>
            </a:r>
            <a:r>
              <a:rPr sz="1100" spc="335" dirty="0">
                <a:latin typeface="MS UI Gothic"/>
                <a:cs typeface="MS UI Gothic"/>
              </a:rPr>
              <a:t>う</a:t>
            </a:r>
            <a:r>
              <a:rPr sz="1100" spc="75" dirty="0">
                <a:latin typeface="MS UI Gothic"/>
                <a:cs typeface="MS UI Gothic"/>
              </a:rPr>
              <a:t>イ</a:t>
            </a:r>
            <a:r>
              <a:rPr sz="1100" spc="245" dirty="0">
                <a:latin typeface="MS UI Gothic"/>
                <a:cs typeface="MS UI Gothic"/>
              </a:rPr>
              <a:t>メ</a:t>
            </a:r>
            <a:r>
              <a:rPr sz="1100" spc="155" dirty="0">
                <a:latin typeface="MS UI Gothic"/>
                <a:cs typeface="MS UI Gothic"/>
              </a:rPr>
              <a:t>ー</a:t>
            </a:r>
            <a:r>
              <a:rPr sz="1100" spc="125" dirty="0">
                <a:latin typeface="MS UI Gothic"/>
                <a:cs typeface="MS UI Gothic"/>
              </a:rPr>
              <a:t>ジ</a:t>
            </a:r>
            <a:r>
              <a:rPr sz="1100" spc="165" dirty="0">
                <a:latin typeface="MS UI Gothic"/>
                <a:cs typeface="MS UI Gothic"/>
              </a:rPr>
              <a:t>し</a:t>
            </a:r>
            <a:r>
              <a:rPr sz="1100" spc="180" dirty="0">
                <a:latin typeface="MS UI Gothic"/>
                <a:cs typeface="MS UI Gothic"/>
              </a:rPr>
              <a:t>た</a:t>
            </a:r>
            <a:r>
              <a:rPr sz="1100" spc="204" dirty="0">
                <a:latin typeface="MS UI Gothic"/>
                <a:cs typeface="MS UI Gothic"/>
              </a:rPr>
              <a:t>も</a:t>
            </a:r>
            <a:r>
              <a:rPr sz="1100" spc="165" dirty="0">
                <a:latin typeface="MS UI Gothic"/>
                <a:cs typeface="MS UI Gothic"/>
              </a:rPr>
              <a:t>ので</a:t>
            </a:r>
            <a:r>
              <a:rPr sz="1100" spc="170" dirty="0">
                <a:latin typeface="MS UI Gothic"/>
                <a:cs typeface="MS UI Gothic"/>
              </a:rPr>
              <a:t>す</a:t>
            </a:r>
            <a:endParaRPr sz="1100">
              <a:latin typeface="MS UI Gothic"/>
              <a:cs typeface="MS UI Gothic"/>
            </a:endParaRPr>
          </a:p>
        </p:txBody>
      </p:sp>
      <p:grpSp>
        <p:nvGrpSpPr>
          <p:cNvPr id="32" name="object 32"/>
          <p:cNvGrpSpPr/>
          <p:nvPr/>
        </p:nvGrpSpPr>
        <p:grpSpPr>
          <a:xfrm>
            <a:off x="737616" y="5038344"/>
            <a:ext cx="3710940" cy="949960"/>
            <a:chOff x="737616" y="5038344"/>
            <a:chExt cx="3710940" cy="949960"/>
          </a:xfrm>
        </p:grpSpPr>
        <p:sp>
          <p:nvSpPr>
            <p:cNvPr id="33" name="object 33"/>
            <p:cNvSpPr/>
            <p:nvPr/>
          </p:nvSpPr>
          <p:spPr>
            <a:xfrm>
              <a:off x="1863090" y="5322570"/>
              <a:ext cx="353695" cy="504825"/>
            </a:xfrm>
            <a:custGeom>
              <a:avLst/>
              <a:gdLst/>
              <a:ahLst/>
              <a:cxnLst/>
              <a:rect l="l" t="t" r="r" b="b"/>
              <a:pathLst>
                <a:path w="353694" h="504825">
                  <a:moveTo>
                    <a:pt x="176784" y="0"/>
                  </a:moveTo>
                  <a:lnTo>
                    <a:pt x="176784" y="126110"/>
                  </a:lnTo>
                  <a:lnTo>
                    <a:pt x="0" y="126110"/>
                  </a:lnTo>
                  <a:lnTo>
                    <a:pt x="0" y="378332"/>
                  </a:lnTo>
                  <a:lnTo>
                    <a:pt x="176784" y="378332"/>
                  </a:lnTo>
                  <a:lnTo>
                    <a:pt x="176784" y="504443"/>
                  </a:lnTo>
                  <a:lnTo>
                    <a:pt x="353568" y="252221"/>
                  </a:lnTo>
                  <a:lnTo>
                    <a:pt x="176784" y="0"/>
                  </a:lnTo>
                  <a:close/>
                </a:path>
              </a:pathLst>
            </a:custGeom>
            <a:solidFill>
              <a:srgbClr val="0F243E"/>
            </a:solidFill>
          </p:spPr>
          <p:txBody>
            <a:bodyPr wrap="square" lIns="0" tIns="0" rIns="0" bIns="0" rtlCol="0"/>
            <a:lstStyle/>
            <a:p>
              <a:endParaRPr/>
            </a:p>
          </p:txBody>
        </p:sp>
        <p:sp>
          <p:nvSpPr>
            <p:cNvPr id="34" name="object 34"/>
            <p:cNvSpPr/>
            <p:nvPr/>
          </p:nvSpPr>
          <p:spPr>
            <a:xfrm>
              <a:off x="1863090" y="5322570"/>
              <a:ext cx="353695" cy="504825"/>
            </a:xfrm>
            <a:custGeom>
              <a:avLst/>
              <a:gdLst/>
              <a:ahLst/>
              <a:cxnLst/>
              <a:rect l="l" t="t" r="r" b="b"/>
              <a:pathLst>
                <a:path w="353694" h="504825">
                  <a:moveTo>
                    <a:pt x="0" y="378332"/>
                  </a:moveTo>
                  <a:lnTo>
                    <a:pt x="176784" y="378332"/>
                  </a:lnTo>
                  <a:lnTo>
                    <a:pt x="176784" y="504443"/>
                  </a:lnTo>
                  <a:lnTo>
                    <a:pt x="353568" y="252221"/>
                  </a:lnTo>
                  <a:lnTo>
                    <a:pt x="176784" y="0"/>
                  </a:lnTo>
                  <a:lnTo>
                    <a:pt x="176784" y="126110"/>
                  </a:lnTo>
                  <a:lnTo>
                    <a:pt x="0" y="126110"/>
                  </a:lnTo>
                  <a:lnTo>
                    <a:pt x="0" y="378332"/>
                  </a:lnTo>
                  <a:close/>
                </a:path>
              </a:pathLst>
            </a:custGeom>
            <a:ln w="25400">
              <a:solidFill>
                <a:srgbClr val="0F243E"/>
              </a:solidFill>
            </a:ln>
          </p:spPr>
          <p:txBody>
            <a:bodyPr wrap="square" lIns="0" tIns="0" rIns="0" bIns="0" rtlCol="0"/>
            <a:lstStyle/>
            <a:p>
              <a:endParaRPr/>
            </a:p>
          </p:txBody>
        </p:sp>
        <p:pic>
          <p:nvPicPr>
            <p:cNvPr id="35" name="object 35"/>
            <p:cNvPicPr/>
            <p:nvPr/>
          </p:nvPicPr>
          <p:blipFill>
            <a:blip r:embed="rId3" cstate="print"/>
            <a:stretch>
              <a:fillRect/>
            </a:stretch>
          </p:blipFill>
          <p:spPr>
            <a:xfrm>
              <a:off x="3476244" y="5160264"/>
              <a:ext cx="972312" cy="827532"/>
            </a:xfrm>
            <a:prstGeom prst="rect">
              <a:avLst/>
            </a:prstGeom>
          </p:spPr>
        </p:pic>
        <p:pic>
          <p:nvPicPr>
            <p:cNvPr id="36" name="object 36"/>
            <p:cNvPicPr/>
            <p:nvPr/>
          </p:nvPicPr>
          <p:blipFill>
            <a:blip r:embed="rId4" cstate="print"/>
            <a:stretch>
              <a:fillRect/>
            </a:stretch>
          </p:blipFill>
          <p:spPr>
            <a:xfrm>
              <a:off x="737616" y="5038344"/>
              <a:ext cx="970787" cy="902208"/>
            </a:xfrm>
            <a:prstGeom prst="rect">
              <a:avLst/>
            </a:prstGeom>
          </p:spPr>
        </p:pic>
        <p:pic>
          <p:nvPicPr>
            <p:cNvPr id="37" name="object 37"/>
            <p:cNvPicPr/>
            <p:nvPr/>
          </p:nvPicPr>
          <p:blipFill>
            <a:blip r:embed="rId5" cstate="print"/>
            <a:stretch>
              <a:fillRect/>
            </a:stretch>
          </p:blipFill>
          <p:spPr>
            <a:xfrm>
              <a:off x="2350008" y="5129784"/>
              <a:ext cx="970788" cy="829055"/>
            </a:xfrm>
            <a:prstGeom prst="rect">
              <a:avLst/>
            </a:prstGeom>
          </p:spPr>
        </p:pic>
      </p:grpSp>
      <p:sp>
        <p:nvSpPr>
          <p:cNvPr id="38" name="object 38"/>
          <p:cNvSpPr txBox="1"/>
          <p:nvPr/>
        </p:nvSpPr>
        <p:spPr>
          <a:xfrm>
            <a:off x="4985003" y="4506848"/>
            <a:ext cx="3273425" cy="337185"/>
          </a:xfrm>
          <a:prstGeom prst="rect">
            <a:avLst/>
          </a:prstGeom>
        </p:spPr>
        <p:txBody>
          <a:bodyPr vert="horz" wrap="square" lIns="0" tIns="38100" rIns="0" bIns="0" rtlCol="0">
            <a:spAutoFit/>
          </a:bodyPr>
          <a:lstStyle/>
          <a:p>
            <a:pPr marL="86360" marR="5080" indent="-86995">
              <a:lnSpc>
                <a:spcPts val="1130"/>
              </a:lnSpc>
              <a:spcBef>
                <a:spcPts val="300"/>
              </a:spcBef>
            </a:pPr>
            <a:r>
              <a:rPr sz="1100" spc="140" dirty="0">
                <a:solidFill>
                  <a:srgbClr val="FF0000"/>
                </a:solidFill>
                <a:latin typeface="MS UI Gothic"/>
                <a:cs typeface="MS UI Gothic"/>
              </a:rPr>
              <a:t>②25</a:t>
            </a:r>
            <a:r>
              <a:rPr sz="1100" spc="-50" dirty="0">
                <a:solidFill>
                  <a:srgbClr val="FF0000"/>
                </a:solidFill>
                <a:latin typeface="MS UI Gothic"/>
                <a:cs typeface="MS UI Gothic"/>
              </a:rPr>
              <a:t>日</a:t>
            </a:r>
            <a:r>
              <a:rPr sz="1100" spc="155" dirty="0">
                <a:solidFill>
                  <a:srgbClr val="FF0000"/>
                </a:solidFill>
                <a:latin typeface="MS UI Gothic"/>
                <a:cs typeface="MS UI Gothic"/>
              </a:rPr>
              <a:t>の</a:t>
            </a:r>
            <a:r>
              <a:rPr sz="1100" spc="-50" dirty="0">
                <a:solidFill>
                  <a:srgbClr val="FF0000"/>
                </a:solidFill>
                <a:latin typeface="MS UI Gothic"/>
                <a:cs typeface="MS UI Gothic"/>
              </a:rPr>
              <a:t>締</a:t>
            </a:r>
            <a:r>
              <a:rPr sz="1100" spc="130" dirty="0">
                <a:solidFill>
                  <a:srgbClr val="FF0000"/>
                </a:solidFill>
                <a:latin typeface="MS UI Gothic"/>
                <a:cs typeface="MS UI Gothic"/>
              </a:rPr>
              <a:t>め</a:t>
            </a:r>
            <a:r>
              <a:rPr sz="1100" spc="-60" dirty="0">
                <a:solidFill>
                  <a:srgbClr val="FF0000"/>
                </a:solidFill>
                <a:latin typeface="MS UI Gothic"/>
                <a:cs typeface="MS UI Gothic"/>
              </a:rPr>
              <a:t>時</a:t>
            </a:r>
            <a:r>
              <a:rPr sz="1100" spc="-125" dirty="0">
                <a:solidFill>
                  <a:srgbClr val="FF0000"/>
                </a:solidFill>
                <a:latin typeface="MS UI Gothic"/>
                <a:cs typeface="MS UI Gothic"/>
              </a:rPr>
              <a:t>、</a:t>
            </a:r>
            <a:r>
              <a:rPr sz="1100" spc="-50" dirty="0">
                <a:solidFill>
                  <a:srgbClr val="FF0000"/>
                </a:solidFill>
                <a:latin typeface="MS UI Gothic"/>
                <a:cs typeface="MS UI Gothic"/>
              </a:rPr>
              <a:t>採</a:t>
            </a:r>
            <a:r>
              <a:rPr sz="1100" spc="-60" dirty="0">
                <a:solidFill>
                  <a:srgbClr val="FF0000"/>
                </a:solidFill>
                <a:latin typeface="MS UI Gothic"/>
                <a:cs typeface="MS UI Gothic"/>
              </a:rPr>
              <a:t>用</a:t>
            </a:r>
            <a:r>
              <a:rPr sz="1100" spc="-50" dirty="0">
                <a:solidFill>
                  <a:srgbClr val="FF0000"/>
                </a:solidFill>
                <a:latin typeface="MS UI Gothic"/>
                <a:cs typeface="MS UI Gothic"/>
              </a:rPr>
              <a:t>調</a:t>
            </a:r>
            <a:r>
              <a:rPr sz="1100" spc="-60" dirty="0">
                <a:solidFill>
                  <a:srgbClr val="FF0000"/>
                </a:solidFill>
                <a:latin typeface="MS UI Gothic"/>
                <a:cs typeface="MS UI Gothic"/>
              </a:rPr>
              <a:t>達</a:t>
            </a:r>
            <a:r>
              <a:rPr sz="1100" spc="114" dirty="0">
                <a:solidFill>
                  <a:srgbClr val="FF0000"/>
                </a:solidFill>
                <a:latin typeface="MS UI Gothic"/>
                <a:cs typeface="MS UI Gothic"/>
              </a:rPr>
              <a:t>チ</a:t>
            </a:r>
            <a:r>
              <a:rPr sz="1100" spc="105" dirty="0">
                <a:solidFill>
                  <a:srgbClr val="FF0000"/>
                </a:solidFill>
                <a:latin typeface="MS UI Gothic"/>
                <a:cs typeface="MS UI Gothic"/>
              </a:rPr>
              <a:t>ー</a:t>
            </a:r>
            <a:r>
              <a:rPr sz="1100" spc="35" dirty="0">
                <a:solidFill>
                  <a:srgbClr val="FF0000"/>
                </a:solidFill>
                <a:latin typeface="MS UI Gothic"/>
                <a:cs typeface="MS UI Gothic"/>
              </a:rPr>
              <a:t>ム</a:t>
            </a:r>
            <a:r>
              <a:rPr sz="1100" spc="140" dirty="0">
                <a:solidFill>
                  <a:srgbClr val="FF0000"/>
                </a:solidFill>
                <a:latin typeface="MS UI Gothic"/>
                <a:cs typeface="MS UI Gothic"/>
              </a:rPr>
              <a:t>に</a:t>
            </a:r>
            <a:r>
              <a:rPr sz="1100" spc="150" dirty="0">
                <a:solidFill>
                  <a:srgbClr val="FF0000"/>
                </a:solidFill>
                <a:latin typeface="MS UI Gothic"/>
                <a:cs typeface="MS UI Gothic"/>
              </a:rPr>
              <a:t>て</a:t>
            </a:r>
            <a:r>
              <a:rPr sz="1100" spc="-60" dirty="0">
                <a:solidFill>
                  <a:srgbClr val="FF0000"/>
                </a:solidFill>
                <a:latin typeface="MS UI Gothic"/>
                <a:cs typeface="MS UI Gothic"/>
              </a:rPr>
              <a:t>対</a:t>
            </a:r>
            <a:r>
              <a:rPr sz="1100" spc="-50" dirty="0">
                <a:solidFill>
                  <a:srgbClr val="FF0000"/>
                </a:solidFill>
                <a:latin typeface="MS UI Gothic"/>
                <a:cs typeface="MS UI Gothic"/>
              </a:rPr>
              <a:t>象</a:t>
            </a:r>
            <a:r>
              <a:rPr sz="1100" spc="-60" dirty="0">
                <a:solidFill>
                  <a:srgbClr val="FF0000"/>
                </a:solidFill>
                <a:latin typeface="MS UI Gothic"/>
                <a:cs typeface="MS UI Gothic"/>
              </a:rPr>
              <a:t>者</a:t>
            </a:r>
            <a:r>
              <a:rPr sz="1100" spc="-50" dirty="0">
                <a:solidFill>
                  <a:srgbClr val="FF0000"/>
                </a:solidFill>
                <a:latin typeface="MS UI Gothic"/>
                <a:cs typeface="MS UI Gothic"/>
              </a:rPr>
              <a:t>・</a:t>
            </a:r>
            <a:r>
              <a:rPr sz="1100" spc="-60" dirty="0">
                <a:solidFill>
                  <a:srgbClr val="FF0000"/>
                </a:solidFill>
                <a:latin typeface="MS UI Gothic"/>
                <a:cs typeface="MS UI Gothic"/>
              </a:rPr>
              <a:t>支</a:t>
            </a:r>
            <a:r>
              <a:rPr sz="1100" spc="-50" dirty="0">
                <a:solidFill>
                  <a:srgbClr val="FF0000"/>
                </a:solidFill>
                <a:latin typeface="MS UI Gothic"/>
                <a:cs typeface="MS UI Gothic"/>
              </a:rPr>
              <a:t>給</a:t>
            </a:r>
            <a:r>
              <a:rPr sz="1100" spc="125" dirty="0">
                <a:solidFill>
                  <a:srgbClr val="FF0000"/>
                </a:solidFill>
                <a:latin typeface="MS UI Gothic"/>
                <a:cs typeface="MS UI Gothic"/>
              </a:rPr>
              <a:t>pt</a:t>
            </a:r>
            <a:r>
              <a:rPr sz="1100" spc="250" dirty="0">
                <a:solidFill>
                  <a:srgbClr val="FF0000"/>
                </a:solidFill>
                <a:latin typeface="MS UI Gothic"/>
                <a:cs typeface="MS UI Gothic"/>
              </a:rPr>
              <a:t>を </a:t>
            </a:r>
            <a:r>
              <a:rPr sz="1100" spc="-50" dirty="0">
                <a:solidFill>
                  <a:srgbClr val="FF0000"/>
                </a:solidFill>
                <a:latin typeface="MS UI Gothic"/>
                <a:cs typeface="MS UI Gothic"/>
              </a:rPr>
              <a:t>集計</a:t>
            </a:r>
            <a:r>
              <a:rPr sz="1100" spc="85" dirty="0">
                <a:solidFill>
                  <a:srgbClr val="FF0000"/>
                </a:solidFill>
                <a:latin typeface="MS UI Gothic"/>
                <a:cs typeface="MS UI Gothic"/>
              </a:rPr>
              <a:t>し</a:t>
            </a:r>
            <a:r>
              <a:rPr sz="1100" spc="-125" dirty="0">
                <a:solidFill>
                  <a:srgbClr val="FF0000"/>
                </a:solidFill>
                <a:latin typeface="MS UI Gothic"/>
                <a:cs typeface="MS UI Gothic"/>
              </a:rPr>
              <a:t>、</a:t>
            </a:r>
            <a:r>
              <a:rPr sz="1100" spc="-50" dirty="0">
                <a:solidFill>
                  <a:srgbClr val="FF0000"/>
                </a:solidFill>
                <a:latin typeface="MS UI Gothic"/>
                <a:cs typeface="MS UI Gothic"/>
              </a:rPr>
              <a:t>幹部</a:t>
            </a:r>
            <a:r>
              <a:rPr sz="1100" spc="210" dirty="0">
                <a:solidFill>
                  <a:srgbClr val="FF0000"/>
                </a:solidFill>
                <a:latin typeface="MS UI Gothic"/>
                <a:cs typeface="MS UI Gothic"/>
              </a:rPr>
              <a:t>メ</a:t>
            </a:r>
            <a:r>
              <a:rPr sz="1100" spc="135" dirty="0">
                <a:solidFill>
                  <a:srgbClr val="FF0000"/>
                </a:solidFill>
                <a:latin typeface="MS UI Gothic"/>
                <a:cs typeface="MS UI Gothic"/>
              </a:rPr>
              <a:t>ン</a:t>
            </a:r>
            <a:r>
              <a:rPr sz="1100" spc="95" dirty="0">
                <a:solidFill>
                  <a:srgbClr val="FF0000"/>
                </a:solidFill>
                <a:latin typeface="MS UI Gothic"/>
                <a:cs typeface="MS UI Gothic"/>
              </a:rPr>
              <a:t>バー</a:t>
            </a:r>
            <a:r>
              <a:rPr sz="1100" spc="-125" dirty="0">
                <a:solidFill>
                  <a:srgbClr val="FF0000"/>
                </a:solidFill>
                <a:latin typeface="MS UI Gothic"/>
                <a:cs typeface="MS UI Gothic"/>
              </a:rPr>
              <a:t>、</a:t>
            </a:r>
            <a:r>
              <a:rPr sz="1100" spc="-50" dirty="0">
                <a:solidFill>
                  <a:srgbClr val="FF0000"/>
                </a:solidFill>
                <a:latin typeface="MS UI Gothic"/>
                <a:cs typeface="MS UI Gothic"/>
              </a:rPr>
              <a:t>総務</a:t>
            </a:r>
            <a:r>
              <a:rPr sz="1100" spc="-60" dirty="0">
                <a:solidFill>
                  <a:srgbClr val="FF0000"/>
                </a:solidFill>
                <a:latin typeface="MS UI Gothic"/>
                <a:cs typeface="MS UI Gothic"/>
              </a:rPr>
              <a:t>人</a:t>
            </a:r>
            <a:r>
              <a:rPr sz="1100" spc="-50" dirty="0">
                <a:solidFill>
                  <a:srgbClr val="FF0000"/>
                </a:solidFill>
                <a:latin typeface="MS UI Gothic"/>
                <a:cs typeface="MS UI Gothic"/>
              </a:rPr>
              <a:t>事</a:t>
            </a:r>
            <a:r>
              <a:rPr sz="1100" spc="114" dirty="0">
                <a:solidFill>
                  <a:srgbClr val="FF0000"/>
                </a:solidFill>
                <a:latin typeface="MS UI Gothic"/>
                <a:cs typeface="MS UI Gothic"/>
              </a:rPr>
              <a:t>チ</a:t>
            </a:r>
            <a:r>
              <a:rPr sz="1100" spc="95" dirty="0">
                <a:solidFill>
                  <a:srgbClr val="FF0000"/>
                </a:solidFill>
                <a:latin typeface="MS UI Gothic"/>
                <a:cs typeface="MS UI Gothic"/>
              </a:rPr>
              <a:t>ー</a:t>
            </a:r>
            <a:r>
              <a:rPr sz="1100" spc="35" dirty="0">
                <a:solidFill>
                  <a:srgbClr val="FF0000"/>
                </a:solidFill>
                <a:latin typeface="MS UI Gothic"/>
                <a:cs typeface="MS UI Gothic"/>
              </a:rPr>
              <a:t>ム</a:t>
            </a:r>
            <a:r>
              <a:rPr sz="1100" spc="130" dirty="0">
                <a:solidFill>
                  <a:srgbClr val="FF0000"/>
                </a:solidFill>
                <a:latin typeface="MS UI Gothic"/>
                <a:cs typeface="MS UI Gothic"/>
              </a:rPr>
              <a:t>へ</a:t>
            </a:r>
            <a:r>
              <a:rPr sz="1100" spc="-60" dirty="0">
                <a:solidFill>
                  <a:srgbClr val="FF0000"/>
                </a:solidFill>
                <a:latin typeface="MS UI Gothic"/>
                <a:cs typeface="MS UI Gothic"/>
              </a:rPr>
              <a:t>共</a:t>
            </a:r>
            <a:r>
              <a:rPr sz="1100" dirty="0">
                <a:solidFill>
                  <a:srgbClr val="FF0000"/>
                </a:solidFill>
                <a:latin typeface="MS UI Gothic"/>
                <a:cs typeface="MS UI Gothic"/>
              </a:rPr>
              <a:t>有</a:t>
            </a:r>
            <a:endParaRPr sz="1100">
              <a:latin typeface="MS UI Gothic"/>
              <a:cs typeface="MS UI Gothic"/>
            </a:endParaRPr>
          </a:p>
        </p:txBody>
      </p:sp>
      <p:grpSp>
        <p:nvGrpSpPr>
          <p:cNvPr id="39" name="object 39"/>
          <p:cNvGrpSpPr/>
          <p:nvPr/>
        </p:nvGrpSpPr>
        <p:grpSpPr>
          <a:xfrm>
            <a:off x="4869179" y="4953000"/>
            <a:ext cx="3782695" cy="1013460"/>
            <a:chOff x="4869179" y="4953000"/>
            <a:chExt cx="3782695" cy="1013460"/>
          </a:xfrm>
        </p:grpSpPr>
        <p:pic>
          <p:nvPicPr>
            <p:cNvPr id="40" name="object 40"/>
            <p:cNvPicPr/>
            <p:nvPr/>
          </p:nvPicPr>
          <p:blipFill>
            <a:blip r:embed="rId6" cstate="print"/>
            <a:stretch>
              <a:fillRect/>
            </a:stretch>
          </p:blipFill>
          <p:spPr>
            <a:xfrm>
              <a:off x="4869179" y="5137404"/>
              <a:ext cx="787908" cy="803147"/>
            </a:xfrm>
            <a:prstGeom prst="rect">
              <a:avLst/>
            </a:prstGeom>
          </p:spPr>
        </p:pic>
        <p:pic>
          <p:nvPicPr>
            <p:cNvPr id="41" name="object 41"/>
            <p:cNvPicPr/>
            <p:nvPr/>
          </p:nvPicPr>
          <p:blipFill>
            <a:blip r:embed="rId7" cstate="print"/>
            <a:stretch>
              <a:fillRect/>
            </a:stretch>
          </p:blipFill>
          <p:spPr>
            <a:xfrm>
              <a:off x="5609843" y="5186172"/>
              <a:ext cx="789431" cy="742187"/>
            </a:xfrm>
            <a:prstGeom prst="rect">
              <a:avLst/>
            </a:prstGeom>
          </p:spPr>
        </p:pic>
        <p:pic>
          <p:nvPicPr>
            <p:cNvPr id="42" name="object 42"/>
            <p:cNvPicPr/>
            <p:nvPr/>
          </p:nvPicPr>
          <p:blipFill>
            <a:blip r:embed="rId8" cstate="print"/>
            <a:stretch>
              <a:fillRect/>
            </a:stretch>
          </p:blipFill>
          <p:spPr>
            <a:xfrm>
              <a:off x="7031735" y="5059679"/>
              <a:ext cx="987551" cy="842772"/>
            </a:xfrm>
            <a:prstGeom prst="rect">
              <a:avLst/>
            </a:prstGeom>
          </p:spPr>
        </p:pic>
        <p:pic>
          <p:nvPicPr>
            <p:cNvPr id="43" name="object 43"/>
            <p:cNvPicPr/>
            <p:nvPr/>
          </p:nvPicPr>
          <p:blipFill>
            <a:blip r:embed="rId9" cstate="print"/>
            <a:stretch>
              <a:fillRect/>
            </a:stretch>
          </p:blipFill>
          <p:spPr>
            <a:xfrm>
              <a:off x="8004047" y="4953000"/>
              <a:ext cx="647700" cy="1013460"/>
            </a:xfrm>
            <a:prstGeom prst="rect">
              <a:avLst/>
            </a:prstGeom>
          </p:spPr>
        </p:pic>
      </p:grpSp>
      <p:sp>
        <p:nvSpPr>
          <p:cNvPr id="44" name="object 44"/>
          <p:cNvSpPr txBox="1"/>
          <p:nvPr/>
        </p:nvSpPr>
        <p:spPr>
          <a:xfrm>
            <a:off x="746150" y="6077203"/>
            <a:ext cx="928369" cy="194310"/>
          </a:xfrm>
          <a:prstGeom prst="rect">
            <a:avLst/>
          </a:prstGeom>
        </p:spPr>
        <p:txBody>
          <a:bodyPr vert="horz" wrap="square" lIns="0" tIns="13335" rIns="0" bIns="0" rtlCol="0">
            <a:spAutoFit/>
          </a:bodyPr>
          <a:lstStyle/>
          <a:p>
            <a:pPr>
              <a:lnSpc>
                <a:spcPct val="100000"/>
              </a:lnSpc>
              <a:spcBef>
                <a:spcPts val="105"/>
              </a:spcBef>
            </a:pPr>
            <a:r>
              <a:rPr sz="1100" spc="-50" dirty="0">
                <a:latin typeface="MS UI Gothic"/>
                <a:cs typeface="MS UI Gothic"/>
              </a:rPr>
              <a:t>採用調達</a:t>
            </a:r>
            <a:r>
              <a:rPr sz="1100" spc="114" dirty="0">
                <a:latin typeface="MS UI Gothic"/>
                <a:cs typeface="MS UI Gothic"/>
              </a:rPr>
              <a:t>チ</a:t>
            </a:r>
            <a:r>
              <a:rPr sz="1100" spc="105" dirty="0">
                <a:latin typeface="MS UI Gothic"/>
                <a:cs typeface="MS UI Gothic"/>
              </a:rPr>
              <a:t>ー</a:t>
            </a:r>
            <a:r>
              <a:rPr sz="1100" spc="95" dirty="0">
                <a:latin typeface="MS UI Gothic"/>
                <a:cs typeface="MS UI Gothic"/>
              </a:rPr>
              <a:t>ム</a:t>
            </a:r>
            <a:endParaRPr sz="1100">
              <a:latin typeface="MS UI Gothic"/>
              <a:cs typeface="MS UI Gothic"/>
            </a:endParaRPr>
          </a:p>
        </p:txBody>
      </p:sp>
      <p:sp>
        <p:nvSpPr>
          <p:cNvPr id="51" name="object 51"/>
          <p:cNvSpPr txBox="1">
            <a:spLocks noGrp="1"/>
          </p:cNvSpPr>
          <p:nvPr>
            <p:ph type="ftr" sz="quarter" idx="5"/>
          </p:nvPr>
        </p:nvSpPr>
        <p:spPr>
          <a:xfrm>
            <a:off x="186334" y="6744868"/>
            <a:ext cx="1945005" cy="114300"/>
          </a:xfrm>
          <a:prstGeom prst="rect">
            <a:avLst/>
          </a:prstGeom>
        </p:spPr>
        <p:txBody>
          <a:bodyPr vert="horz" wrap="square" lIns="0" tIns="0" rIns="0" bIns="0" rtlCol="0">
            <a:spAutoFit/>
          </a:bodyPr>
          <a:lstStyle>
            <a:defPPr>
              <a:defRPr lang="ja-JP"/>
            </a:defPPr>
            <a:lvl1pPr marL="0" algn="l" defTabSz="914400" rtl="0" eaLnBrk="1" latinLnBrk="0" hangingPunct="1">
              <a:defRPr kumimoji="1" sz="700" b="0" i="0" kern="1200">
                <a:solidFill>
                  <a:schemeClr val="tx1"/>
                </a:solidFill>
                <a:latin typeface="Calibri"/>
                <a:ea typeface="+mn-ea"/>
                <a:cs typeface="Calibri"/>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12700">
              <a:lnSpc>
                <a:spcPts val="760"/>
              </a:lnSpc>
            </a:pPr>
            <a:r>
              <a:rPr lang="en-US" spc="-10"/>
              <a:t>Copyright(C)</a:t>
            </a:r>
            <a:r>
              <a:rPr lang="en-US" spc="40"/>
              <a:t> </a:t>
            </a:r>
            <a:r>
              <a:rPr lang="en-US" spc="-5"/>
              <a:t>MMInternational</a:t>
            </a:r>
            <a:r>
              <a:rPr lang="en-US" spc="60"/>
              <a:t> </a:t>
            </a:r>
            <a:r>
              <a:rPr lang="en-US" spc="-5"/>
              <a:t>Inc.</a:t>
            </a:r>
            <a:r>
              <a:rPr lang="en-US"/>
              <a:t> </a:t>
            </a:r>
            <a:r>
              <a:rPr lang="en-US" spc="-5"/>
              <a:t>All</a:t>
            </a:r>
            <a:r>
              <a:rPr lang="en-US" spc="10"/>
              <a:t> </a:t>
            </a:r>
            <a:r>
              <a:rPr lang="en-US" spc="-10"/>
              <a:t>rights</a:t>
            </a:r>
            <a:r>
              <a:rPr lang="en-US" spc="35"/>
              <a:t> </a:t>
            </a:r>
            <a:r>
              <a:rPr lang="en-US" spc="-5"/>
              <a:t>reserved</a:t>
            </a:r>
            <a:endParaRPr spc="-5" dirty="0"/>
          </a:p>
        </p:txBody>
      </p:sp>
      <p:sp>
        <p:nvSpPr>
          <p:cNvPr id="45" name="object 45"/>
          <p:cNvSpPr txBox="1"/>
          <p:nvPr/>
        </p:nvSpPr>
        <p:spPr>
          <a:xfrm>
            <a:off x="5061203" y="6049467"/>
            <a:ext cx="928369" cy="194310"/>
          </a:xfrm>
          <a:prstGeom prst="rect">
            <a:avLst/>
          </a:prstGeom>
        </p:spPr>
        <p:txBody>
          <a:bodyPr vert="horz" wrap="square" lIns="0" tIns="13335" rIns="0" bIns="0" rtlCol="0">
            <a:spAutoFit/>
          </a:bodyPr>
          <a:lstStyle/>
          <a:p>
            <a:pPr>
              <a:lnSpc>
                <a:spcPct val="100000"/>
              </a:lnSpc>
              <a:spcBef>
                <a:spcPts val="105"/>
              </a:spcBef>
            </a:pPr>
            <a:r>
              <a:rPr sz="1100" spc="-50" dirty="0">
                <a:latin typeface="MS UI Gothic"/>
                <a:cs typeface="MS UI Gothic"/>
              </a:rPr>
              <a:t>採用調達</a:t>
            </a:r>
            <a:r>
              <a:rPr sz="1100" spc="114" dirty="0">
                <a:latin typeface="MS UI Gothic"/>
                <a:cs typeface="MS UI Gothic"/>
              </a:rPr>
              <a:t>チ</a:t>
            </a:r>
            <a:r>
              <a:rPr sz="1100" spc="105" dirty="0">
                <a:latin typeface="MS UI Gothic"/>
                <a:cs typeface="MS UI Gothic"/>
              </a:rPr>
              <a:t>ー</a:t>
            </a:r>
            <a:r>
              <a:rPr sz="1100" spc="95" dirty="0">
                <a:latin typeface="MS UI Gothic"/>
                <a:cs typeface="MS UI Gothic"/>
              </a:rPr>
              <a:t>ム</a:t>
            </a:r>
            <a:endParaRPr sz="1100">
              <a:latin typeface="MS UI Gothic"/>
              <a:cs typeface="MS UI Gothic"/>
            </a:endParaRPr>
          </a:p>
        </p:txBody>
      </p:sp>
      <p:sp>
        <p:nvSpPr>
          <p:cNvPr id="46" name="object 46"/>
          <p:cNvSpPr txBox="1"/>
          <p:nvPr/>
        </p:nvSpPr>
        <p:spPr>
          <a:xfrm>
            <a:off x="3520694" y="6053429"/>
            <a:ext cx="881380" cy="193675"/>
          </a:xfrm>
          <a:prstGeom prst="rect">
            <a:avLst/>
          </a:prstGeom>
        </p:spPr>
        <p:txBody>
          <a:bodyPr vert="horz" wrap="square" lIns="0" tIns="12700" rIns="0" bIns="0" rtlCol="0">
            <a:spAutoFit/>
          </a:bodyPr>
          <a:lstStyle/>
          <a:p>
            <a:pPr>
              <a:lnSpc>
                <a:spcPct val="100000"/>
              </a:lnSpc>
              <a:spcBef>
                <a:spcPts val="100"/>
              </a:spcBef>
            </a:pPr>
            <a:r>
              <a:rPr sz="1100" spc="-50" dirty="0">
                <a:latin typeface="MS UI Gothic"/>
                <a:cs typeface="MS UI Gothic"/>
              </a:rPr>
              <a:t>月給者・時給者</a:t>
            </a:r>
            <a:endParaRPr sz="1100">
              <a:latin typeface="MS UI Gothic"/>
              <a:cs typeface="MS UI Gothic"/>
            </a:endParaRPr>
          </a:p>
        </p:txBody>
      </p:sp>
      <p:sp>
        <p:nvSpPr>
          <p:cNvPr id="47" name="object 47"/>
          <p:cNvSpPr txBox="1"/>
          <p:nvPr/>
        </p:nvSpPr>
        <p:spPr>
          <a:xfrm>
            <a:off x="7178929" y="6069888"/>
            <a:ext cx="1256665" cy="193675"/>
          </a:xfrm>
          <a:prstGeom prst="rect">
            <a:avLst/>
          </a:prstGeom>
        </p:spPr>
        <p:txBody>
          <a:bodyPr vert="horz" wrap="square" lIns="0" tIns="12700" rIns="0" bIns="0" rtlCol="0">
            <a:spAutoFit/>
          </a:bodyPr>
          <a:lstStyle/>
          <a:p>
            <a:pPr>
              <a:lnSpc>
                <a:spcPct val="100000"/>
              </a:lnSpc>
              <a:spcBef>
                <a:spcPts val="100"/>
              </a:spcBef>
            </a:pPr>
            <a:r>
              <a:rPr sz="1100" spc="-50" dirty="0">
                <a:latin typeface="MS UI Gothic"/>
                <a:cs typeface="MS UI Gothic"/>
              </a:rPr>
              <a:t>幹部</a:t>
            </a:r>
            <a:r>
              <a:rPr sz="1100" spc="210" dirty="0">
                <a:latin typeface="MS UI Gothic"/>
                <a:cs typeface="MS UI Gothic"/>
              </a:rPr>
              <a:t>メ</a:t>
            </a:r>
            <a:r>
              <a:rPr sz="1100" spc="135" dirty="0">
                <a:latin typeface="MS UI Gothic"/>
                <a:cs typeface="MS UI Gothic"/>
              </a:rPr>
              <a:t>ン</a:t>
            </a:r>
            <a:r>
              <a:rPr sz="1100" spc="110" dirty="0">
                <a:latin typeface="MS UI Gothic"/>
                <a:cs typeface="MS UI Gothic"/>
              </a:rPr>
              <a:t>バ</a:t>
            </a:r>
            <a:r>
              <a:rPr sz="1100" spc="95" dirty="0">
                <a:latin typeface="MS UI Gothic"/>
                <a:cs typeface="MS UI Gothic"/>
              </a:rPr>
              <a:t>ー</a:t>
            </a:r>
            <a:r>
              <a:rPr sz="1100" spc="-50" dirty="0">
                <a:latin typeface="MS UI Gothic"/>
                <a:cs typeface="MS UI Gothic"/>
              </a:rPr>
              <a:t>・</a:t>
            </a:r>
            <a:r>
              <a:rPr sz="1100" spc="-60" dirty="0">
                <a:latin typeface="MS UI Gothic"/>
                <a:cs typeface="MS UI Gothic"/>
              </a:rPr>
              <a:t>管</a:t>
            </a:r>
            <a:r>
              <a:rPr sz="1100" spc="-50" dirty="0">
                <a:latin typeface="MS UI Gothic"/>
                <a:cs typeface="MS UI Gothic"/>
              </a:rPr>
              <a:t>理</a:t>
            </a:r>
            <a:r>
              <a:rPr sz="1100" dirty="0">
                <a:latin typeface="MS UI Gothic"/>
                <a:cs typeface="MS UI Gothic"/>
              </a:rPr>
              <a:t>部</a:t>
            </a:r>
            <a:endParaRPr sz="1100">
              <a:latin typeface="MS UI Gothic"/>
              <a:cs typeface="MS UI Gothic"/>
            </a:endParaRPr>
          </a:p>
        </p:txBody>
      </p:sp>
      <p:sp>
        <p:nvSpPr>
          <p:cNvPr id="48" name="object 48"/>
          <p:cNvSpPr txBox="1"/>
          <p:nvPr/>
        </p:nvSpPr>
        <p:spPr>
          <a:xfrm>
            <a:off x="2429001" y="6069888"/>
            <a:ext cx="793750" cy="193675"/>
          </a:xfrm>
          <a:prstGeom prst="rect">
            <a:avLst/>
          </a:prstGeom>
        </p:spPr>
        <p:txBody>
          <a:bodyPr vert="horz" wrap="square" lIns="0" tIns="12700" rIns="0" bIns="0" rtlCol="0">
            <a:spAutoFit/>
          </a:bodyPr>
          <a:lstStyle/>
          <a:p>
            <a:pPr>
              <a:lnSpc>
                <a:spcPct val="100000"/>
              </a:lnSpc>
              <a:spcBef>
                <a:spcPts val="100"/>
              </a:spcBef>
            </a:pPr>
            <a:r>
              <a:rPr sz="1100" spc="-50" dirty="0">
                <a:latin typeface="MS UI Gothic"/>
                <a:cs typeface="MS UI Gothic"/>
              </a:rPr>
              <a:t>幹部</a:t>
            </a:r>
            <a:r>
              <a:rPr sz="1100" spc="210" dirty="0">
                <a:latin typeface="MS UI Gothic"/>
                <a:cs typeface="MS UI Gothic"/>
              </a:rPr>
              <a:t>メ</a:t>
            </a:r>
            <a:r>
              <a:rPr sz="1100" spc="135" dirty="0">
                <a:latin typeface="MS UI Gothic"/>
                <a:cs typeface="MS UI Gothic"/>
              </a:rPr>
              <a:t>ン</a:t>
            </a:r>
            <a:r>
              <a:rPr sz="1100" spc="110" dirty="0">
                <a:latin typeface="MS UI Gothic"/>
                <a:cs typeface="MS UI Gothic"/>
              </a:rPr>
              <a:t>バ</a:t>
            </a:r>
            <a:r>
              <a:rPr sz="1100" spc="160" dirty="0">
                <a:latin typeface="MS UI Gothic"/>
                <a:cs typeface="MS UI Gothic"/>
              </a:rPr>
              <a:t>ー</a:t>
            </a:r>
            <a:endParaRPr sz="1100">
              <a:latin typeface="MS UI Gothic"/>
              <a:cs typeface="MS UI Gothic"/>
            </a:endParaRPr>
          </a:p>
        </p:txBody>
      </p:sp>
      <p:sp>
        <p:nvSpPr>
          <p:cNvPr id="49" name="object 49"/>
          <p:cNvSpPr txBox="1"/>
          <p:nvPr/>
        </p:nvSpPr>
        <p:spPr>
          <a:xfrm>
            <a:off x="7488173" y="6418579"/>
            <a:ext cx="1450975" cy="193675"/>
          </a:xfrm>
          <a:prstGeom prst="rect">
            <a:avLst/>
          </a:prstGeom>
        </p:spPr>
        <p:txBody>
          <a:bodyPr vert="horz" wrap="square" lIns="0" tIns="12700" rIns="0" bIns="0" rtlCol="0">
            <a:spAutoFit/>
          </a:bodyPr>
          <a:lstStyle/>
          <a:p>
            <a:pPr marL="12700">
              <a:lnSpc>
                <a:spcPct val="100000"/>
              </a:lnSpc>
              <a:spcBef>
                <a:spcPts val="100"/>
              </a:spcBef>
            </a:pPr>
            <a:r>
              <a:rPr sz="1100" spc="-50" dirty="0">
                <a:latin typeface="MS UI Gothic"/>
                <a:cs typeface="MS UI Gothic"/>
              </a:rPr>
              <a:t>詳細</a:t>
            </a:r>
            <a:r>
              <a:rPr sz="1100" spc="200" dirty="0">
                <a:latin typeface="MS UI Gothic"/>
                <a:cs typeface="MS UI Gothic"/>
              </a:rPr>
              <a:t>フ</a:t>
            </a:r>
            <a:r>
              <a:rPr sz="1100" spc="185" dirty="0">
                <a:latin typeface="MS UI Gothic"/>
                <a:cs typeface="MS UI Gothic"/>
              </a:rPr>
              <a:t>ロ</a:t>
            </a:r>
            <a:r>
              <a:rPr sz="1100" spc="105" dirty="0">
                <a:latin typeface="MS UI Gothic"/>
                <a:cs typeface="MS UI Gothic"/>
              </a:rPr>
              <a:t>ー</a:t>
            </a:r>
            <a:r>
              <a:rPr sz="1100" spc="100" dirty="0">
                <a:latin typeface="MS UI Gothic"/>
                <a:cs typeface="MS UI Gothic"/>
              </a:rPr>
              <a:t>は</a:t>
            </a:r>
            <a:r>
              <a:rPr sz="1100" spc="-50" dirty="0">
                <a:latin typeface="MS UI Gothic"/>
                <a:cs typeface="MS UI Gothic"/>
              </a:rPr>
              <a:t>次</a:t>
            </a:r>
            <a:r>
              <a:rPr sz="1100" spc="95" dirty="0">
                <a:latin typeface="MS UI Gothic"/>
                <a:cs typeface="MS UI Gothic"/>
              </a:rPr>
              <a:t>ペー</a:t>
            </a:r>
            <a:r>
              <a:rPr sz="1100" spc="75" dirty="0">
                <a:latin typeface="MS UI Gothic"/>
                <a:cs typeface="MS UI Gothic"/>
              </a:rPr>
              <a:t>ジ</a:t>
            </a:r>
            <a:r>
              <a:rPr sz="1100" spc="180" dirty="0">
                <a:latin typeface="MS UI Gothic"/>
                <a:cs typeface="MS UI Gothic"/>
              </a:rPr>
              <a:t>へ</a:t>
            </a:r>
            <a:endParaRPr sz="1100">
              <a:latin typeface="MS UI Gothic"/>
              <a:cs typeface="MS UI Gothic"/>
            </a:endParaRPr>
          </a:p>
        </p:txBody>
      </p:sp>
      <p:sp>
        <p:nvSpPr>
          <p:cNvPr id="52" name="object 11">
            <a:extLst>
              <a:ext uri="{FF2B5EF4-FFF2-40B4-BE49-F238E27FC236}">
                <a16:creationId xmlns:a16="http://schemas.microsoft.com/office/drawing/2014/main" id="{B1C390AA-873A-06AA-EF24-05E54262C56D}"/>
              </a:ext>
            </a:extLst>
          </p:cNvPr>
          <p:cNvSpPr txBox="1">
            <a:spLocks/>
          </p:cNvSpPr>
          <p:nvPr/>
        </p:nvSpPr>
        <p:spPr>
          <a:xfrm>
            <a:off x="8756650" y="6700474"/>
            <a:ext cx="434340" cy="134909"/>
          </a:xfrm>
          <a:prstGeom prst="rect">
            <a:avLst/>
          </a:prstGeom>
        </p:spPr>
        <p:txBody>
          <a:bodyPr vert="horz" wrap="square" lIns="0" tIns="0" rIns="0" bIns="0" rtlCol="0">
            <a:spAutoFit/>
          </a:bodyPr>
          <a:lstStyle>
            <a:defPPr>
              <a:defRPr lang="ja-JP"/>
            </a:defPPr>
            <a:lvl1pPr marL="0" algn="l" defTabSz="914400" rtl="0" eaLnBrk="1" latinLnBrk="0" hangingPunct="1">
              <a:defRPr kumimoji="1" sz="1050" b="0" i="0" kern="1200">
                <a:solidFill>
                  <a:schemeClr val="tx1"/>
                </a:solidFill>
                <a:latin typeface="MS UI Gothic"/>
                <a:ea typeface="+mn-ea"/>
                <a:cs typeface="MS UI Gothic"/>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12700">
              <a:lnSpc>
                <a:spcPts val="1240"/>
              </a:lnSpc>
            </a:pPr>
            <a:r>
              <a:rPr lang="ja-JP" altLang="en-US" sz="900" spc="95"/>
              <a:t>－</a:t>
            </a:r>
            <a:fld id="{81D60167-4931-47E6-BA6A-407CBD079E47}" type="slidenum">
              <a:rPr sz="900" spc="95" smtClean="0"/>
              <a:pPr marL="12700">
                <a:lnSpc>
                  <a:spcPts val="1240"/>
                </a:lnSpc>
              </a:pPr>
              <a:t>12</a:t>
            </a:fld>
            <a:r>
              <a:rPr sz="900" spc="95"/>
              <a:t>－</a:t>
            </a:r>
            <a:endParaRPr sz="900" spc="9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6693407"/>
            <a:ext cx="9144000" cy="0"/>
          </a:xfrm>
          <a:custGeom>
            <a:avLst/>
            <a:gdLst/>
            <a:ahLst/>
            <a:cxnLst/>
            <a:rect l="l" t="t" r="r" b="b"/>
            <a:pathLst>
              <a:path w="9144000">
                <a:moveTo>
                  <a:pt x="0" y="0"/>
                </a:moveTo>
                <a:lnTo>
                  <a:pt x="9144000" y="0"/>
                </a:lnTo>
              </a:path>
            </a:pathLst>
          </a:custGeom>
          <a:ln w="9525">
            <a:solidFill>
              <a:srgbClr val="FF0000"/>
            </a:solidFill>
          </a:ln>
        </p:spPr>
        <p:txBody>
          <a:bodyPr wrap="square" lIns="0" tIns="0" rIns="0" bIns="0" rtlCol="0"/>
          <a:lstStyle/>
          <a:p>
            <a:endParaRPr/>
          </a:p>
        </p:txBody>
      </p:sp>
      <p:grpSp>
        <p:nvGrpSpPr>
          <p:cNvPr id="3" name="object 3"/>
          <p:cNvGrpSpPr/>
          <p:nvPr/>
        </p:nvGrpSpPr>
        <p:grpSpPr>
          <a:xfrm>
            <a:off x="-11937" y="414527"/>
            <a:ext cx="9169400" cy="426720"/>
            <a:chOff x="-11937" y="414527"/>
            <a:chExt cx="9169400" cy="426720"/>
          </a:xfrm>
        </p:grpSpPr>
        <p:sp>
          <p:nvSpPr>
            <p:cNvPr id="4" name="object 4"/>
            <p:cNvSpPr/>
            <p:nvPr/>
          </p:nvSpPr>
          <p:spPr>
            <a:xfrm>
              <a:off x="762" y="782573"/>
              <a:ext cx="9144000" cy="45720"/>
            </a:xfrm>
            <a:custGeom>
              <a:avLst/>
              <a:gdLst/>
              <a:ahLst/>
              <a:cxnLst/>
              <a:rect l="l" t="t" r="r" b="b"/>
              <a:pathLst>
                <a:path w="9144000" h="45719">
                  <a:moveTo>
                    <a:pt x="9144000" y="0"/>
                  </a:moveTo>
                  <a:lnTo>
                    <a:pt x="0" y="0"/>
                  </a:lnTo>
                  <a:lnTo>
                    <a:pt x="0" y="45720"/>
                  </a:lnTo>
                  <a:lnTo>
                    <a:pt x="9144000" y="45720"/>
                  </a:lnTo>
                  <a:lnTo>
                    <a:pt x="9144000" y="0"/>
                  </a:lnTo>
                  <a:close/>
                </a:path>
              </a:pathLst>
            </a:custGeom>
            <a:solidFill>
              <a:srgbClr val="7E7E7E"/>
            </a:solidFill>
          </p:spPr>
          <p:txBody>
            <a:bodyPr wrap="square" lIns="0" tIns="0" rIns="0" bIns="0" rtlCol="0"/>
            <a:lstStyle/>
            <a:p>
              <a:endParaRPr/>
            </a:p>
          </p:txBody>
        </p:sp>
        <p:sp>
          <p:nvSpPr>
            <p:cNvPr id="5" name="object 5"/>
            <p:cNvSpPr/>
            <p:nvPr/>
          </p:nvSpPr>
          <p:spPr>
            <a:xfrm>
              <a:off x="762" y="782573"/>
              <a:ext cx="9144000" cy="45720"/>
            </a:xfrm>
            <a:custGeom>
              <a:avLst/>
              <a:gdLst/>
              <a:ahLst/>
              <a:cxnLst/>
              <a:rect l="l" t="t" r="r" b="b"/>
              <a:pathLst>
                <a:path w="9144000" h="45719">
                  <a:moveTo>
                    <a:pt x="0" y="45720"/>
                  </a:moveTo>
                  <a:lnTo>
                    <a:pt x="9144000" y="45720"/>
                  </a:lnTo>
                  <a:lnTo>
                    <a:pt x="9144000" y="0"/>
                  </a:lnTo>
                  <a:lnTo>
                    <a:pt x="0" y="0"/>
                  </a:lnTo>
                  <a:lnTo>
                    <a:pt x="0" y="45720"/>
                  </a:lnTo>
                  <a:close/>
                </a:path>
              </a:pathLst>
            </a:custGeom>
            <a:ln w="25400">
              <a:solidFill>
                <a:srgbClr val="7E7E7E"/>
              </a:solidFill>
            </a:ln>
          </p:spPr>
          <p:txBody>
            <a:bodyPr wrap="square" lIns="0" tIns="0" rIns="0" bIns="0" rtlCol="0"/>
            <a:lstStyle/>
            <a:p>
              <a:endParaRPr/>
            </a:p>
          </p:txBody>
        </p:sp>
        <p:sp>
          <p:nvSpPr>
            <p:cNvPr id="6" name="object 6"/>
            <p:cNvSpPr/>
            <p:nvPr/>
          </p:nvSpPr>
          <p:spPr>
            <a:xfrm>
              <a:off x="762" y="724661"/>
              <a:ext cx="9144000" cy="45720"/>
            </a:xfrm>
            <a:custGeom>
              <a:avLst/>
              <a:gdLst/>
              <a:ahLst/>
              <a:cxnLst/>
              <a:rect l="l" t="t" r="r" b="b"/>
              <a:pathLst>
                <a:path w="9144000" h="45720">
                  <a:moveTo>
                    <a:pt x="9144000" y="0"/>
                  </a:moveTo>
                  <a:lnTo>
                    <a:pt x="0" y="0"/>
                  </a:lnTo>
                  <a:lnTo>
                    <a:pt x="0" y="45720"/>
                  </a:lnTo>
                  <a:lnTo>
                    <a:pt x="9144000" y="45720"/>
                  </a:lnTo>
                  <a:lnTo>
                    <a:pt x="9144000" y="0"/>
                  </a:lnTo>
                  <a:close/>
                </a:path>
              </a:pathLst>
            </a:custGeom>
            <a:solidFill>
              <a:srgbClr val="FF0000"/>
            </a:solidFill>
          </p:spPr>
          <p:txBody>
            <a:bodyPr wrap="square" lIns="0" tIns="0" rIns="0" bIns="0" rtlCol="0"/>
            <a:lstStyle/>
            <a:p>
              <a:endParaRPr/>
            </a:p>
          </p:txBody>
        </p:sp>
        <p:sp>
          <p:nvSpPr>
            <p:cNvPr id="7" name="object 7"/>
            <p:cNvSpPr/>
            <p:nvPr/>
          </p:nvSpPr>
          <p:spPr>
            <a:xfrm>
              <a:off x="762" y="724661"/>
              <a:ext cx="9144000" cy="45720"/>
            </a:xfrm>
            <a:custGeom>
              <a:avLst/>
              <a:gdLst/>
              <a:ahLst/>
              <a:cxnLst/>
              <a:rect l="l" t="t" r="r" b="b"/>
              <a:pathLst>
                <a:path w="9144000" h="45720">
                  <a:moveTo>
                    <a:pt x="0" y="45720"/>
                  </a:moveTo>
                  <a:lnTo>
                    <a:pt x="9144000" y="45720"/>
                  </a:lnTo>
                  <a:lnTo>
                    <a:pt x="9144000" y="0"/>
                  </a:lnTo>
                  <a:lnTo>
                    <a:pt x="0" y="0"/>
                  </a:lnTo>
                  <a:lnTo>
                    <a:pt x="0" y="45720"/>
                  </a:lnTo>
                  <a:close/>
                </a:path>
              </a:pathLst>
            </a:custGeom>
            <a:ln w="25400">
              <a:solidFill>
                <a:srgbClr val="FF0000"/>
              </a:solidFill>
            </a:ln>
          </p:spPr>
          <p:txBody>
            <a:bodyPr wrap="square" lIns="0" tIns="0" rIns="0" bIns="0" rtlCol="0"/>
            <a:lstStyle/>
            <a:p>
              <a:endParaRPr/>
            </a:p>
          </p:txBody>
        </p:sp>
        <p:pic>
          <p:nvPicPr>
            <p:cNvPr id="8" name="object 8"/>
            <p:cNvPicPr/>
            <p:nvPr/>
          </p:nvPicPr>
          <p:blipFill>
            <a:blip r:embed="rId2" cstate="print"/>
            <a:stretch>
              <a:fillRect/>
            </a:stretch>
          </p:blipFill>
          <p:spPr>
            <a:xfrm>
              <a:off x="8378952" y="414527"/>
              <a:ext cx="713231" cy="262127"/>
            </a:xfrm>
            <a:prstGeom prst="rect">
              <a:avLst/>
            </a:prstGeom>
          </p:spPr>
        </p:pic>
      </p:grpSp>
      <p:sp>
        <p:nvSpPr>
          <p:cNvPr id="9" name="object 9"/>
          <p:cNvSpPr/>
          <p:nvPr/>
        </p:nvSpPr>
        <p:spPr>
          <a:xfrm>
            <a:off x="146291" y="910589"/>
            <a:ext cx="8813800" cy="5733415"/>
          </a:xfrm>
          <a:custGeom>
            <a:avLst/>
            <a:gdLst/>
            <a:ahLst/>
            <a:cxnLst/>
            <a:rect l="l" t="t" r="r" b="b"/>
            <a:pathLst>
              <a:path w="8813800" h="5733415">
                <a:moveTo>
                  <a:pt x="387108" y="0"/>
                </a:moveTo>
                <a:lnTo>
                  <a:pt x="387108" y="5733326"/>
                </a:lnTo>
              </a:path>
              <a:path w="8813800" h="5733415">
                <a:moveTo>
                  <a:pt x="2230132" y="0"/>
                </a:moveTo>
                <a:lnTo>
                  <a:pt x="2230132" y="5733326"/>
                </a:lnTo>
              </a:path>
              <a:path w="8813800" h="5733415">
                <a:moveTo>
                  <a:pt x="4863858" y="0"/>
                </a:moveTo>
                <a:lnTo>
                  <a:pt x="4863858" y="5733326"/>
                </a:lnTo>
              </a:path>
              <a:path w="8813800" h="5733415">
                <a:moveTo>
                  <a:pt x="6846836" y="0"/>
                </a:moveTo>
                <a:lnTo>
                  <a:pt x="6846836" y="3357372"/>
                </a:lnTo>
              </a:path>
              <a:path w="8813800" h="5733415">
                <a:moveTo>
                  <a:pt x="0" y="449580"/>
                </a:moveTo>
                <a:lnTo>
                  <a:pt x="8813431" y="449580"/>
                </a:lnTo>
              </a:path>
              <a:path w="8813800" h="5733415">
                <a:moveTo>
                  <a:pt x="0" y="3351022"/>
                </a:moveTo>
                <a:lnTo>
                  <a:pt x="8813431" y="3351022"/>
                </a:lnTo>
              </a:path>
              <a:path w="8813800" h="5733415">
                <a:moveTo>
                  <a:pt x="4857508" y="4173474"/>
                </a:moveTo>
                <a:lnTo>
                  <a:pt x="8813431" y="4173474"/>
                </a:lnTo>
              </a:path>
              <a:path w="8813800" h="5733415">
                <a:moveTo>
                  <a:pt x="380758" y="4869484"/>
                </a:moveTo>
                <a:lnTo>
                  <a:pt x="8813431" y="4869484"/>
                </a:lnTo>
              </a:path>
              <a:path w="8813800" h="5733415">
                <a:moveTo>
                  <a:pt x="6350" y="0"/>
                </a:moveTo>
                <a:lnTo>
                  <a:pt x="6350" y="5733326"/>
                </a:lnTo>
              </a:path>
              <a:path w="8813800" h="5733415">
                <a:moveTo>
                  <a:pt x="8807081" y="0"/>
                </a:moveTo>
                <a:lnTo>
                  <a:pt x="8807081" y="5733326"/>
                </a:lnTo>
              </a:path>
              <a:path w="8813800" h="5733415">
                <a:moveTo>
                  <a:pt x="0" y="6350"/>
                </a:moveTo>
                <a:lnTo>
                  <a:pt x="8813431" y="6350"/>
                </a:lnTo>
              </a:path>
              <a:path w="8813800" h="5733415">
                <a:moveTo>
                  <a:pt x="0" y="5726976"/>
                </a:moveTo>
                <a:lnTo>
                  <a:pt x="8813431" y="5726976"/>
                </a:lnTo>
              </a:path>
            </a:pathLst>
          </a:custGeom>
          <a:ln w="12700">
            <a:solidFill>
              <a:srgbClr val="1F487C"/>
            </a:solidFill>
          </a:ln>
        </p:spPr>
        <p:txBody>
          <a:bodyPr wrap="square" lIns="0" tIns="0" rIns="0" bIns="0" rtlCol="0"/>
          <a:lstStyle/>
          <a:p>
            <a:endParaRPr/>
          </a:p>
        </p:txBody>
      </p:sp>
      <p:graphicFrame>
        <p:nvGraphicFramePr>
          <p:cNvPr id="10" name="object 10"/>
          <p:cNvGraphicFramePr>
            <a:graphicFrameLocks noGrp="1"/>
          </p:cNvGraphicFramePr>
          <p:nvPr/>
        </p:nvGraphicFramePr>
        <p:xfrm>
          <a:off x="971194" y="916939"/>
          <a:ext cx="7742555" cy="443230"/>
        </p:xfrm>
        <a:graphic>
          <a:graphicData uri="http://schemas.openxmlformats.org/drawingml/2006/table">
            <a:tbl>
              <a:tblPr firstRow="1" bandRow="1">
                <a:tableStyleId>{2D5ABB26-0587-4C30-8999-92F81FD0307C}</a:tableStyleId>
              </a:tblPr>
              <a:tblGrid>
                <a:gridCol w="1476375">
                  <a:extLst>
                    <a:ext uri="{9D8B030D-6E8A-4147-A177-3AD203B41FA5}">
                      <a16:colId xmlns:a16="http://schemas.microsoft.com/office/drawing/2014/main" val="20000"/>
                    </a:ext>
                  </a:extLst>
                </a:gridCol>
                <a:gridCol w="2562860">
                  <a:extLst>
                    <a:ext uri="{9D8B030D-6E8A-4147-A177-3AD203B41FA5}">
                      <a16:colId xmlns:a16="http://schemas.microsoft.com/office/drawing/2014/main" val="20001"/>
                    </a:ext>
                  </a:extLst>
                </a:gridCol>
                <a:gridCol w="1983105">
                  <a:extLst>
                    <a:ext uri="{9D8B030D-6E8A-4147-A177-3AD203B41FA5}">
                      <a16:colId xmlns:a16="http://schemas.microsoft.com/office/drawing/2014/main" val="20002"/>
                    </a:ext>
                  </a:extLst>
                </a:gridCol>
                <a:gridCol w="1720215">
                  <a:extLst>
                    <a:ext uri="{9D8B030D-6E8A-4147-A177-3AD203B41FA5}">
                      <a16:colId xmlns:a16="http://schemas.microsoft.com/office/drawing/2014/main" val="20003"/>
                    </a:ext>
                  </a:extLst>
                </a:gridCol>
              </a:tblGrid>
              <a:tr h="443230">
                <a:tc>
                  <a:txBody>
                    <a:bodyPr/>
                    <a:lstStyle/>
                    <a:p>
                      <a:pPr marL="127000">
                        <a:lnSpc>
                          <a:spcPct val="100000"/>
                        </a:lnSpc>
                        <a:spcBef>
                          <a:spcPts val="980"/>
                        </a:spcBef>
                      </a:pPr>
                      <a:r>
                        <a:rPr sz="1400" b="1" spc="-5" dirty="0">
                          <a:latin typeface="Microsoft YaHei UI"/>
                          <a:cs typeface="Microsoft YaHei UI"/>
                        </a:rPr>
                        <a:t>営業担当</a:t>
                      </a:r>
                      <a:endParaRPr sz="1400">
                        <a:latin typeface="Microsoft YaHei UI"/>
                        <a:cs typeface="Microsoft YaHei UI"/>
                      </a:endParaRPr>
                    </a:p>
                  </a:txBody>
                  <a:tcPr marL="0" marR="0" marT="124460" marB="0"/>
                </a:tc>
                <a:tc>
                  <a:txBody>
                    <a:bodyPr/>
                    <a:lstStyle/>
                    <a:p>
                      <a:pPr marL="635635">
                        <a:lnSpc>
                          <a:spcPct val="100000"/>
                        </a:lnSpc>
                        <a:spcBef>
                          <a:spcPts val="980"/>
                        </a:spcBef>
                      </a:pPr>
                      <a:r>
                        <a:rPr sz="1400" b="1" spc="5" dirty="0">
                          <a:latin typeface="Microsoft YaHei UI"/>
                          <a:cs typeface="Microsoft YaHei UI"/>
                        </a:rPr>
                        <a:t>採</a:t>
                      </a:r>
                      <a:r>
                        <a:rPr sz="1400" b="1" dirty="0">
                          <a:latin typeface="Microsoft YaHei UI"/>
                          <a:cs typeface="Microsoft YaHei UI"/>
                        </a:rPr>
                        <a:t>用</a:t>
                      </a:r>
                      <a:r>
                        <a:rPr sz="1400" b="1" spc="5" dirty="0">
                          <a:latin typeface="Microsoft YaHei UI"/>
                          <a:cs typeface="Microsoft YaHei UI"/>
                        </a:rPr>
                        <a:t>調</a:t>
                      </a:r>
                      <a:r>
                        <a:rPr sz="1400" b="1" dirty="0">
                          <a:latin typeface="Microsoft YaHei UI"/>
                          <a:cs typeface="Microsoft YaHei UI"/>
                        </a:rPr>
                        <a:t>達</a:t>
                      </a:r>
                      <a:r>
                        <a:rPr sz="1400" b="1" spc="-60" dirty="0">
                          <a:latin typeface="Microsoft YaHei UI"/>
                          <a:cs typeface="Microsoft YaHei UI"/>
                        </a:rPr>
                        <a:t>チー</a:t>
                      </a:r>
                      <a:r>
                        <a:rPr sz="1400" b="1" spc="-110" dirty="0">
                          <a:latin typeface="Microsoft YaHei UI"/>
                          <a:cs typeface="Microsoft YaHei UI"/>
                        </a:rPr>
                        <a:t>ム</a:t>
                      </a:r>
                      <a:endParaRPr sz="1400">
                        <a:latin typeface="Microsoft YaHei UI"/>
                        <a:cs typeface="Microsoft YaHei UI"/>
                      </a:endParaRPr>
                    </a:p>
                  </a:txBody>
                  <a:tcPr marL="0" marR="0" marT="124460" marB="0"/>
                </a:tc>
                <a:tc>
                  <a:txBody>
                    <a:bodyPr/>
                    <a:lstStyle/>
                    <a:p>
                      <a:pPr marL="472440">
                        <a:lnSpc>
                          <a:spcPct val="100000"/>
                        </a:lnSpc>
                        <a:spcBef>
                          <a:spcPts val="980"/>
                        </a:spcBef>
                      </a:pPr>
                      <a:r>
                        <a:rPr sz="1400" b="1" spc="5" dirty="0">
                          <a:latin typeface="Microsoft YaHei UI"/>
                          <a:cs typeface="Microsoft YaHei UI"/>
                        </a:rPr>
                        <a:t>幹</a:t>
                      </a:r>
                      <a:r>
                        <a:rPr sz="1400" b="1" dirty="0">
                          <a:latin typeface="Microsoft YaHei UI"/>
                          <a:cs typeface="Microsoft YaHei UI"/>
                        </a:rPr>
                        <a:t>部</a:t>
                      </a:r>
                      <a:r>
                        <a:rPr sz="1400" b="1" spc="-60" dirty="0">
                          <a:latin typeface="Microsoft YaHei UI"/>
                          <a:cs typeface="Microsoft YaHei UI"/>
                        </a:rPr>
                        <a:t>メンバー</a:t>
                      </a:r>
                      <a:endParaRPr sz="1400">
                        <a:latin typeface="Microsoft YaHei UI"/>
                        <a:cs typeface="Microsoft YaHei UI"/>
                      </a:endParaRPr>
                    </a:p>
                  </a:txBody>
                  <a:tcPr marL="0" marR="0" marT="124460" marB="0"/>
                </a:tc>
                <a:tc>
                  <a:txBody>
                    <a:bodyPr/>
                    <a:lstStyle/>
                    <a:p>
                      <a:pPr marL="372110">
                        <a:lnSpc>
                          <a:spcPct val="100000"/>
                        </a:lnSpc>
                        <a:spcBef>
                          <a:spcPts val="980"/>
                        </a:spcBef>
                      </a:pPr>
                      <a:r>
                        <a:rPr sz="1400" b="1" dirty="0">
                          <a:latin typeface="Microsoft YaHei UI"/>
                          <a:cs typeface="Microsoft YaHei UI"/>
                        </a:rPr>
                        <a:t>総務人事チ</a:t>
                      </a:r>
                      <a:r>
                        <a:rPr sz="1400" b="1" spc="-10" dirty="0">
                          <a:latin typeface="Microsoft YaHei UI"/>
                          <a:cs typeface="Microsoft YaHei UI"/>
                        </a:rPr>
                        <a:t>ー</a:t>
                      </a:r>
                      <a:r>
                        <a:rPr sz="1400" b="1" dirty="0">
                          <a:latin typeface="Microsoft YaHei UI"/>
                          <a:cs typeface="Microsoft YaHei UI"/>
                        </a:rPr>
                        <a:t>ム</a:t>
                      </a:r>
                      <a:endParaRPr sz="1400">
                        <a:latin typeface="Microsoft YaHei UI"/>
                        <a:cs typeface="Microsoft YaHei UI"/>
                      </a:endParaRPr>
                    </a:p>
                  </a:txBody>
                  <a:tcPr marL="0" marR="0" marT="124460" marB="0"/>
                </a:tc>
                <a:extLst>
                  <a:ext uri="{0D108BD9-81ED-4DB2-BD59-A6C34878D82A}">
                    <a16:rowId xmlns:a16="http://schemas.microsoft.com/office/drawing/2014/main" val="10000"/>
                  </a:ext>
                </a:extLst>
              </a:tr>
            </a:tbl>
          </a:graphicData>
        </a:graphic>
      </p:graphicFrame>
      <p:sp>
        <p:nvSpPr>
          <p:cNvPr id="11" name="object 11"/>
          <p:cNvSpPr txBox="1"/>
          <p:nvPr/>
        </p:nvSpPr>
        <p:spPr>
          <a:xfrm>
            <a:off x="78739" y="305816"/>
            <a:ext cx="5186045" cy="269240"/>
          </a:xfrm>
          <a:prstGeom prst="rect">
            <a:avLst/>
          </a:prstGeom>
        </p:spPr>
        <p:txBody>
          <a:bodyPr vert="horz" wrap="square" lIns="0" tIns="12065" rIns="0" bIns="0" rtlCol="0">
            <a:spAutoFit/>
          </a:bodyPr>
          <a:lstStyle/>
          <a:p>
            <a:pPr marL="12700">
              <a:lnSpc>
                <a:spcPct val="100000"/>
              </a:lnSpc>
              <a:spcBef>
                <a:spcPts val="95"/>
              </a:spcBef>
              <a:tabLst>
                <a:tab pos="2048510" algn="l"/>
                <a:tab pos="2753360" algn="l"/>
              </a:tabLst>
            </a:pPr>
            <a:r>
              <a:rPr sz="1600" spc="135" dirty="0">
                <a:latin typeface="MS UI Gothic"/>
                <a:cs typeface="MS UI Gothic"/>
              </a:rPr>
              <a:t>２.</a:t>
            </a:r>
            <a:r>
              <a:rPr sz="1600" spc="254" dirty="0">
                <a:latin typeface="MS UI Gothic"/>
                <a:cs typeface="MS UI Gothic"/>
              </a:rPr>
              <a:t>営業</a:t>
            </a:r>
            <a:r>
              <a:rPr sz="1600" spc="185" dirty="0">
                <a:latin typeface="MS UI Gothic"/>
                <a:cs typeface="MS UI Gothic"/>
              </a:rPr>
              <a:t>イ</a:t>
            </a:r>
            <a:r>
              <a:rPr sz="1600" spc="190" dirty="0">
                <a:latin typeface="MS UI Gothic"/>
                <a:cs typeface="MS UI Gothic"/>
              </a:rPr>
              <a:t>ン</a:t>
            </a:r>
            <a:r>
              <a:rPr sz="1600" spc="210" dirty="0">
                <a:latin typeface="MS UI Gothic"/>
                <a:cs typeface="MS UI Gothic"/>
              </a:rPr>
              <a:t>セ</a:t>
            </a:r>
            <a:r>
              <a:rPr sz="1600" spc="190" dirty="0">
                <a:latin typeface="MS UI Gothic"/>
                <a:cs typeface="MS UI Gothic"/>
              </a:rPr>
              <a:t>ン</a:t>
            </a:r>
            <a:r>
              <a:rPr sz="1600" spc="195" dirty="0">
                <a:latin typeface="MS UI Gothic"/>
                <a:cs typeface="MS UI Gothic"/>
              </a:rPr>
              <a:t>テ</a:t>
            </a:r>
            <a:r>
              <a:rPr sz="1600" spc="145" dirty="0">
                <a:latin typeface="MS UI Gothic"/>
                <a:cs typeface="MS UI Gothic"/>
              </a:rPr>
              <a:t>ィ</a:t>
            </a:r>
            <a:r>
              <a:rPr sz="1600" spc="195" dirty="0">
                <a:latin typeface="MS UI Gothic"/>
                <a:cs typeface="MS UI Gothic"/>
              </a:rPr>
              <a:t>ブ	</a:t>
            </a:r>
            <a:r>
              <a:rPr sz="1600" spc="280" dirty="0">
                <a:latin typeface="MS UI Gothic"/>
                <a:cs typeface="MS UI Gothic"/>
              </a:rPr>
              <a:t>フ</a:t>
            </a:r>
            <a:r>
              <a:rPr sz="1600" spc="300" dirty="0">
                <a:latin typeface="MS UI Gothic"/>
                <a:cs typeface="MS UI Gothic"/>
              </a:rPr>
              <a:t>ロ</a:t>
            </a:r>
            <a:r>
              <a:rPr sz="1600" spc="340" dirty="0">
                <a:latin typeface="MS UI Gothic"/>
                <a:cs typeface="MS UI Gothic"/>
              </a:rPr>
              <a:t>ー	</a:t>
            </a:r>
            <a:r>
              <a:rPr sz="1600" spc="-5" dirty="0">
                <a:latin typeface="MS UI Gothic"/>
                <a:cs typeface="MS UI Gothic"/>
              </a:rPr>
              <a:t>「</a:t>
            </a:r>
            <a:r>
              <a:rPr sz="1600" spc="155" dirty="0">
                <a:latin typeface="MS UI Gothic"/>
                <a:cs typeface="MS UI Gothic"/>
              </a:rPr>
              <a:t>エ</a:t>
            </a:r>
            <a:r>
              <a:rPr sz="1600" spc="170" dirty="0">
                <a:latin typeface="MS UI Gothic"/>
                <a:cs typeface="MS UI Gothic"/>
              </a:rPr>
              <a:t>ム</a:t>
            </a:r>
            <a:r>
              <a:rPr sz="1600" spc="155" dirty="0">
                <a:latin typeface="MS UI Gothic"/>
                <a:cs typeface="MS UI Gothic"/>
              </a:rPr>
              <a:t>エ</a:t>
            </a:r>
            <a:r>
              <a:rPr sz="1600" spc="175" dirty="0">
                <a:latin typeface="MS UI Gothic"/>
                <a:cs typeface="MS UI Gothic"/>
              </a:rPr>
              <a:t>ム</a:t>
            </a:r>
            <a:r>
              <a:rPr sz="1600" spc="160" dirty="0">
                <a:latin typeface="MS UI Gothic"/>
                <a:cs typeface="MS UI Gothic"/>
              </a:rPr>
              <a:t>ポ</a:t>
            </a:r>
            <a:r>
              <a:rPr sz="1600" spc="140" dirty="0">
                <a:latin typeface="MS UI Gothic"/>
                <a:cs typeface="MS UI Gothic"/>
              </a:rPr>
              <a:t>イ</a:t>
            </a:r>
            <a:r>
              <a:rPr sz="1600" spc="145" dirty="0">
                <a:latin typeface="MS UI Gothic"/>
                <a:cs typeface="MS UI Gothic"/>
              </a:rPr>
              <a:t>ン</a:t>
            </a:r>
            <a:r>
              <a:rPr sz="1600" spc="140" dirty="0">
                <a:latin typeface="MS UI Gothic"/>
                <a:cs typeface="MS UI Gothic"/>
              </a:rPr>
              <a:t>ト</a:t>
            </a:r>
            <a:r>
              <a:rPr sz="1600" spc="105" dirty="0">
                <a:latin typeface="MS UI Gothic"/>
                <a:cs typeface="MS UI Gothic"/>
              </a:rPr>
              <a:t>」</a:t>
            </a:r>
            <a:r>
              <a:rPr sz="1600" spc="285" dirty="0">
                <a:latin typeface="MS UI Gothic"/>
                <a:cs typeface="MS UI Gothic"/>
              </a:rPr>
              <a:t>につ</a:t>
            </a:r>
            <a:r>
              <a:rPr sz="1600" spc="295" dirty="0">
                <a:latin typeface="MS UI Gothic"/>
                <a:cs typeface="MS UI Gothic"/>
              </a:rPr>
              <a:t>い</a:t>
            </a:r>
            <a:r>
              <a:rPr sz="1600" spc="285" dirty="0">
                <a:latin typeface="MS UI Gothic"/>
                <a:cs typeface="MS UI Gothic"/>
              </a:rPr>
              <a:t>て</a:t>
            </a:r>
            <a:endParaRPr sz="1600">
              <a:latin typeface="MS UI Gothic"/>
              <a:cs typeface="MS UI Gothic"/>
            </a:endParaRPr>
          </a:p>
        </p:txBody>
      </p:sp>
      <p:sp>
        <p:nvSpPr>
          <p:cNvPr id="12" name="object 12"/>
          <p:cNvSpPr txBox="1"/>
          <p:nvPr/>
        </p:nvSpPr>
        <p:spPr>
          <a:xfrm>
            <a:off x="5946775" y="215011"/>
            <a:ext cx="2216150" cy="361315"/>
          </a:xfrm>
          <a:prstGeom prst="rect">
            <a:avLst/>
          </a:prstGeom>
        </p:spPr>
        <p:txBody>
          <a:bodyPr vert="horz" wrap="square" lIns="0" tIns="12700" rIns="0" bIns="0" rtlCol="0">
            <a:spAutoFit/>
          </a:bodyPr>
          <a:lstStyle/>
          <a:p>
            <a:pPr marL="12700" marR="5080" indent="671830">
              <a:lnSpc>
                <a:spcPct val="100000"/>
              </a:lnSpc>
              <a:spcBef>
                <a:spcPts val="100"/>
              </a:spcBef>
            </a:pPr>
            <a:r>
              <a:rPr sz="1100" dirty="0">
                <a:latin typeface="MS UI Gothic"/>
                <a:cs typeface="MS UI Gothic"/>
              </a:rPr>
              <a:t>更新：</a:t>
            </a:r>
            <a:r>
              <a:rPr sz="1100" spc="285" dirty="0">
                <a:latin typeface="MS UI Gothic"/>
                <a:cs typeface="MS UI Gothic"/>
              </a:rPr>
              <a:t>2022</a:t>
            </a:r>
            <a:r>
              <a:rPr sz="1100" dirty="0">
                <a:latin typeface="MS UI Gothic"/>
                <a:cs typeface="MS UI Gothic"/>
              </a:rPr>
              <a:t>年</a:t>
            </a:r>
            <a:r>
              <a:rPr sz="1100" spc="285" dirty="0">
                <a:latin typeface="MS UI Gothic"/>
                <a:cs typeface="MS UI Gothic"/>
              </a:rPr>
              <a:t>6</a:t>
            </a:r>
            <a:r>
              <a:rPr sz="1100" dirty="0">
                <a:latin typeface="MS UI Gothic"/>
                <a:cs typeface="MS UI Gothic"/>
              </a:rPr>
              <a:t>月</a:t>
            </a:r>
            <a:r>
              <a:rPr sz="1100" spc="285" dirty="0">
                <a:latin typeface="MS UI Gothic"/>
                <a:cs typeface="MS UI Gothic"/>
              </a:rPr>
              <a:t>20</a:t>
            </a:r>
            <a:r>
              <a:rPr sz="1100" dirty="0">
                <a:latin typeface="MS UI Gothic"/>
                <a:cs typeface="MS UI Gothic"/>
              </a:rPr>
              <a:t>日 </a:t>
            </a:r>
            <a:r>
              <a:rPr sz="1100" spc="55" dirty="0">
                <a:latin typeface="MS UI Gothic"/>
                <a:cs typeface="MS UI Gothic"/>
              </a:rPr>
              <a:t>株式会社エム</a:t>
            </a:r>
            <a:r>
              <a:rPr sz="1100" spc="35" dirty="0">
                <a:latin typeface="MS UI Gothic"/>
                <a:cs typeface="MS UI Gothic"/>
              </a:rPr>
              <a:t>エ</a:t>
            </a:r>
            <a:r>
              <a:rPr sz="1100" spc="90" dirty="0">
                <a:latin typeface="MS UI Gothic"/>
                <a:cs typeface="MS UI Gothic"/>
              </a:rPr>
              <a:t>ム</a:t>
            </a:r>
            <a:r>
              <a:rPr sz="1100" spc="85" dirty="0">
                <a:latin typeface="MS UI Gothic"/>
                <a:cs typeface="MS UI Gothic"/>
              </a:rPr>
              <a:t>イ</a:t>
            </a:r>
            <a:r>
              <a:rPr sz="1100" spc="170" dirty="0">
                <a:latin typeface="MS UI Gothic"/>
                <a:cs typeface="MS UI Gothic"/>
              </a:rPr>
              <a:t>ン</a:t>
            </a:r>
            <a:r>
              <a:rPr sz="1100" spc="195" dirty="0">
                <a:latin typeface="MS UI Gothic"/>
                <a:cs typeface="MS UI Gothic"/>
              </a:rPr>
              <a:t>タ</a:t>
            </a:r>
            <a:r>
              <a:rPr sz="1100" spc="155" dirty="0">
                <a:latin typeface="MS UI Gothic"/>
                <a:cs typeface="MS UI Gothic"/>
              </a:rPr>
              <a:t>ー</a:t>
            </a:r>
            <a:r>
              <a:rPr sz="1100" spc="145" dirty="0">
                <a:latin typeface="MS UI Gothic"/>
                <a:cs typeface="MS UI Gothic"/>
              </a:rPr>
              <a:t>ナ</a:t>
            </a:r>
            <a:r>
              <a:rPr sz="1100" spc="65" dirty="0">
                <a:latin typeface="MS UI Gothic"/>
                <a:cs typeface="MS UI Gothic"/>
              </a:rPr>
              <a:t>シ</a:t>
            </a:r>
            <a:r>
              <a:rPr sz="1100" spc="340" dirty="0">
                <a:latin typeface="MS UI Gothic"/>
                <a:cs typeface="MS UI Gothic"/>
              </a:rPr>
              <a:t>ョ</a:t>
            </a:r>
            <a:r>
              <a:rPr sz="1100" spc="145" dirty="0">
                <a:latin typeface="MS UI Gothic"/>
                <a:cs typeface="MS UI Gothic"/>
              </a:rPr>
              <a:t>ナ</a:t>
            </a:r>
            <a:r>
              <a:rPr sz="1100" spc="180" dirty="0">
                <a:latin typeface="MS UI Gothic"/>
                <a:cs typeface="MS UI Gothic"/>
              </a:rPr>
              <a:t>ル</a:t>
            </a:r>
            <a:endParaRPr sz="1100">
              <a:latin typeface="MS UI Gothic"/>
              <a:cs typeface="MS UI Gothic"/>
            </a:endParaRPr>
          </a:p>
        </p:txBody>
      </p:sp>
      <p:sp>
        <p:nvSpPr>
          <p:cNvPr id="13" name="object 13"/>
          <p:cNvSpPr/>
          <p:nvPr/>
        </p:nvSpPr>
        <p:spPr>
          <a:xfrm>
            <a:off x="633983" y="1507236"/>
            <a:ext cx="1080770" cy="649605"/>
          </a:xfrm>
          <a:custGeom>
            <a:avLst/>
            <a:gdLst/>
            <a:ahLst/>
            <a:cxnLst/>
            <a:rect l="l" t="t" r="r" b="b"/>
            <a:pathLst>
              <a:path w="1080770" h="649605">
                <a:moveTo>
                  <a:pt x="0" y="649224"/>
                </a:moveTo>
                <a:lnTo>
                  <a:pt x="1080516" y="649224"/>
                </a:lnTo>
                <a:lnTo>
                  <a:pt x="1080516" y="0"/>
                </a:lnTo>
                <a:lnTo>
                  <a:pt x="0" y="0"/>
                </a:lnTo>
                <a:lnTo>
                  <a:pt x="0" y="649224"/>
                </a:lnTo>
                <a:close/>
              </a:path>
            </a:pathLst>
          </a:custGeom>
          <a:ln w="9525">
            <a:solidFill>
              <a:srgbClr val="001F5F"/>
            </a:solidFill>
          </a:ln>
        </p:spPr>
        <p:txBody>
          <a:bodyPr wrap="square" lIns="0" tIns="0" rIns="0" bIns="0" rtlCol="0"/>
          <a:lstStyle/>
          <a:p>
            <a:endParaRPr/>
          </a:p>
        </p:txBody>
      </p:sp>
      <p:sp>
        <p:nvSpPr>
          <p:cNvPr id="14" name="object 14"/>
          <p:cNvSpPr txBox="1"/>
          <p:nvPr/>
        </p:nvSpPr>
        <p:spPr>
          <a:xfrm>
            <a:off x="712723" y="1540002"/>
            <a:ext cx="876300" cy="322580"/>
          </a:xfrm>
          <a:prstGeom prst="rect">
            <a:avLst/>
          </a:prstGeom>
        </p:spPr>
        <p:txBody>
          <a:bodyPr vert="horz" wrap="square" lIns="0" tIns="13335" rIns="0" bIns="0" rtlCol="0">
            <a:spAutoFit/>
          </a:bodyPr>
          <a:lstStyle/>
          <a:p>
            <a:pPr marL="58419">
              <a:lnSpc>
                <a:spcPts val="1255"/>
              </a:lnSpc>
              <a:spcBef>
                <a:spcPts val="105"/>
              </a:spcBef>
            </a:pPr>
            <a:r>
              <a:rPr sz="1050" b="1" spc="5" dirty="0">
                <a:latin typeface="Microsoft YaHei UI"/>
                <a:cs typeface="Microsoft YaHei UI"/>
              </a:rPr>
              <a:t>案件情報共有</a:t>
            </a:r>
            <a:endParaRPr sz="1050">
              <a:latin typeface="Microsoft YaHei UI"/>
              <a:cs typeface="Microsoft YaHei UI"/>
            </a:endParaRPr>
          </a:p>
          <a:p>
            <a:pPr marL="12700">
              <a:lnSpc>
                <a:spcPts val="1075"/>
              </a:lnSpc>
            </a:pPr>
            <a:r>
              <a:rPr sz="900" spc="5" dirty="0">
                <a:latin typeface="MS UI Gothic"/>
                <a:cs typeface="MS UI Gothic"/>
              </a:rPr>
              <a:t>・</a:t>
            </a:r>
            <a:r>
              <a:rPr sz="900" dirty="0">
                <a:latin typeface="MS UI Gothic"/>
                <a:cs typeface="MS UI Gothic"/>
              </a:rPr>
              <a:t>開始日</a:t>
            </a:r>
            <a:endParaRPr sz="900">
              <a:latin typeface="MS UI Gothic"/>
              <a:cs typeface="MS UI Gothic"/>
            </a:endParaRPr>
          </a:p>
        </p:txBody>
      </p:sp>
      <p:sp>
        <p:nvSpPr>
          <p:cNvPr id="15" name="object 15"/>
          <p:cNvSpPr txBox="1"/>
          <p:nvPr/>
        </p:nvSpPr>
        <p:spPr>
          <a:xfrm>
            <a:off x="712723" y="1837182"/>
            <a:ext cx="541020" cy="299720"/>
          </a:xfrm>
          <a:prstGeom prst="rect">
            <a:avLst/>
          </a:prstGeom>
        </p:spPr>
        <p:txBody>
          <a:bodyPr vert="horz" wrap="square" lIns="0" tIns="12700" rIns="0" bIns="0" rtlCol="0">
            <a:spAutoFit/>
          </a:bodyPr>
          <a:lstStyle/>
          <a:p>
            <a:pPr marL="12700">
              <a:lnSpc>
                <a:spcPct val="100000"/>
              </a:lnSpc>
              <a:spcBef>
                <a:spcPts val="100"/>
              </a:spcBef>
            </a:pPr>
            <a:r>
              <a:rPr sz="900" spc="5" dirty="0">
                <a:latin typeface="MS UI Gothic"/>
                <a:cs typeface="MS UI Gothic"/>
              </a:rPr>
              <a:t>・</a:t>
            </a:r>
            <a:r>
              <a:rPr sz="900" dirty="0">
                <a:latin typeface="MS UI Gothic"/>
                <a:cs typeface="MS UI Gothic"/>
              </a:rPr>
              <a:t>規模</a:t>
            </a:r>
            <a:endParaRPr sz="900">
              <a:latin typeface="MS UI Gothic"/>
              <a:cs typeface="MS UI Gothic"/>
            </a:endParaRPr>
          </a:p>
          <a:p>
            <a:pPr marL="12700">
              <a:lnSpc>
                <a:spcPct val="100000"/>
              </a:lnSpc>
            </a:pPr>
            <a:r>
              <a:rPr sz="900" spc="5" dirty="0">
                <a:latin typeface="MS UI Gothic"/>
                <a:cs typeface="MS UI Gothic"/>
              </a:rPr>
              <a:t>・</a:t>
            </a:r>
            <a:r>
              <a:rPr sz="900" dirty="0">
                <a:latin typeface="MS UI Gothic"/>
                <a:cs typeface="MS UI Gothic"/>
              </a:rPr>
              <a:t>業務内容</a:t>
            </a:r>
            <a:endParaRPr sz="900">
              <a:latin typeface="MS UI Gothic"/>
              <a:cs typeface="MS UI Gothic"/>
            </a:endParaRPr>
          </a:p>
        </p:txBody>
      </p:sp>
      <p:sp>
        <p:nvSpPr>
          <p:cNvPr id="16" name="object 16"/>
          <p:cNvSpPr/>
          <p:nvPr/>
        </p:nvSpPr>
        <p:spPr>
          <a:xfrm>
            <a:off x="2599944" y="1507236"/>
            <a:ext cx="1009015" cy="562610"/>
          </a:xfrm>
          <a:custGeom>
            <a:avLst/>
            <a:gdLst/>
            <a:ahLst/>
            <a:cxnLst/>
            <a:rect l="l" t="t" r="r" b="b"/>
            <a:pathLst>
              <a:path w="1009014" h="562610">
                <a:moveTo>
                  <a:pt x="0" y="562356"/>
                </a:moveTo>
                <a:lnTo>
                  <a:pt x="1008887" y="562356"/>
                </a:lnTo>
                <a:lnTo>
                  <a:pt x="1008887" y="0"/>
                </a:lnTo>
                <a:lnTo>
                  <a:pt x="0" y="0"/>
                </a:lnTo>
                <a:lnTo>
                  <a:pt x="0" y="562356"/>
                </a:lnTo>
                <a:close/>
              </a:path>
            </a:pathLst>
          </a:custGeom>
          <a:ln w="9525">
            <a:solidFill>
              <a:srgbClr val="001F5F"/>
            </a:solidFill>
          </a:ln>
        </p:spPr>
        <p:txBody>
          <a:bodyPr wrap="square" lIns="0" tIns="0" rIns="0" bIns="0" rtlCol="0"/>
          <a:lstStyle/>
          <a:p>
            <a:endParaRPr/>
          </a:p>
        </p:txBody>
      </p:sp>
      <p:sp>
        <p:nvSpPr>
          <p:cNvPr id="17" name="object 17"/>
          <p:cNvSpPr txBox="1"/>
          <p:nvPr/>
        </p:nvSpPr>
        <p:spPr>
          <a:xfrm>
            <a:off x="2679573" y="1502155"/>
            <a:ext cx="770255" cy="588010"/>
          </a:xfrm>
          <a:prstGeom prst="rect">
            <a:avLst/>
          </a:prstGeom>
        </p:spPr>
        <p:txBody>
          <a:bodyPr vert="horz" wrap="square" lIns="0" tIns="12065" rIns="0" bIns="0" rtlCol="0">
            <a:spAutoFit/>
          </a:bodyPr>
          <a:lstStyle/>
          <a:p>
            <a:pPr marL="297180">
              <a:lnSpc>
                <a:spcPts val="1195"/>
              </a:lnSpc>
              <a:spcBef>
                <a:spcPts val="95"/>
              </a:spcBef>
            </a:pPr>
            <a:r>
              <a:rPr sz="1000" b="1" spc="-5" dirty="0">
                <a:latin typeface="Microsoft YaHei UI"/>
                <a:cs typeface="Microsoft YaHei UI"/>
              </a:rPr>
              <a:t>協議</a:t>
            </a:r>
            <a:endParaRPr sz="1000">
              <a:latin typeface="Microsoft YaHei UI"/>
              <a:cs typeface="Microsoft YaHei UI"/>
            </a:endParaRPr>
          </a:p>
          <a:p>
            <a:pPr marL="12700">
              <a:lnSpc>
                <a:spcPts val="1075"/>
              </a:lnSpc>
            </a:pPr>
            <a:r>
              <a:rPr sz="900" dirty="0">
                <a:latin typeface="MS UI Gothic"/>
                <a:cs typeface="MS UI Gothic"/>
              </a:rPr>
              <a:t>・対</a:t>
            </a:r>
            <a:r>
              <a:rPr sz="900" spc="-5" dirty="0">
                <a:latin typeface="MS UI Gothic"/>
                <a:cs typeface="MS UI Gothic"/>
              </a:rPr>
              <a:t>象</a:t>
            </a:r>
            <a:r>
              <a:rPr sz="900" dirty="0">
                <a:latin typeface="MS UI Gothic"/>
                <a:cs typeface="MS UI Gothic"/>
              </a:rPr>
              <a:t>可</a:t>
            </a:r>
            <a:r>
              <a:rPr sz="900" spc="-5" dirty="0">
                <a:latin typeface="MS UI Gothic"/>
                <a:cs typeface="MS UI Gothic"/>
              </a:rPr>
              <a:t>否</a:t>
            </a:r>
            <a:r>
              <a:rPr sz="900" dirty="0">
                <a:latin typeface="MS UI Gothic"/>
                <a:cs typeface="MS UI Gothic"/>
              </a:rPr>
              <a:t>検討</a:t>
            </a:r>
            <a:endParaRPr sz="900">
              <a:latin typeface="MS UI Gothic"/>
              <a:cs typeface="MS UI Gothic"/>
            </a:endParaRPr>
          </a:p>
          <a:p>
            <a:pPr marL="12700">
              <a:lnSpc>
                <a:spcPct val="100000"/>
              </a:lnSpc>
            </a:pPr>
            <a:r>
              <a:rPr sz="900" spc="5" dirty="0">
                <a:latin typeface="MS UI Gothic"/>
                <a:cs typeface="MS UI Gothic"/>
              </a:rPr>
              <a:t>・</a:t>
            </a:r>
            <a:r>
              <a:rPr sz="900" spc="150" dirty="0">
                <a:latin typeface="MS UI Gothic"/>
                <a:cs typeface="MS UI Gothic"/>
              </a:rPr>
              <a:t>ポ</a:t>
            </a:r>
            <a:r>
              <a:rPr sz="900" spc="55" dirty="0">
                <a:latin typeface="MS UI Gothic"/>
                <a:cs typeface="MS UI Gothic"/>
              </a:rPr>
              <a:t>イ</a:t>
            </a:r>
            <a:r>
              <a:rPr sz="900" spc="140" dirty="0">
                <a:latin typeface="MS UI Gothic"/>
                <a:cs typeface="MS UI Gothic"/>
              </a:rPr>
              <a:t>ン</a:t>
            </a:r>
            <a:r>
              <a:rPr sz="900" spc="15" dirty="0">
                <a:latin typeface="MS UI Gothic"/>
                <a:cs typeface="MS UI Gothic"/>
              </a:rPr>
              <a:t>ト</a:t>
            </a:r>
            <a:r>
              <a:rPr sz="900" spc="25" dirty="0">
                <a:latin typeface="MS UI Gothic"/>
                <a:cs typeface="MS UI Gothic"/>
              </a:rPr>
              <a:t>数</a:t>
            </a:r>
            <a:endParaRPr sz="900">
              <a:latin typeface="MS UI Gothic"/>
              <a:cs typeface="MS UI Gothic"/>
            </a:endParaRPr>
          </a:p>
          <a:p>
            <a:pPr marL="12700">
              <a:lnSpc>
                <a:spcPct val="100000"/>
              </a:lnSpc>
            </a:pPr>
            <a:r>
              <a:rPr sz="900" spc="5" dirty="0">
                <a:latin typeface="MS UI Gothic"/>
                <a:cs typeface="MS UI Gothic"/>
              </a:rPr>
              <a:t>・</a:t>
            </a:r>
            <a:r>
              <a:rPr sz="900" dirty="0">
                <a:latin typeface="MS UI Gothic"/>
                <a:cs typeface="MS UI Gothic"/>
              </a:rPr>
              <a:t>期間</a:t>
            </a:r>
            <a:endParaRPr sz="900">
              <a:latin typeface="MS UI Gothic"/>
              <a:cs typeface="MS UI Gothic"/>
            </a:endParaRPr>
          </a:p>
        </p:txBody>
      </p:sp>
      <p:sp>
        <p:nvSpPr>
          <p:cNvPr id="18" name="object 18"/>
          <p:cNvSpPr/>
          <p:nvPr/>
        </p:nvSpPr>
        <p:spPr>
          <a:xfrm>
            <a:off x="2609088" y="3165348"/>
            <a:ext cx="1009015" cy="588645"/>
          </a:xfrm>
          <a:custGeom>
            <a:avLst/>
            <a:gdLst/>
            <a:ahLst/>
            <a:cxnLst/>
            <a:rect l="l" t="t" r="r" b="b"/>
            <a:pathLst>
              <a:path w="1009014" h="588645">
                <a:moveTo>
                  <a:pt x="0" y="588263"/>
                </a:moveTo>
                <a:lnTo>
                  <a:pt x="1008888" y="588263"/>
                </a:lnTo>
                <a:lnTo>
                  <a:pt x="1008888" y="0"/>
                </a:lnTo>
                <a:lnTo>
                  <a:pt x="0" y="0"/>
                </a:lnTo>
                <a:lnTo>
                  <a:pt x="0" y="588263"/>
                </a:lnTo>
                <a:close/>
              </a:path>
            </a:pathLst>
          </a:custGeom>
          <a:ln w="9525">
            <a:solidFill>
              <a:srgbClr val="001F5F"/>
            </a:solidFill>
          </a:ln>
        </p:spPr>
        <p:txBody>
          <a:bodyPr wrap="square" lIns="0" tIns="0" rIns="0" bIns="0" rtlCol="0"/>
          <a:lstStyle/>
          <a:p>
            <a:endParaRPr/>
          </a:p>
        </p:txBody>
      </p:sp>
      <p:sp>
        <p:nvSpPr>
          <p:cNvPr id="19" name="object 19"/>
          <p:cNvSpPr txBox="1"/>
          <p:nvPr/>
        </p:nvSpPr>
        <p:spPr>
          <a:xfrm>
            <a:off x="2847213" y="3172713"/>
            <a:ext cx="531495" cy="177800"/>
          </a:xfrm>
          <a:prstGeom prst="rect">
            <a:avLst/>
          </a:prstGeom>
        </p:spPr>
        <p:txBody>
          <a:bodyPr vert="horz" wrap="square" lIns="0" tIns="12065" rIns="0" bIns="0" rtlCol="0">
            <a:spAutoFit/>
          </a:bodyPr>
          <a:lstStyle/>
          <a:p>
            <a:pPr marL="12700">
              <a:lnSpc>
                <a:spcPct val="100000"/>
              </a:lnSpc>
              <a:spcBef>
                <a:spcPts val="95"/>
              </a:spcBef>
            </a:pPr>
            <a:r>
              <a:rPr sz="1000" b="1" spc="-5" dirty="0">
                <a:latin typeface="Microsoft YaHei UI"/>
                <a:cs typeface="Microsoft YaHei UI"/>
              </a:rPr>
              <a:t>情報配信</a:t>
            </a:r>
            <a:endParaRPr sz="1000">
              <a:latin typeface="Microsoft YaHei UI"/>
              <a:cs typeface="Microsoft YaHei UI"/>
            </a:endParaRPr>
          </a:p>
        </p:txBody>
      </p:sp>
      <p:sp>
        <p:nvSpPr>
          <p:cNvPr id="20" name="object 20"/>
          <p:cNvSpPr txBox="1"/>
          <p:nvPr/>
        </p:nvSpPr>
        <p:spPr>
          <a:xfrm>
            <a:off x="2688717" y="3323590"/>
            <a:ext cx="819785" cy="436880"/>
          </a:xfrm>
          <a:prstGeom prst="rect">
            <a:avLst/>
          </a:prstGeom>
        </p:spPr>
        <p:txBody>
          <a:bodyPr vert="horz" wrap="square" lIns="0" tIns="12700" rIns="0" bIns="0" rtlCol="0">
            <a:spAutoFit/>
          </a:bodyPr>
          <a:lstStyle/>
          <a:p>
            <a:pPr marL="12700">
              <a:lnSpc>
                <a:spcPct val="100000"/>
              </a:lnSpc>
              <a:spcBef>
                <a:spcPts val="100"/>
              </a:spcBef>
            </a:pPr>
            <a:r>
              <a:rPr sz="900" spc="5" dirty="0">
                <a:latin typeface="MS UI Gothic"/>
                <a:cs typeface="MS UI Gothic"/>
              </a:rPr>
              <a:t>・</a:t>
            </a:r>
            <a:r>
              <a:rPr sz="900" dirty="0">
                <a:latin typeface="MS UI Gothic"/>
                <a:cs typeface="MS UI Gothic"/>
              </a:rPr>
              <a:t>対象案件</a:t>
            </a:r>
            <a:endParaRPr sz="900">
              <a:latin typeface="MS UI Gothic"/>
              <a:cs typeface="MS UI Gothic"/>
            </a:endParaRPr>
          </a:p>
          <a:p>
            <a:pPr marL="12700">
              <a:lnSpc>
                <a:spcPct val="100000"/>
              </a:lnSpc>
            </a:pPr>
            <a:r>
              <a:rPr sz="900" spc="5" dirty="0">
                <a:latin typeface="MS UI Gothic"/>
                <a:cs typeface="MS UI Gothic"/>
              </a:rPr>
              <a:t>・</a:t>
            </a:r>
            <a:r>
              <a:rPr sz="900" spc="55" dirty="0">
                <a:latin typeface="MS UI Gothic"/>
                <a:cs typeface="MS UI Gothic"/>
              </a:rPr>
              <a:t>付与</a:t>
            </a:r>
            <a:r>
              <a:rPr sz="900" spc="40" dirty="0">
                <a:latin typeface="MS UI Gothic"/>
                <a:cs typeface="MS UI Gothic"/>
              </a:rPr>
              <a:t>ポ</a:t>
            </a:r>
            <a:r>
              <a:rPr sz="900" spc="55" dirty="0">
                <a:latin typeface="MS UI Gothic"/>
                <a:cs typeface="MS UI Gothic"/>
              </a:rPr>
              <a:t>イ</a:t>
            </a:r>
            <a:r>
              <a:rPr sz="900" spc="140" dirty="0">
                <a:latin typeface="MS UI Gothic"/>
                <a:cs typeface="MS UI Gothic"/>
              </a:rPr>
              <a:t>ン</a:t>
            </a:r>
            <a:r>
              <a:rPr sz="900" spc="20" dirty="0">
                <a:latin typeface="MS UI Gothic"/>
                <a:cs typeface="MS UI Gothic"/>
              </a:rPr>
              <a:t>ト数</a:t>
            </a:r>
            <a:endParaRPr sz="900">
              <a:latin typeface="MS UI Gothic"/>
              <a:cs typeface="MS UI Gothic"/>
            </a:endParaRPr>
          </a:p>
          <a:p>
            <a:pPr marL="12700">
              <a:lnSpc>
                <a:spcPct val="100000"/>
              </a:lnSpc>
            </a:pPr>
            <a:r>
              <a:rPr sz="900" spc="5" dirty="0">
                <a:latin typeface="MS UI Gothic"/>
                <a:cs typeface="MS UI Gothic"/>
              </a:rPr>
              <a:t>・</a:t>
            </a:r>
            <a:r>
              <a:rPr sz="900" dirty="0">
                <a:latin typeface="MS UI Gothic"/>
                <a:cs typeface="MS UI Gothic"/>
              </a:rPr>
              <a:t>対象期間</a:t>
            </a:r>
            <a:endParaRPr sz="900">
              <a:latin typeface="MS UI Gothic"/>
              <a:cs typeface="MS UI Gothic"/>
            </a:endParaRPr>
          </a:p>
        </p:txBody>
      </p:sp>
      <p:grpSp>
        <p:nvGrpSpPr>
          <p:cNvPr id="21" name="object 21"/>
          <p:cNvGrpSpPr/>
          <p:nvPr/>
        </p:nvGrpSpPr>
        <p:grpSpPr>
          <a:xfrm>
            <a:off x="1322641" y="1814893"/>
            <a:ext cx="931544" cy="565150"/>
            <a:chOff x="1322641" y="1814893"/>
            <a:chExt cx="931544" cy="565150"/>
          </a:xfrm>
        </p:grpSpPr>
        <p:sp>
          <p:nvSpPr>
            <p:cNvPr id="22" name="object 22"/>
            <p:cNvSpPr/>
            <p:nvPr/>
          </p:nvSpPr>
          <p:spPr>
            <a:xfrm>
              <a:off x="1327403" y="1819655"/>
              <a:ext cx="922019" cy="555625"/>
            </a:xfrm>
            <a:custGeom>
              <a:avLst/>
              <a:gdLst/>
              <a:ahLst/>
              <a:cxnLst/>
              <a:rect l="l" t="t" r="r" b="b"/>
              <a:pathLst>
                <a:path w="922019" h="555625">
                  <a:moveTo>
                    <a:pt x="922020" y="0"/>
                  </a:moveTo>
                  <a:lnTo>
                    <a:pt x="0" y="0"/>
                  </a:lnTo>
                  <a:lnTo>
                    <a:pt x="0" y="525145"/>
                  </a:lnTo>
                  <a:lnTo>
                    <a:pt x="60094" y="536833"/>
                  </a:lnTo>
                  <a:lnTo>
                    <a:pt x="114992" y="545430"/>
                  </a:lnTo>
                  <a:lnTo>
                    <a:pt x="165215" y="551183"/>
                  </a:lnTo>
                  <a:lnTo>
                    <a:pt x="211281" y="554341"/>
                  </a:lnTo>
                  <a:lnTo>
                    <a:pt x="253711" y="555153"/>
                  </a:lnTo>
                  <a:lnTo>
                    <a:pt x="293023" y="553868"/>
                  </a:lnTo>
                  <a:lnTo>
                    <a:pt x="364374" y="546000"/>
                  </a:lnTo>
                  <a:lnTo>
                    <a:pt x="429490" y="532726"/>
                  </a:lnTo>
                  <a:lnTo>
                    <a:pt x="557645" y="497920"/>
                  </a:lnTo>
                  <a:lnTo>
                    <a:pt x="592281" y="488949"/>
                  </a:lnTo>
                  <a:lnTo>
                    <a:pt x="668308" y="472422"/>
                  </a:lnTo>
                  <a:lnTo>
                    <a:pt x="710738" y="465365"/>
                  </a:lnTo>
                  <a:lnTo>
                    <a:pt x="756804" y="459443"/>
                  </a:lnTo>
                  <a:lnTo>
                    <a:pt x="807027" y="454905"/>
                  </a:lnTo>
                  <a:lnTo>
                    <a:pt x="861925" y="452000"/>
                  </a:lnTo>
                  <a:lnTo>
                    <a:pt x="922020" y="450977"/>
                  </a:lnTo>
                  <a:lnTo>
                    <a:pt x="922020" y="0"/>
                  </a:lnTo>
                  <a:close/>
                </a:path>
              </a:pathLst>
            </a:custGeom>
            <a:solidFill>
              <a:srgbClr val="DCE6F1"/>
            </a:solidFill>
          </p:spPr>
          <p:txBody>
            <a:bodyPr wrap="square" lIns="0" tIns="0" rIns="0" bIns="0" rtlCol="0"/>
            <a:lstStyle/>
            <a:p>
              <a:endParaRPr/>
            </a:p>
          </p:txBody>
        </p:sp>
        <p:sp>
          <p:nvSpPr>
            <p:cNvPr id="23" name="object 23"/>
            <p:cNvSpPr/>
            <p:nvPr/>
          </p:nvSpPr>
          <p:spPr>
            <a:xfrm>
              <a:off x="1327403" y="1819655"/>
              <a:ext cx="922019" cy="555625"/>
            </a:xfrm>
            <a:custGeom>
              <a:avLst/>
              <a:gdLst/>
              <a:ahLst/>
              <a:cxnLst/>
              <a:rect l="l" t="t" r="r" b="b"/>
              <a:pathLst>
                <a:path w="922019" h="555625">
                  <a:moveTo>
                    <a:pt x="0" y="0"/>
                  </a:moveTo>
                  <a:lnTo>
                    <a:pt x="922020" y="0"/>
                  </a:lnTo>
                  <a:lnTo>
                    <a:pt x="922020" y="450977"/>
                  </a:lnTo>
                  <a:lnTo>
                    <a:pt x="861925" y="452000"/>
                  </a:lnTo>
                  <a:lnTo>
                    <a:pt x="807027" y="454905"/>
                  </a:lnTo>
                  <a:lnTo>
                    <a:pt x="756804" y="459443"/>
                  </a:lnTo>
                  <a:lnTo>
                    <a:pt x="710738" y="465365"/>
                  </a:lnTo>
                  <a:lnTo>
                    <a:pt x="668308" y="472422"/>
                  </a:lnTo>
                  <a:lnTo>
                    <a:pt x="628996" y="480366"/>
                  </a:lnTo>
                  <a:lnTo>
                    <a:pt x="557645" y="497920"/>
                  </a:lnTo>
                  <a:lnTo>
                    <a:pt x="492529" y="516037"/>
                  </a:lnTo>
                  <a:lnTo>
                    <a:pt x="461010" y="524684"/>
                  </a:lnTo>
                  <a:lnTo>
                    <a:pt x="397452" y="539915"/>
                  </a:lnTo>
                  <a:lnTo>
                    <a:pt x="329738" y="550734"/>
                  </a:lnTo>
                  <a:lnTo>
                    <a:pt x="253711" y="555153"/>
                  </a:lnTo>
                  <a:lnTo>
                    <a:pt x="211281" y="554341"/>
                  </a:lnTo>
                  <a:lnTo>
                    <a:pt x="165215" y="551183"/>
                  </a:lnTo>
                  <a:lnTo>
                    <a:pt x="114992" y="545430"/>
                  </a:lnTo>
                  <a:lnTo>
                    <a:pt x="60094" y="536833"/>
                  </a:lnTo>
                  <a:lnTo>
                    <a:pt x="0" y="525145"/>
                  </a:lnTo>
                  <a:lnTo>
                    <a:pt x="0" y="0"/>
                  </a:lnTo>
                  <a:close/>
                </a:path>
              </a:pathLst>
            </a:custGeom>
            <a:ln w="9525">
              <a:solidFill>
                <a:srgbClr val="001F5F"/>
              </a:solidFill>
            </a:ln>
          </p:spPr>
          <p:txBody>
            <a:bodyPr wrap="square" lIns="0" tIns="0" rIns="0" bIns="0" rtlCol="0"/>
            <a:lstStyle/>
            <a:p>
              <a:endParaRPr/>
            </a:p>
          </p:txBody>
        </p:sp>
      </p:grpSp>
      <p:sp>
        <p:nvSpPr>
          <p:cNvPr id="24" name="object 24"/>
          <p:cNvSpPr txBox="1"/>
          <p:nvPr/>
        </p:nvSpPr>
        <p:spPr>
          <a:xfrm>
            <a:off x="1407033" y="1848739"/>
            <a:ext cx="741045" cy="405765"/>
          </a:xfrm>
          <a:prstGeom prst="rect">
            <a:avLst/>
          </a:prstGeom>
        </p:spPr>
        <p:txBody>
          <a:bodyPr vert="horz" wrap="square" lIns="0" tIns="12700" rIns="0" bIns="0" rtlCol="0">
            <a:spAutoFit/>
          </a:bodyPr>
          <a:lstStyle/>
          <a:p>
            <a:pPr marL="12700">
              <a:lnSpc>
                <a:spcPts val="1075"/>
              </a:lnSpc>
              <a:spcBef>
                <a:spcPts val="100"/>
              </a:spcBef>
            </a:pPr>
            <a:r>
              <a:rPr sz="900" b="1" spc="-445" dirty="0">
                <a:latin typeface="Microsoft YaHei UI"/>
                <a:cs typeface="Microsoft YaHei UI"/>
              </a:rPr>
              <a:t>【</a:t>
            </a:r>
            <a:r>
              <a:rPr sz="900" b="1" spc="-30" dirty="0">
                <a:latin typeface="Microsoft YaHei UI"/>
                <a:cs typeface="Microsoft YaHei UI"/>
              </a:rPr>
              <a:t>キ</a:t>
            </a:r>
            <a:r>
              <a:rPr sz="900" b="1" spc="-65" dirty="0">
                <a:latin typeface="Microsoft YaHei UI"/>
                <a:cs typeface="Microsoft YaHei UI"/>
              </a:rPr>
              <a:t>ン</a:t>
            </a:r>
            <a:r>
              <a:rPr sz="900" b="1" spc="-210" dirty="0">
                <a:latin typeface="Microsoft YaHei UI"/>
                <a:cs typeface="Microsoft YaHei UI"/>
              </a:rPr>
              <a:t>ト</a:t>
            </a:r>
            <a:r>
              <a:rPr sz="900" b="1" spc="-50" dirty="0">
                <a:latin typeface="Microsoft YaHei UI"/>
                <a:cs typeface="Microsoft YaHei UI"/>
              </a:rPr>
              <a:t>ーン</a:t>
            </a:r>
            <a:r>
              <a:rPr sz="900" b="1" spc="-450" dirty="0">
                <a:latin typeface="Microsoft YaHei UI"/>
                <a:cs typeface="Microsoft YaHei UI"/>
              </a:rPr>
              <a:t>】</a:t>
            </a:r>
            <a:endParaRPr sz="900">
              <a:latin typeface="Microsoft YaHei UI"/>
              <a:cs typeface="Microsoft YaHei UI"/>
            </a:endParaRPr>
          </a:p>
          <a:p>
            <a:pPr marL="12700">
              <a:lnSpc>
                <a:spcPts val="955"/>
              </a:lnSpc>
            </a:pPr>
            <a:r>
              <a:rPr sz="800" dirty="0">
                <a:latin typeface="MS UI Gothic"/>
                <a:cs typeface="MS UI Gothic"/>
              </a:rPr>
              <a:t>「営業顧客管理」</a:t>
            </a:r>
            <a:endParaRPr sz="800">
              <a:latin typeface="MS UI Gothic"/>
              <a:cs typeface="MS UI Gothic"/>
            </a:endParaRPr>
          </a:p>
          <a:p>
            <a:pPr marL="12700">
              <a:lnSpc>
                <a:spcPct val="100000"/>
              </a:lnSpc>
            </a:pPr>
            <a:r>
              <a:rPr sz="800" dirty="0">
                <a:latin typeface="MS UI Gothic"/>
                <a:cs typeface="MS UI Gothic"/>
              </a:rPr>
              <a:t>＞「現場名」</a:t>
            </a:r>
            <a:endParaRPr sz="800">
              <a:latin typeface="MS UI Gothic"/>
              <a:cs typeface="MS UI Gothic"/>
            </a:endParaRPr>
          </a:p>
        </p:txBody>
      </p:sp>
      <p:sp>
        <p:nvSpPr>
          <p:cNvPr id="25" name="object 25"/>
          <p:cNvSpPr/>
          <p:nvPr/>
        </p:nvSpPr>
        <p:spPr>
          <a:xfrm>
            <a:off x="2599944" y="2357627"/>
            <a:ext cx="1009015" cy="561340"/>
          </a:xfrm>
          <a:custGeom>
            <a:avLst/>
            <a:gdLst/>
            <a:ahLst/>
            <a:cxnLst/>
            <a:rect l="l" t="t" r="r" b="b"/>
            <a:pathLst>
              <a:path w="1009014" h="561339">
                <a:moveTo>
                  <a:pt x="0" y="560832"/>
                </a:moveTo>
                <a:lnTo>
                  <a:pt x="1008887" y="560832"/>
                </a:lnTo>
                <a:lnTo>
                  <a:pt x="1008887" y="0"/>
                </a:lnTo>
                <a:lnTo>
                  <a:pt x="0" y="0"/>
                </a:lnTo>
                <a:lnTo>
                  <a:pt x="0" y="560832"/>
                </a:lnTo>
                <a:close/>
              </a:path>
            </a:pathLst>
          </a:custGeom>
          <a:ln w="9525">
            <a:solidFill>
              <a:srgbClr val="001F5F"/>
            </a:solidFill>
          </a:ln>
        </p:spPr>
        <p:txBody>
          <a:bodyPr wrap="square" lIns="0" tIns="0" rIns="0" bIns="0" rtlCol="0"/>
          <a:lstStyle/>
          <a:p>
            <a:endParaRPr/>
          </a:p>
        </p:txBody>
      </p:sp>
      <p:sp>
        <p:nvSpPr>
          <p:cNvPr id="26" name="object 26"/>
          <p:cNvSpPr txBox="1"/>
          <p:nvPr/>
        </p:nvSpPr>
        <p:spPr>
          <a:xfrm>
            <a:off x="2687827" y="2404998"/>
            <a:ext cx="833755" cy="482600"/>
          </a:xfrm>
          <a:prstGeom prst="rect">
            <a:avLst/>
          </a:prstGeom>
        </p:spPr>
        <p:txBody>
          <a:bodyPr vert="horz" wrap="square" lIns="0" tIns="12065" rIns="0" bIns="0" rtlCol="0">
            <a:spAutoFit/>
          </a:bodyPr>
          <a:lstStyle/>
          <a:p>
            <a:pPr marL="12700" marR="5080" algn="ctr">
              <a:lnSpc>
                <a:spcPct val="100000"/>
              </a:lnSpc>
              <a:spcBef>
                <a:spcPts val="95"/>
              </a:spcBef>
            </a:pPr>
            <a:r>
              <a:rPr sz="1000" b="1" spc="-140" dirty="0">
                <a:latin typeface="Microsoft YaHei UI"/>
                <a:cs typeface="Microsoft YaHei UI"/>
              </a:rPr>
              <a:t>イン</a:t>
            </a:r>
            <a:r>
              <a:rPr sz="1000" b="1" spc="-65" dirty="0">
                <a:latin typeface="Microsoft YaHei UI"/>
                <a:cs typeface="Microsoft YaHei UI"/>
              </a:rPr>
              <a:t>セン</a:t>
            </a:r>
            <a:r>
              <a:rPr sz="1000" b="1" spc="-60" dirty="0">
                <a:latin typeface="Microsoft YaHei UI"/>
                <a:cs typeface="Microsoft YaHei UI"/>
              </a:rPr>
              <a:t>テ</a:t>
            </a:r>
            <a:r>
              <a:rPr sz="1000" b="1" spc="-85" dirty="0">
                <a:latin typeface="Microsoft YaHei UI"/>
                <a:cs typeface="Microsoft YaHei UI"/>
              </a:rPr>
              <a:t>ィブ </a:t>
            </a:r>
            <a:r>
              <a:rPr sz="1000" b="1" spc="-5" dirty="0">
                <a:latin typeface="Microsoft YaHei UI"/>
                <a:cs typeface="Microsoft YaHei UI"/>
              </a:rPr>
              <a:t>対象決定</a:t>
            </a:r>
            <a:endParaRPr sz="1000">
              <a:latin typeface="Microsoft YaHei UI"/>
              <a:cs typeface="Microsoft YaHei UI"/>
            </a:endParaRPr>
          </a:p>
          <a:p>
            <a:pPr algn="ctr">
              <a:lnSpc>
                <a:spcPct val="100000"/>
              </a:lnSpc>
            </a:pPr>
            <a:r>
              <a:rPr sz="1000" b="1" spc="-500" dirty="0">
                <a:solidFill>
                  <a:srgbClr val="FF0000"/>
                </a:solidFill>
                <a:latin typeface="Microsoft YaHei UI"/>
                <a:cs typeface="Microsoft YaHei UI"/>
              </a:rPr>
              <a:t>（</a:t>
            </a:r>
            <a:r>
              <a:rPr sz="1000" b="1" spc="-105" dirty="0">
                <a:solidFill>
                  <a:srgbClr val="FF0000"/>
                </a:solidFill>
                <a:latin typeface="Microsoft YaHei UI"/>
                <a:cs typeface="Microsoft YaHei UI"/>
              </a:rPr>
              <a:t>意思決定）</a:t>
            </a:r>
            <a:endParaRPr sz="1000">
              <a:latin typeface="Microsoft YaHei UI"/>
              <a:cs typeface="Microsoft YaHei UI"/>
            </a:endParaRPr>
          </a:p>
        </p:txBody>
      </p:sp>
      <p:grpSp>
        <p:nvGrpSpPr>
          <p:cNvPr id="27" name="object 27"/>
          <p:cNvGrpSpPr/>
          <p:nvPr/>
        </p:nvGrpSpPr>
        <p:grpSpPr>
          <a:xfrm>
            <a:off x="3345688" y="1665985"/>
            <a:ext cx="1634489" cy="645795"/>
            <a:chOff x="3345688" y="1665985"/>
            <a:chExt cx="1634489" cy="645795"/>
          </a:xfrm>
        </p:grpSpPr>
        <p:sp>
          <p:nvSpPr>
            <p:cNvPr id="28" name="object 28"/>
            <p:cNvSpPr/>
            <p:nvPr/>
          </p:nvSpPr>
          <p:spPr>
            <a:xfrm>
              <a:off x="3358388" y="1678685"/>
              <a:ext cx="1609090" cy="620395"/>
            </a:xfrm>
            <a:custGeom>
              <a:avLst/>
              <a:gdLst/>
              <a:ahLst/>
              <a:cxnLst/>
              <a:rect l="l" t="t" r="r" b="b"/>
              <a:pathLst>
                <a:path w="1609089" h="620394">
                  <a:moveTo>
                    <a:pt x="1609089" y="0"/>
                  </a:moveTo>
                  <a:lnTo>
                    <a:pt x="158241" y="0"/>
                  </a:lnTo>
                  <a:lnTo>
                    <a:pt x="158241" y="103377"/>
                  </a:lnTo>
                  <a:lnTo>
                    <a:pt x="0" y="207644"/>
                  </a:lnTo>
                  <a:lnTo>
                    <a:pt x="158241" y="258444"/>
                  </a:lnTo>
                  <a:lnTo>
                    <a:pt x="158241" y="620267"/>
                  </a:lnTo>
                  <a:lnTo>
                    <a:pt x="1609089" y="620267"/>
                  </a:lnTo>
                  <a:lnTo>
                    <a:pt x="1609089" y="0"/>
                  </a:lnTo>
                  <a:close/>
                </a:path>
              </a:pathLst>
            </a:custGeom>
            <a:solidFill>
              <a:srgbClr val="FFFFCC"/>
            </a:solidFill>
          </p:spPr>
          <p:txBody>
            <a:bodyPr wrap="square" lIns="0" tIns="0" rIns="0" bIns="0" rtlCol="0"/>
            <a:lstStyle/>
            <a:p>
              <a:endParaRPr/>
            </a:p>
          </p:txBody>
        </p:sp>
        <p:sp>
          <p:nvSpPr>
            <p:cNvPr id="29" name="object 29"/>
            <p:cNvSpPr/>
            <p:nvPr/>
          </p:nvSpPr>
          <p:spPr>
            <a:xfrm>
              <a:off x="3358388" y="1678685"/>
              <a:ext cx="1609090" cy="620395"/>
            </a:xfrm>
            <a:custGeom>
              <a:avLst/>
              <a:gdLst/>
              <a:ahLst/>
              <a:cxnLst/>
              <a:rect l="l" t="t" r="r" b="b"/>
              <a:pathLst>
                <a:path w="1609089" h="620394">
                  <a:moveTo>
                    <a:pt x="158241" y="0"/>
                  </a:moveTo>
                  <a:lnTo>
                    <a:pt x="400050" y="0"/>
                  </a:lnTo>
                  <a:lnTo>
                    <a:pt x="762762" y="0"/>
                  </a:lnTo>
                  <a:lnTo>
                    <a:pt x="1609089" y="0"/>
                  </a:lnTo>
                  <a:lnTo>
                    <a:pt x="1609089" y="103377"/>
                  </a:lnTo>
                  <a:lnTo>
                    <a:pt x="1609089" y="258444"/>
                  </a:lnTo>
                  <a:lnTo>
                    <a:pt x="1609089" y="620267"/>
                  </a:lnTo>
                  <a:lnTo>
                    <a:pt x="762762" y="620267"/>
                  </a:lnTo>
                  <a:lnTo>
                    <a:pt x="400050" y="620267"/>
                  </a:lnTo>
                  <a:lnTo>
                    <a:pt x="158241" y="620267"/>
                  </a:lnTo>
                  <a:lnTo>
                    <a:pt x="158241" y="258444"/>
                  </a:lnTo>
                  <a:lnTo>
                    <a:pt x="0" y="207644"/>
                  </a:lnTo>
                  <a:lnTo>
                    <a:pt x="158241" y="103377"/>
                  </a:lnTo>
                  <a:lnTo>
                    <a:pt x="158241" y="0"/>
                  </a:lnTo>
                  <a:close/>
                </a:path>
              </a:pathLst>
            </a:custGeom>
            <a:ln w="25399">
              <a:solidFill>
                <a:srgbClr val="FFC000"/>
              </a:solidFill>
            </a:ln>
          </p:spPr>
          <p:txBody>
            <a:bodyPr wrap="square" lIns="0" tIns="0" rIns="0" bIns="0" rtlCol="0"/>
            <a:lstStyle/>
            <a:p>
              <a:endParaRPr/>
            </a:p>
          </p:txBody>
        </p:sp>
      </p:grpSp>
      <p:sp>
        <p:nvSpPr>
          <p:cNvPr id="30" name="object 30"/>
          <p:cNvSpPr txBox="1"/>
          <p:nvPr/>
        </p:nvSpPr>
        <p:spPr>
          <a:xfrm>
            <a:off x="3947921" y="1694180"/>
            <a:ext cx="586740" cy="193675"/>
          </a:xfrm>
          <a:prstGeom prst="rect">
            <a:avLst/>
          </a:prstGeom>
        </p:spPr>
        <p:txBody>
          <a:bodyPr vert="horz" wrap="square" lIns="0" tIns="13335" rIns="0" bIns="0" rtlCol="0">
            <a:spAutoFit/>
          </a:bodyPr>
          <a:lstStyle/>
          <a:p>
            <a:pPr marL="12700">
              <a:lnSpc>
                <a:spcPct val="100000"/>
              </a:lnSpc>
              <a:spcBef>
                <a:spcPts val="105"/>
              </a:spcBef>
            </a:pPr>
            <a:r>
              <a:rPr sz="1100" b="1" dirty="0">
                <a:latin typeface="Microsoft YaHei UI"/>
                <a:cs typeface="Microsoft YaHei UI"/>
              </a:rPr>
              <a:t>検討条件</a:t>
            </a:r>
            <a:endParaRPr sz="1100">
              <a:latin typeface="Microsoft YaHei UI"/>
              <a:cs typeface="Microsoft YaHei UI"/>
            </a:endParaRPr>
          </a:p>
        </p:txBody>
      </p:sp>
      <p:sp>
        <p:nvSpPr>
          <p:cNvPr id="31" name="object 31"/>
          <p:cNvSpPr txBox="1"/>
          <p:nvPr/>
        </p:nvSpPr>
        <p:spPr>
          <a:xfrm>
            <a:off x="3595878" y="1860296"/>
            <a:ext cx="1221740" cy="299720"/>
          </a:xfrm>
          <a:prstGeom prst="rect">
            <a:avLst/>
          </a:prstGeom>
        </p:spPr>
        <p:txBody>
          <a:bodyPr vert="horz" wrap="square" lIns="0" tIns="12700" rIns="0" bIns="0" rtlCol="0">
            <a:spAutoFit/>
          </a:bodyPr>
          <a:lstStyle/>
          <a:p>
            <a:pPr marL="12700">
              <a:lnSpc>
                <a:spcPct val="100000"/>
              </a:lnSpc>
              <a:spcBef>
                <a:spcPts val="100"/>
              </a:spcBef>
            </a:pPr>
            <a:r>
              <a:rPr sz="900" b="1" spc="125" dirty="0">
                <a:latin typeface="Microsoft YaHei UI"/>
                <a:cs typeface="Microsoft YaHei UI"/>
              </a:rPr>
              <a:t>・</a:t>
            </a:r>
            <a:r>
              <a:rPr sz="900" b="1" spc="-5" dirty="0">
                <a:latin typeface="Microsoft YaHei UI"/>
                <a:cs typeface="Microsoft YaHei UI"/>
              </a:rPr>
              <a:t>受注～開始までの期</a:t>
            </a:r>
            <a:r>
              <a:rPr sz="900" b="1" spc="-530" dirty="0">
                <a:latin typeface="Microsoft YaHei UI"/>
                <a:cs typeface="Microsoft YaHei UI"/>
              </a:rPr>
              <a:t>間</a:t>
            </a:r>
            <a:endParaRPr sz="900">
              <a:latin typeface="Microsoft YaHei UI"/>
              <a:cs typeface="Microsoft YaHei UI"/>
            </a:endParaRPr>
          </a:p>
          <a:p>
            <a:pPr marL="12700">
              <a:lnSpc>
                <a:spcPct val="100000"/>
              </a:lnSpc>
            </a:pPr>
            <a:r>
              <a:rPr sz="900" b="1" spc="125" dirty="0">
                <a:latin typeface="Microsoft YaHei UI"/>
                <a:cs typeface="Microsoft YaHei UI"/>
              </a:rPr>
              <a:t>・</a:t>
            </a:r>
            <a:r>
              <a:rPr sz="900" b="1" spc="10" dirty="0">
                <a:latin typeface="Microsoft YaHei UI"/>
                <a:cs typeface="Microsoft YaHei UI"/>
              </a:rPr>
              <a:t>案件規模</a:t>
            </a:r>
            <a:r>
              <a:rPr sz="900" b="1" spc="15" dirty="0">
                <a:latin typeface="Microsoft YaHei UI"/>
                <a:cs typeface="Microsoft YaHei UI"/>
              </a:rPr>
              <a:t>・</a:t>
            </a:r>
            <a:r>
              <a:rPr sz="900" b="1" dirty="0">
                <a:latin typeface="Microsoft YaHei UI"/>
                <a:cs typeface="Microsoft YaHei UI"/>
              </a:rPr>
              <a:t>業務内容</a:t>
            </a:r>
            <a:endParaRPr sz="900">
              <a:latin typeface="Microsoft YaHei UI"/>
              <a:cs typeface="Microsoft YaHei UI"/>
            </a:endParaRPr>
          </a:p>
        </p:txBody>
      </p:sp>
      <p:sp>
        <p:nvSpPr>
          <p:cNvPr id="32" name="object 32"/>
          <p:cNvSpPr txBox="1"/>
          <p:nvPr/>
        </p:nvSpPr>
        <p:spPr>
          <a:xfrm>
            <a:off x="3595878" y="2134615"/>
            <a:ext cx="655320" cy="162560"/>
          </a:xfrm>
          <a:prstGeom prst="rect">
            <a:avLst/>
          </a:prstGeom>
        </p:spPr>
        <p:txBody>
          <a:bodyPr vert="horz" wrap="square" lIns="0" tIns="12700" rIns="0" bIns="0" rtlCol="0">
            <a:spAutoFit/>
          </a:bodyPr>
          <a:lstStyle/>
          <a:p>
            <a:pPr marL="12700">
              <a:lnSpc>
                <a:spcPct val="100000"/>
              </a:lnSpc>
              <a:spcBef>
                <a:spcPts val="100"/>
              </a:spcBef>
            </a:pPr>
            <a:r>
              <a:rPr sz="900" b="1" spc="125" dirty="0">
                <a:latin typeface="Microsoft YaHei UI"/>
                <a:cs typeface="Microsoft YaHei UI"/>
              </a:rPr>
              <a:t>・</a:t>
            </a:r>
            <a:r>
              <a:rPr sz="900" b="1" dirty="0">
                <a:latin typeface="Microsoft YaHei UI"/>
                <a:cs typeface="Microsoft YaHei UI"/>
              </a:rPr>
              <a:t>経験有無</a:t>
            </a:r>
            <a:r>
              <a:rPr sz="900" b="1" spc="-525" dirty="0">
                <a:latin typeface="Microsoft YaHei UI"/>
                <a:cs typeface="Microsoft YaHei UI"/>
              </a:rPr>
              <a:t>等</a:t>
            </a:r>
            <a:endParaRPr sz="900">
              <a:latin typeface="Microsoft YaHei UI"/>
              <a:cs typeface="Microsoft YaHei UI"/>
            </a:endParaRPr>
          </a:p>
        </p:txBody>
      </p:sp>
      <p:grpSp>
        <p:nvGrpSpPr>
          <p:cNvPr id="33" name="object 33"/>
          <p:cNvGrpSpPr/>
          <p:nvPr/>
        </p:nvGrpSpPr>
        <p:grpSpPr>
          <a:xfrm>
            <a:off x="1714500" y="1577339"/>
            <a:ext cx="5201920" cy="1596390"/>
            <a:chOff x="1714500" y="1577339"/>
            <a:chExt cx="5201920" cy="1596390"/>
          </a:xfrm>
        </p:grpSpPr>
        <p:sp>
          <p:nvSpPr>
            <p:cNvPr id="34" name="object 34"/>
            <p:cNvSpPr/>
            <p:nvPr/>
          </p:nvSpPr>
          <p:spPr>
            <a:xfrm>
              <a:off x="1714500" y="1577339"/>
              <a:ext cx="886460" cy="76200"/>
            </a:xfrm>
            <a:custGeom>
              <a:avLst/>
              <a:gdLst/>
              <a:ahLst/>
              <a:cxnLst/>
              <a:rect l="l" t="t" r="r" b="b"/>
              <a:pathLst>
                <a:path w="886460" h="76200">
                  <a:moveTo>
                    <a:pt x="810006" y="0"/>
                  </a:moveTo>
                  <a:lnTo>
                    <a:pt x="810006" y="76200"/>
                  </a:lnTo>
                  <a:lnTo>
                    <a:pt x="873506" y="44450"/>
                  </a:lnTo>
                  <a:lnTo>
                    <a:pt x="822706" y="44450"/>
                  </a:lnTo>
                  <a:lnTo>
                    <a:pt x="822706" y="31750"/>
                  </a:lnTo>
                  <a:lnTo>
                    <a:pt x="873506" y="31750"/>
                  </a:lnTo>
                  <a:lnTo>
                    <a:pt x="810006" y="0"/>
                  </a:lnTo>
                  <a:close/>
                </a:path>
                <a:path w="886460" h="76200">
                  <a:moveTo>
                    <a:pt x="810006" y="31750"/>
                  </a:moveTo>
                  <a:lnTo>
                    <a:pt x="0" y="31750"/>
                  </a:lnTo>
                  <a:lnTo>
                    <a:pt x="0" y="44450"/>
                  </a:lnTo>
                  <a:lnTo>
                    <a:pt x="810006" y="44450"/>
                  </a:lnTo>
                  <a:lnTo>
                    <a:pt x="810006" y="31750"/>
                  </a:lnTo>
                  <a:close/>
                </a:path>
                <a:path w="886460" h="76200">
                  <a:moveTo>
                    <a:pt x="873506" y="31750"/>
                  </a:moveTo>
                  <a:lnTo>
                    <a:pt x="822706" y="31750"/>
                  </a:lnTo>
                  <a:lnTo>
                    <a:pt x="822706" y="44450"/>
                  </a:lnTo>
                  <a:lnTo>
                    <a:pt x="873506" y="44450"/>
                  </a:lnTo>
                  <a:lnTo>
                    <a:pt x="886206" y="38100"/>
                  </a:lnTo>
                  <a:lnTo>
                    <a:pt x="873506" y="31750"/>
                  </a:lnTo>
                  <a:close/>
                </a:path>
              </a:pathLst>
            </a:custGeom>
            <a:solidFill>
              <a:srgbClr val="001F5F"/>
            </a:solidFill>
          </p:spPr>
          <p:txBody>
            <a:bodyPr wrap="square" lIns="0" tIns="0" rIns="0" bIns="0" rtlCol="0"/>
            <a:lstStyle/>
            <a:p>
              <a:endParaRPr/>
            </a:p>
          </p:txBody>
        </p:sp>
        <p:sp>
          <p:nvSpPr>
            <p:cNvPr id="35" name="object 35"/>
            <p:cNvSpPr/>
            <p:nvPr/>
          </p:nvSpPr>
          <p:spPr>
            <a:xfrm>
              <a:off x="3104388" y="2069591"/>
              <a:ext cx="3807460" cy="1099185"/>
            </a:xfrm>
            <a:custGeom>
              <a:avLst/>
              <a:gdLst/>
              <a:ahLst/>
              <a:cxnLst/>
              <a:rect l="l" t="t" r="r" b="b"/>
              <a:pathLst>
                <a:path w="3807459" h="1099185">
                  <a:moveTo>
                    <a:pt x="0" y="0"/>
                  </a:moveTo>
                  <a:lnTo>
                    <a:pt x="0" y="287020"/>
                  </a:lnTo>
                </a:path>
                <a:path w="3807459" h="1099185">
                  <a:moveTo>
                    <a:pt x="2191512" y="1098804"/>
                  </a:moveTo>
                  <a:lnTo>
                    <a:pt x="3806952" y="1098804"/>
                  </a:lnTo>
                  <a:lnTo>
                    <a:pt x="3806952" y="297180"/>
                  </a:lnTo>
                  <a:lnTo>
                    <a:pt x="2191512" y="297180"/>
                  </a:lnTo>
                  <a:lnTo>
                    <a:pt x="2191512" y="1098804"/>
                  </a:lnTo>
                  <a:close/>
                </a:path>
              </a:pathLst>
            </a:custGeom>
            <a:ln w="9525">
              <a:solidFill>
                <a:srgbClr val="001F5F"/>
              </a:solidFill>
            </a:ln>
          </p:spPr>
          <p:txBody>
            <a:bodyPr wrap="square" lIns="0" tIns="0" rIns="0" bIns="0" rtlCol="0"/>
            <a:lstStyle/>
            <a:p>
              <a:endParaRPr/>
            </a:p>
          </p:txBody>
        </p:sp>
      </p:grpSp>
      <p:sp>
        <p:nvSpPr>
          <p:cNvPr id="36" name="object 36"/>
          <p:cNvSpPr txBox="1"/>
          <p:nvPr/>
        </p:nvSpPr>
        <p:spPr>
          <a:xfrm>
            <a:off x="5451475" y="2413254"/>
            <a:ext cx="1163955" cy="450850"/>
          </a:xfrm>
          <a:prstGeom prst="rect">
            <a:avLst/>
          </a:prstGeom>
        </p:spPr>
        <p:txBody>
          <a:bodyPr vert="horz" wrap="square" lIns="0" tIns="12065" rIns="0" bIns="0" rtlCol="0">
            <a:spAutoFit/>
          </a:bodyPr>
          <a:lstStyle/>
          <a:p>
            <a:pPr marL="154305">
              <a:lnSpc>
                <a:spcPts val="1195"/>
              </a:lnSpc>
              <a:spcBef>
                <a:spcPts val="95"/>
              </a:spcBef>
            </a:pPr>
            <a:r>
              <a:rPr sz="1000" b="1" spc="-10" dirty="0">
                <a:latin typeface="Microsoft YaHei UI"/>
                <a:cs typeface="Microsoft YaHei UI"/>
              </a:rPr>
              <a:t>採用調達</a:t>
            </a:r>
            <a:r>
              <a:rPr sz="1000" b="1" spc="-15" dirty="0">
                <a:latin typeface="Microsoft YaHei UI"/>
                <a:cs typeface="Microsoft YaHei UI"/>
              </a:rPr>
              <a:t>よ</a:t>
            </a:r>
            <a:r>
              <a:rPr sz="1000" b="1" spc="-105" dirty="0">
                <a:latin typeface="Microsoft YaHei UI"/>
                <a:cs typeface="Microsoft YaHei UI"/>
              </a:rPr>
              <a:t>り</a:t>
            </a:r>
            <a:r>
              <a:rPr sz="1000" b="1" spc="-5" dirty="0">
                <a:latin typeface="Microsoft YaHei UI"/>
                <a:cs typeface="Microsoft YaHei UI"/>
              </a:rPr>
              <a:t>報告</a:t>
            </a:r>
            <a:endParaRPr sz="1000">
              <a:latin typeface="Microsoft YaHei UI"/>
              <a:cs typeface="Microsoft YaHei UI"/>
            </a:endParaRPr>
          </a:p>
          <a:p>
            <a:pPr marL="12700">
              <a:lnSpc>
                <a:spcPts val="1075"/>
              </a:lnSpc>
            </a:pPr>
            <a:r>
              <a:rPr sz="900" spc="5" dirty="0">
                <a:latin typeface="MS UI Gothic"/>
                <a:cs typeface="MS UI Gothic"/>
              </a:rPr>
              <a:t>・</a:t>
            </a:r>
            <a:r>
              <a:rPr sz="900" dirty="0">
                <a:latin typeface="MS UI Gothic"/>
                <a:cs typeface="MS UI Gothic"/>
              </a:rPr>
              <a:t>宛先</a:t>
            </a:r>
            <a:r>
              <a:rPr sz="900" spc="5" dirty="0">
                <a:latin typeface="MS UI Gothic"/>
                <a:cs typeface="MS UI Gothic"/>
              </a:rPr>
              <a:t>「</a:t>
            </a:r>
            <a:r>
              <a:rPr sz="900" dirty="0">
                <a:latin typeface="MS UI Gothic"/>
                <a:cs typeface="MS UI Gothic"/>
              </a:rPr>
              <a:t>＠幹部会」</a:t>
            </a:r>
            <a:endParaRPr sz="900">
              <a:latin typeface="MS UI Gothic"/>
              <a:cs typeface="MS UI Gothic"/>
            </a:endParaRPr>
          </a:p>
          <a:p>
            <a:pPr marL="12700">
              <a:lnSpc>
                <a:spcPct val="100000"/>
              </a:lnSpc>
            </a:pPr>
            <a:r>
              <a:rPr sz="900" spc="5" dirty="0">
                <a:latin typeface="MS UI Gothic"/>
                <a:cs typeface="MS UI Gothic"/>
              </a:rPr>
              <a:t>・</a:t>
            </a:r>
            <a:r>
              <a:rPr sz="900" dirty="0">
                <a:latin typeface="MS UI Gothic"/>
                <a:cs typeface="MS UI Gothic"/>
              </a:rPr>
              <a:t>対象案件</a:t>
            </a:r>
            <a:endParaRPr sz="900">
              <a:latin typeface="MS UI Gothic"/>
              <a:cs typeface="MS UI Gothic"/>
            </a:endParaRPr>
          </a:p>
        </p:txBody>
      </p:sp>
      <p:sp>
        <p:nvSpPr>
          <p:cNvPr id="37" name="object 37"/>
          <p:cNvSpPr txBox="1"/>
          <p:nvPr/>
        </p:nvSpPr>
        <p:spPr>
          <a:xfrm>
            <a:off x="5451475" y="2838450"/>
            <a:ext cx="591185" cy="300355"/>
          </a:xfrm>
          <a:prstGeom prst="rect">
            <a:avLst/>
          </a:prstGeom>
        </p:spPr>
        <p:txBody>
          <a:bodyPr vert="horz" wrap="square" lIns="0" tIns="12700" rIns="0" bIns="0" rtlCol="0">
            <a:spAutoFit/>
          </a:bodyPr>
          <a:lstStyle/>
          <a:p>
            <a:pPr marL="12700">
              <a:lnSpc>
                <a:spcPct val="100000"/>
              </a:lnSpc>
              <a:spcBef>
                <a:spcPts val="100"/>
              </a:spcBef>
            </a:pPr>
            <a:r>
              <a:rPr sz="900" spc="5" dirty="0">
                <a:latin typeface="MS UI Gothic"/>
                <a:cs typeface="MS UI Gothic"/>
              </a:rPr>
              <a:t>・</a:t>
            </a:r>
            <a:r>
              <a:rPr sz="900" spc="150" dirty="0">
                <a:latin typeface="MS UI Gothic"/>
                <a:cs typeface="MS UI Gothic"/>
              </a:rPr>
              <a:t>ポ</a:t>
            </a:r>
            <a:r>
              <a:rPr sz="900" spc="55" dirty="0">
                <a:latin typeface="MS UI Gothic"/>
                <a:cs typeface="MS UI Gothic"/>
              </a:rPr>
              <a:t>イ</a:t>
            </a:r>
            <a:r>
              <a:rPr sz="900" spc="140" dirty="0">
                <a:latin typeface="MS UI Gothic"/>
                <a:cs typeface="MS UI Gothic"/>
              </a:rPr>
              <a:t>ン</a:t>
            </a:r>
            <a:r>
              <a:rPr sz="900" spc="20" dirty="0">
                <a:latin typeface="MS UI Gothic"/>
                <a:cs typeface="MS UI Gothic"/>
              </a:rPr>
              <a:t>ト数</a:t>
            </a:r>
            <a:endParaRPr sz="900">
              <a:latin typeface="MS UI Gothic"/>
              <a:cs typeface="MS UI Gothic"/>
            </a:endParaRPr>
          </a:p>
          <a:p>
            <a:pPr marL="12700">
              <a:lnSpc>
                <a:spcPct val="100000"/>
              </a:lnSpc>
            </a:pPr>
            <a:r>
              <a:rPr sz="900" dirty="0">
                <a:latin typeface="MS UI Gothic"/>
                <a:cs typeface="MS UI Gothic"/>
              </a:rPr>
              <a:t>・対</a:t>
            </a:r>
            <a:r>
              <a:rPr sz="900" spc="-5" dirty="0">
                <a:latin typeface="MS UI Gothic"/>
                <a:cs typeface="MS UI Gothic"/>
              </a:rPr>
              <a:t>象</a:t>
            </a:r>
            <a:r>
              <a:rPr sz="900" dirty="0">
                <a:latin typeface="MS UI Gothic"/>
                <a:cs typeface="MS UI Gothic"/>
              </a:rPr>
              <a:t>期間</a:t>
            </a:r>
            <a:endParaRPr sz="900">
              <a:latin typeface="MS UI Gothic"/>
              <a:cs typeface="MS UI Gothic"/>
            </a:endParaRPr>
          </a:p>
        </p:txBody>
      </p:sp>
      <p:grpSp>
        <p:nvGrpSpPr>
          <p:cNvPr id="38" name="object 38"/>
          <p:cNvGrpSpPr/>
          <p:nvPr/>
        </p:nvGrpSpPr>
        <p:grpSpPr>
          <a:xfrm>
            <a:off x="6060757" y="2791777"/>
            <a:ext cx="908685" cy="541020"/>
            <a:chOff x="6060757" y="2791777"/>
            <a:chExt cx="908685" cy="541020"/>
          </a:xfrm>
        </p:grpSpPr>
        <p:sp>
          <p:nvSpPr>
            <p:cNvPr id="39" name="object 39"/>
            <p:cNvSpPr/>
            <p:nvPr/>
          </p:nvSpPr>
          <p:spPr>
            <a:xfrm>
              <a:off x="6065520" y="2796539"/>
              <a:ext cx="899160" cy="531495"/>
            </a:xfrm>
            <a:custGeom>
              <a:avLst/>
              <a:gdLst/>
              <a:ahLst/>
              <a:cxnLst/>
              <a:rect l="l" t="t" r="r" b="b"/>
              <a:pathLst>
                <a:path w="899159" h="531495">
                  <a:moveTo>
                    <a:pt x="899159" y="0"/>
                  </a:moveTo>
                  <a:lnTo>
                    <a:pt x="0" y="0"/>
                  </a:lnTo>
                  <a:lnTo>
                    <a:pt x="0" y="502412"/>
                  </a:lnTo>
                  <a:lnTo>
                    <a:pt x="61264" y="514039"/>
                  </a:lnTo>
                  <a:lnTo>
                    <a:pt x="116994" y="522434"/>
                  </a:lnTo>
                  <a:lnTo>
                    <a:pt x="167773" y="527870"/>
                  </a:lnTo>
                  <a:lnTo>
                    <a:pt x="214182" y="530621"/>
                  </a:lnTo>
                  <a:lnTo>
                    <a:pt x="256805" y="530959"/>
                  </a:lnTo>
                  <a:lnTo>
                    <a:pt x="296224" y="529159"/>
                  </a:lnTo>
                  <a:lnTo>
                    <a:pt x="367780" y="520235"/>
                  </a:lnTo>
                  <a:lnTo>
                    <a:pt x="433511" y="506037"/>
                  </a:lnTo>
                  <a:lnTo>
                    <a:pt x="531379" y="479635"/>
                  </a:lnTo>
                  <a:lnTo>
                    <a:pt x="566137" y="470567"/>
                  </a:lnTo>
                  <a:lnTo>
                    <a:pt x="642354" y="453671"/>
                  </a:lnTo>
                  <a:lnTo>
                    <a:pt x="684977" y="446389"/>
                  </a:lnTo>
                  <a:lnTo>
                    <a:pt x="731386" y="440250"/>
                  </a:lnTo>
                  <a:lnTo>
                    <a:pt x="782165" y="435526"/>
                  </a:lnTo>
                  <a:lnTo>
                    <a:pt x="837895" y="432491"/>
                  </a:lnTo>
                  <a:lnTo>
                    <a:pt x="899159" y="431419"/>
                  </a:lnTo>
                  <a:lnTo>
                    <a:pt x="899159" y="0"/>
                  </a:lnTo>
                  <a:close/>
                </a:path>
              </a:pathLst>
            </a:custGeom>
            <a:solidFill>
              <a:srgbClr val="DCE6F1"/>
            </a:solidFill>
          </p:spPr>
          <p:txBody>
            <a:bodyPr wrap="square" lIns="0" tIns="0" rIns="0" bIns="0" rtlCol="0"/>
            <a:lstStyle/>
            <a:p>
              <a:endParaRPr/>
            </a:p>
          </p:txBody>
        </p:sp>
        <p:sp>
          <p:nvSpPr>
            <p:cNvPr id="40" name="object 40"/>
            <p:cNvSpPr/>
            <p:nvPr/>
          </p:nvSpPr>
          <p:spPr>
            <a:xfrm>
              <a:off x="6065520" y="2796539"/>
              <a:ext cx="899160" cy="531495"/>
            </a:xfrm>
            <a:custGeom>
              <a:avLst/>
              <a:gdLst/>
              <a:ahLst/>
              <a:cxnLst/>
              <a:rect l="l" t="t" r="r" b="b"/>
              <a:pathLst>
                <a:path w="899159" h="531495">
                  <a:moveTo>
                    <a:pt x="0" y="0"/>
                  </a:moveTo>
                  <a:lnTo>
                    <a:pt x="899159" y="0"/>
                  </a:lnTo>
                  <a:lnTo>
                    <a:pt x="899159" y="431419"/>
                  </a:lnTo>
                  <a:lnTo>
                    <a:pt x="837895" y="432491"/>
                  </a:lnTo>
                  <a:lnTo>
                    <a:pt x="782165" y="435526"/>
                  </a:lnTo>
                  <a:lnTo>
                    <a:pt x="731386" y="440250"/>
                  </a:lnTo>
                  <a:lnTo>
                    <a:pt x="684977" y="446389"/>
                  </a:lnTo>
                  <a:lnTo>
                    <a:pt x="642354" y="453671"/>
                  </a:lnTo>
                  <a:lnTo>
                    <a:pt x="602935" y="461821"/>
                  </a:lnTo>
                  <a:lnTo>
                    <a:pt x="531379" y="479635"/>
                  </a:lnTo>
                  <a:lnTo>
                    <a:pt x="465648" y="497643"/>
                  </a:lnTo>
                  <a:lnTo>
                    <a:pt x="433511" y="506037"/>
                  </a:lnTo>
                  <a:lnTo>
                    <a:pt x="367780" y="520235"/>
                  </a:lnTo>
                  <a:lnTo>
                    <a:pt x="296224" y="529159"/>
                  </a:lnTo>
                  <a:lnTo>
                    <a:pt x="256805" y="530959"/>
                  </a:lnTo>
                  <a:lnTo>
                    <a:pt x="214182" y="530621"/>
                  </a:lnTo>
                  <a:lnTo>
                    <a:pt x="167773" y="527870"/>
                  </a:lnTo>
                  <a:lnTo>
                    <a:pt x="116994" y="522434"/>
                  </a:lnTo>
                  <a:lnTo>
                    <a:pt x="61264" y="514039"/>
                  </a:lnTo>
                  <a:lnTo>
                    <a:pt x="0" y="502412"/>
                  </a:lnTo>
                  <a:lnTo>
                    <a:pt x="0" y="0"/>
                  </a:lnTo>
                  <a:close/>
                </a:path>
              </a:pathLst>
            </a:custGeom>
            <a:ln w="9525">
              <a:solidFill>
                <a:srgbClr val="001F5F"/>
              </a:solidFill>
            </a:ln>
          </p:spPr>
          <p:txBody>
            <a:bodyPr wrap="square" lIns="0" tIns="0" rIns="0" bIns="0" rtlCol="0"/>
            <a:lstStyle/>
            <a:p>
              <a:endParaRPr/>
            </a:p>
          </p:txBody>
        </p:sp>
      </p:grpSp>
      <p:sp>
        <p:nvSpPr>
          <p:cNvPr id="41" name="object 41"/>
          <p:cNvSpPr txBox="1"/>
          <p:nvPr/>
        </p:nvSpPr>
        <p:spPr>
          <a:xfrm>
            <a:off x="6145784" y="2816478"/>
            <a:ext cx="741045" cy="405765"/>
          </a:xfrm>
          <a:prstGeom prst="rect">
            <a:avLst/>
          </a:prstGeom>
        </p:spPr>
        <p:txBody>
          <a:bodyPr vert="horz" wrap="square" lIns="0" tIns="12700" rIns="0" bIns="0" rtlCol="0">
            <a:spAutoFit/>
          </a:bodyPr>
          <a:lstStyle/>
          <a:p>
            <a:pPr marL="12700">
              <a:lnSpc>
                <a:spcPts val="1075"/>
              </a:lnSpc>
              <a:spcBef>
                <a:spcPts val="100"/>
              </a:spcBef>
            </a:pPr>
            <a:r>
              <a:rPr sz="900" b="1" spc="-445" dirty="0">
                <a:latin typeface="Microsoft YaHei UI"/>
                <a:cs typeface="Microsoft YaHei UI"/>
              </a:rPr>
              <a:t>【</a:t>
            </a:r>
            <a:r>
              <a:rPr sz="900" b="1" spc="-30" dirty="0">
                <a:latin typeface="Microsoft YaHei UI"/>
                <a:cs typeface="Microsoft YaHei UI"/>
              </a:rPr>
              <a:t>キ</a:t>
            </a:r>
            <a:r>
              <a:rPr sz="900" b="1" spc="-65" dirty="0">
                <a:latin typeface="Microsoft YaHei UI"/>
                <a:cs typeface="Microsoft YaHei UI"/>
              </a:rPr>
              <a:t>ン</a:t>
            </a:r>
            <a:r>
              <a:rPr sz="900" b="1" spc="-210" dirty="0">
                <a:latin typeface="Microsoft YaHei UI"/>
                <a:cs typeface="Microsoft YaHei UI"/>
              </a:rPr>
              <a:t>ト</a:t>
            </a:r>
            <a:r>
              <a:rPr sz="900" b="1" spc="-50" dirty="0">
                <a:latin typeface="Microsoft YaHei UI"/>
                <a:cs typeface="Microsoft YaHei UI"/>
              </a:rPr>
              <a:t>ーン</a:t>
            </a:r>
            <a:r>
              <a:rPr sz="900" b="1" spc="-450" dirty="0">
                <a:latin typeface="Microsoft YaHei UI"/>
                <a:cs typeface="Microsoft YaHei UI"/>
              </a:rPr>
              <a:t>】</a:t>
            </a:r>
            <a:endParaRPr sz="900">
              <a:latin typeface="Microsoft YaHei UI"/>
              <a:cs typeface="Microsoft YaHei UI"/>
            </a:endParaRPr>
          </a:p>
          <a:p>
            <a:pPr marL="12700">
              <a:lnSpc>
                <a:spcPts val="955"/>
              </a:lnSpc>
            </a:pPr>
            <a:r>
              <a:rPr sz="800" dirty="0">
                <a:latin typeface="MS UI Gothic"/>
                <a:cs typeface="MS UI Gothic"/>
              </a:rPr>
              <a:t>「営業顧客管理」</a:t>
            </a:r>
            <a:endParaRPr sz="800">
              <a:latin typeface="MS UI Gothic"/>
              <a:cs typeface="MS UI Gothic"/>
            </a:endParaRPr>
          </a:p>
          <a:p>
            <a:pPr marL="12700">
              <a:lnSpc>
                <a:spcPct val="100000"/>
              </a:lnSpc>
            </a:pPr>
            <a:r>
              <a:rPr sz="800" spc="5" dirty="0">
                <a:latin typeface="MS UI Gothic"/>
                <a:cs typeface="MS UI Gothic"/>
              </a:rPr>
              <a:t>＞</a:t>
            </a:r>
            <a:r>
              <a:rPr sz="800" dirty="0">
                <a:latin typeface="MS UI Gothic"/>
                <a:cs typeface="MS UI Gothic"/>
              </a:rPr>
              <a:t>「</a:t>
            </a:r>
            <a:r>
              <a:rPr sz="800" spc="5" dirty="0">
                <a:latin typeface="MS UI Gothic"/>
                <a:cs typeface="MS UI Gothic"/>
              </a:rPr>
              <a:t>現場</a:t>
            </a:r>
            <a:r>
              <a:rPr sz="800" dirty="0">
                <a:latin typeface="MS UI Gothic"/>
                <a:cs typeface="MS UI Gothic"/>
              </a:rPr>
              <a:t>名」</a:t>
            </a:r>
            <a:endParaRPr sz="800">
              <a:latin typeface="MS UI Gothic"/>
              <a:cs typeface="MS UI Gothic"/>
            </a:endParaRPr>
          </a:p>
        </p:txBody>
      </p:sp>
      <p:grpSp>
        <p:nvGrpSpPr>
          <p:cNvPr id="42" name="object 42"/>
          <p:cNvGrpSpPr/>
          <p:nvPr/>
        </p:nvGrpSpPr>
        <p:grpSpPr>
          <a:xfrm>
            <a:off x="2406205" y="2660904"/>
            <a:ext cx="2889885" cy="2383790"/>
            <a:chOff x="2406205" y="2660904"/>
            <a:chExt cx="2889885" cy="2383790"/>
          </a:xfrm>
        </p:grpSpPr>
        <p:sp>
          <p:nvSpPr>
            <p:cNvPr id="43" name="object 43"/>
            <p:cNvSpPr/>
            <p:nvPr/>
          </p:nvSpPr>
          <p:spPr>
            <a:xfrm>
              <a:off x="3608831" y="2660904"/>
              <a:ext cx="1687195" cy="76200"/>
            </a:xfrm>
            <a:custGeom>
              <a:avLst/>
              <a:gdLst/>
              <a:ahLst/>
              <a:cxnLst/>
              <a:rect l="l" t="t" r="r" b="b"/>
              <a:pathLst>
                <a:path w="1687195" h="76200">
                  <a:moveTo>
                    <a:pt x="1610994" y="0"/>
                  </a:moveTo>
                  <a:lnTo>
                    <a:pt x="1610994" y="76200"/>
                  </a:lnTo>
                  <a:lnTo>
                    <a:pt x="1674494" y="44450"/>
                  </a:lnTo>
                  <a:lnTo>
                    <a:pt x="1623694" y="44450"/>
                  </a:lnTo>
                  <a:lnTo>
                    <a:pt x="1623694" y="31750"/>
                  </a:lnTo>
                  <a:lnTo>
                    <a:pt x="1674494" y="31750"/>
                  </a:lnTo>
                  <a:lnTo>
                    <a:pt x="1610994" y="0"/>
                  </a:lnTo>
                  <a:close/>
                </a:path>
                <a:path w="1687195" h="76200">
                  <a:moveTo>
                    <a:pt x="1610994" y="31750"/>
                  </a:moveTo>
                  <a:lnTo>
                    <a:pt x="0" y="31750"/>
                  </a:lnTo>
                  <a:lnTo>
                    <a:pt x="0" y="44450"/>
                  </a:lnTo>
                  <a:lnTo>
                    <a:pt x="1610994" y="44450"/>
                  </a:lnTo>
                  <a:lnTo>
                    <a:pt x="1610994" y="31750"/>
                  </a:lnTo>
                  <a:close/>
                </a:path>
                <a:path w="1687195" h="76200">
                  <a:moveTo>
                    <a:pt x="1674494" y="31750"/>
                  </a:moveTo>
                  <a:lnTo>
                    <a:pt x="1623694" y="31750"/>
                  </a:lnTo>
                  <a:lnTo>
                    <a:pt x="1623694" y="44450"/>
                  </a:lnTo>
                  <a:lnTo>
                    <a:pt x="1674494" y="44450"/>
                  </a:lnTo>
                  <a:lnTo>
                    <a:pt x="1687194" y="38100"/>
                  </a:lnTo>
                  <a:lnTo>
                    <a:pt x="1674494" y="31750"/>
                  </a:lnTo>
                  <a:close/>
                </a:path>
              </a:pathLst>
            </a:custGeom>
            <a:solidFill>
              <a:srgbClr val="001F5F"/>
            </a:solidFill>
          </p:spPr>
          <p:txBody>
            <a:bodyPr wrap="square" lIns="0" tIns="0" rIns="0" bIns="0" rtlCol="0"/>
            <a:lstStyle/>
            <a:p>
              <a:endParaRPr/>
            </a:p>
          </p:txBody>
        </p:sp>
        <p:sp>
          <p:nvSpPr>
            <p:cNvPr id="44" name="object 44"/>
            <p:cNvSpPr/>
            <p:nvPr/>
          </p:nvSpPr>
          <p:spPr>
            <a:xfrm>
              <a:off x="2410967" y="4425696"/>
              <a:ext cx="2040889" cy="614680"/>
            </a:xfrm>
            <a:custGeom>
              <a:avLst/>
              <a:gdLst/>
              <a:ahLst/>
              <a:cxnLst/>
              <a:rect l="l" t="t" r="r" b="b"/>
              <a:pathLst>
                <a:path w="2040889" h="614679">
                  <a:moveTo>
                    <a:pt x="0" y="614171"/>
                  </a:moveTo>
                  <a:lnTo>
                    <a:pt x="2040635" y="614171"/>
                  </a:lnTo>
                  <a:lnTo>
                    <a:pt x="2040635" y="0"/>
                  </a:lnTo>
                  <a:lnTo>
                    <a:pt x="0" y="0"/>
                  </a:lnTo>
                  <a:lnTo>
                    <a:pt x="0" y="614171"/>
                  </a:lnTo>
                  <a:close/>
                </a:path>
              </a:pathLst>
            </a:custGeom>
            <a:ln w="9525">
              <a:solidFill>
                <a:srgbClr val="001F5F"/>
              </a:solidFill>
            </a:ln>
          </p:spPr>
          <p:txBody>
            <a:bodyPr wrap="square" lIns="0" tIns="0" rIns="0" bIns="0" rtlCol="0"/>
            <a:lstStyle/>
            <a:p>
              <a:endParaRPr/>
            </a:p>
          </p:txBody>
        </p:sp>
      </p:grpSp>
      <p:sp>
        <p:nvSpPr>
          <p:cNvPr id="45" name="object 45"/>
          <p:cNvSpPr txBox="1"/>
          <p:nvPr/>
        </p:nvSpPr>
        <p:spPr>
          <a:xfrm>
            <a:off x="2490342" y="4447159"/>
            <a:ext cx="1838960" cy="313690"/>
          </a:xfrm>
          <a:prstGeom prst="rect">
            <a:avLst/>
          </a:prstGeom>
        </p:spPr>
        <p:txBody>
          <a:bodyPr vert="horz" wrap="square" lIns="0" tIns="12065" rIns="0" bIns="0" rtlCol="0">
            <a:spAutoFit/>
          </a:bodyPr>
          <a:lstStyle/>
          <a:p>
            <a:pPr marL="55244">
              <a:lnSpc>
                <a:spcPts val="1195"/>
              </a:lnSpc>
              <a:spcBef>
                <a:spcPts val="95"/>
              </a:spcBef>
            </a:pPr>
            <a:r>
              <a:rPr sz="1000" b="1" spc="20" dirty="0">
                <a:latin typeface="Microsoft YaHei UI"/>
                <a:cs typeface="Microsoft YaHei UI"/>
              </a:rPr>
              <a:t>集計</a:t>
            </a:r>
            <a:r>
              <a:rPr sz="1000" b="1" spc="25" dirty="0">
                <a:latin typeface="Microsoft YaHei UI"/>
                <a:cs typeface="Microsoft YaHei UI"/>
              </a:rPr>
              <a:t>・</a:t>
            </a:r>
            <a:r>
              <a:rPr sz="1000" b="1" spc="-5" dirty="0">
                <a:latin typeface="Microsoft YaHei UI"/>
                <a:cs typeface="Microsoft YaHei UI"/>
              </a:rPr>
              <a:t>幹部報告</a:t>
            </a:r>
            <a:r>
              <a:rPr sz="1000" b="1" spc="310" dirty="0">
                <a:latin typeface="Microsoft YaHei UI"/>
                <a:cs typeface="Microsoft YaHei UI"/>
              </a:rPr>
              <a:t> </a:t>
            </a:r>
            <a:r>
              <a:rPr sz="900" b="1" spc="-445" dirty="0">
                <a:latin typeface="Microsoft YaHei UI"/>
                <a:cs typeface="Microsoft YaHei UI"/>
              </a:rPr>
              <a:t>（</a:t>
            </a:r>
            <a:r>
              <a:rPr sz="900" b="1" dirty="0">
                <a:latin typeface="Microsoft YaHei UI"/>
                <a:cs typeface="Microsoft YaHei UI"/>
              </a:rPr>
              <a:t>毎月</a:t>
            </a:r>
            <a:r>
              <a:rPr sz="900" b="1" spc="125" dirty="0">
                <a:latin typeface="Microsoft YaHei UI"/>
                <a:cs typeface="Microsoft YaHei UI"/>
              </a:rPr>
              <a:t>25</a:t>
            </a:r>
            <a:r>
              <a:rPr sz="900" b="1" spc="-114" dirty="0">
                <a:latin typeface="Microsoft YaHei UI"/>
                <a:cs typeface="Microsoft YaHei UI"/>
              </a:rPr>
              <a:t>日締め</a:t>
            </a:r>
            <a:r>
              <a:rPr sz="900" b="1" spc="-635" dirty="0">
                <a:latin typeface="Microsoft YaHei UI"/>
                <a:cs typeface="Microsoft YaHei UI"/>
              </a:rPr>
              <a:t>）</a:t>
            </a:r>
            <a:endParaRPr sz="900">
              <a:latin typeface="Microsoft YaHei UI"/>
              <a:cs typeface="Microsoft YaHei UI"/>
            </a:endParaRPr>
          </a:p>
          <a:p>
            <a:pPr marL="12700">
              <a:lnSpc>
                <a:spcPts val="1075"/>
              </a:lnSpc>
            </a:pPr>
            <a:r>
              <a:rPr sz="900" spc="5" dirty="0">
                <a:latin typeface="MS UI Gothic"/>
                <a:cs typeface="MS UI Gothic"/>
              </a:rPr>
              <a:t>・「</a:t>
            </a:r>
            <a:r>
              <a:rPr sz="900" dirty="0">
                <a:latin typeface="MS UI Gothic"/>
                <a:cs typeface="MS UI Gothic"/>
              </a:rPr>
              <a:t>対象案件」</a:t>
            </a:r>
            <a:endParaRPr sz="900">
              <a:latin typeface="MS UI Gothic"/>
              <a:cs typeface="MS UI Gothic"/>
            </a:endParaRPr>
          </a:p>
        </p:txBody>
      </p:sp>
      <p:sp>
        <p:nvSpPr>
          <p:cNvPr id="46" name="object 46"/>
          <p:cNvSpPr txBox="1"/>
          <p:nvPr/>
        </p:nvSpPr>
        <p:spPr>
          <a:xfrm>
            <a:off x="2490342" y="4735195"/>
            <a:ext cx="706120" cy="300355"/>
          </a:xfrm>
          <a:prstGeom prst="rect">
            <a:avLst/>
          </a:prstGeom>
        </p:spPr>
        <p:txBody>
          <a:bodyPr vert="horz" wrap="square" lIns="0" tIns="12700" rIns="0" bIns="0" rtlCol="0">
            <a:spAutoFit/>
          </a:bodyPr>
          <a:lstStyle/>
          <a:p>
            <a:pPr marL="12700">
              <a:lnSpc>
                <a:spcPct val="100000"/>
              </a:lnSpc>
              <a:spcBef>
                <a:spcPts val="100"/>
              </a:spcBef>
            </a:pPr>
            <a:r>
              <a:rPr sz="900" spc="5" dirty="0">
                <a:latin typeface="MS UI Gothic"/>
                <a:cs typeface="MS UI Gothic"/>
              </a:rPr>
              <a:t>・「</a:t>
            </a:r>
            <a:r>
              <a:rPr sz="900" dirty="0">
                <a:latin typeface="MS UI Gothic"/>
                <a:cs typeface="MS UI Gothic"/>
              </a:rPr>
              <a:t>対象者」</a:t>
            </a:r>
            <a:endParaRPr sz="900">
              <a:latin typeface="MS UI Gothic"/>
              <a:cs typeface="MS UI Gothic"/>
            </a:endParaRPr>
          </a:p>
          <a:p>
            <a:pPr marL="12700">
              <a:lnSpc>
                <a:spcPct val="100000"/>
              </a:lnSpc>
            </a:pPr>
            <a:r>
              <a:rPr sz="900" dirty="0">
                <a:latin typeface="MS UI Gothic"/>
                <a:cs typeface="MS UI Gothic"/>
              </a:rPr>
              <a:t>・「</a:t>
            </a:r>
            <a:r>
              <a:rPr sz="900" spc="145" dirty="0">
                <a:latin typeface="MS UI Gothic"/>
                <a:cs typeface="MS UI Gothic"/>
              </a:rPr>
              <a:t>ポ</a:t>
            </a:r>
            <a:r>
              <a:rPr sz="900" spc="55" dirty="0">
                <a:latin typeface="MS UI Gothic"/>
                <a:cs typeface="MS UI Gothic"/>
              </a:rPr>
              <a:t>イ</a:t>
            </a:r>
            <a:r>
              <a:rPr sz="900" spc="135" dirty="0">
                <a:latin typeface="MS UI Gothic"/>
                <a:cs typeface="MS UI Gothic"/>
              </a:rPr>
              <a:t>ン</a:t>
            </a:r>
            <a:r>
              <a:rPr sz="900" spc="20" dirty="0">
                <a:latin typeface="MS UI Gothic"/>
                <a:cs typeface="MS UI Gothic"/>
              </a:rPr>
              <a:t>ト</a:t>
            </a:r>
            <a:r>
              <a:rPr sz="900" spc="25" dirty="0">
                <a:latin typeface="MS UI Gothic"/>
                <a:cs typeface="MS UI Gothic"/>
              </a:rPr>
              <a:t>数</a:t>
            </a:r>
            <a:r>
              <a:rPr sz="900" dirty="0">
                <a:latin typeface="MS UI Gothic"/>
                <a:cs typeface="MS UI Gothic"/>
              </a:rPr>
              <a:t>」</a:t>
            </a:r>
            <a:endParaRPr sz="900">
              <a:latin typeface="MS UI Gothic"/>
              <a:cs typeface="MS UI Gothic"/>
            </a:endParaRPr>
          </a:p>
        </p:txBody>
      </p:sp>
      <p:grpSp>
        <p:nvGrpSpPr>
          <p:cNvPr id="47" name="object 47"/>
          <p:cNvGrpSpPr/>
          <p:nvPr/>
        </p:nvGrpSpPr>
        <p:grpSpPr>
          <a:xfrm>
            <a:off x="3383089" y="4754689"/>
            <a:ext cx="1193800" cy="351155"/>
            <a:chOff x="3383089" y="4754689"/>
            <a:chExt cx="1193800" cy="351155"/>
          </a:xfrm>
        </p:grpSpPr>
        <p:sp>
          <p:nvSpPr>
            <p:cNvPr id="48" name="object 48"/>
            <p:cNvSpPr/>
            <p:nvPr/>
          </p:nvSpPr>
          <p:spPr>
            <a:xfrm>
              <a:off x="3387852" y="4759452"/>
              <a:ext cx="1184275" cy="341630"/>
            </a:xfrm>
            <a:custGeom>
              <a:avLst/>
              <a:gdLst/>
              <a:ahLst/>
              <a:cxnLst/>
              <a:rect l="l" t="t" r="r" b="b"/>
              <a:pathLst>
                <a:path w="1184275" h="341629">
                  <a:moveTo>
                    <a:pt x="1184148" y="0"/>
                  </a:moveTo>
                  <a:lnTo>
                    <a:pt x="0" y="0"/>
                  </a:lnTo>
                  <a:lnTo>
                    <a:pt x="0" y="323088"/>
                  </a:lnTo>
                  <a:lnTo>
                    <a:pt x="68282" y="329517"/>
                  </a:lnTo>
                  <a:lnTo>
                    <a:pt x="131336" y="334459"/>
                  </a:lnTo>
                  <a:lnTo>
                    <a:pt x="189615" y="338017"/>
                  </a:lnTo>
                  <a:lnTo>
                    <a:pt x="243574" y="340296"/>
                  </a:lnTo>
                  <a:lnTo>
                    <a:pt x="293668" y="341400"/>
                  </a:lnTo>
                  <a:lnTo>
                    <a:pt x="340352" y="341433"/>
                  </a:lnTo>
                  <a:lnTo>
                    <a:pt x="384080" y="340500"/>
                  </a:lnTo>
                  <a:lnTo>
                    <a:pt x="425308" y="338704"/>
                  </a:lnTo>
                  <a:lnTo>
                    <a:pt x="464489" y="336151"/>
                  </a:lnTo>
                  <a:lnTo>
                    <a:pt x="538531" y="329189"/>
                  </a:lnTo>
                  <a:lnTo>
                    <a:pt x="609845" y="320448"/>
                  </a:lnTo>
                  <a:lnTo>
                    <a:pt x="719658" y="305825"/>
                  </a:lnTo>
                  <a:lnTo>
                    <a:pt x="758839" y="300965"/>
                  </a:lnTo>
                  <a:lnTo>
                    <a:pt x="800067" y="296286"/>
                  </a:lnTo>
                  <a:lnTo>
                    <a:pt x="843795" y="291893"/>
                  </a:lnTo>
                  <a:lnTo>
                    <a:pt x="890479" y="287889"/>
                  </a:lnTo>
                  <a:lnTo>
                    <a:pt x="940573" y="284380"/>
                  </a:lnTo>
                  <a:lnTo>
                    <a:pt x="994532" y="281468"/>
                  </a:lnTo>
                  <a:lnTo>
                    <a:pt x="1052811" y="279260"/>
                  </a:lnTo>
                  <a:lnTo>
                    <a:pt x="1115865" y="277858"/>
                  </a:lnTo>
                  <a:lnTo>
                    <a:pt x="1184148" y="277368"/>
                  </a:lnTo>
                  <a:lnTo>
                    <a:pt x="1184148" y="0"/>
                  </a:lnTo>
                  <a:close/>
                </a:path>
              </a:pathLst>
            </a:custGeom>
            <a:solidFill>
              <a:srgbClr val="DCE6F1"/>
            </a:solidFill>
          </p:spPr>
          <p:txBody>
            <a:bodyPr wrap="square" lIns="0" tIns="0" rIns="0" bIns="0" rtlCol="0"/>
            <a:lstStyle/>
            <a:p>
              <a:endParaRPr/>
            </a:p>
          </p:txBody>
        </p:sp>
        <p:sp>
          <p:nvSpPr>
            <p:cNvPr id="49" name="object 49"/>
            <p:cNvSpPr/>
            <p:nvPr/>
          </p:nvSpPr>
          <p:spPr>
            <a:xfrm>
              <a:off x="3387852" y="4759452"/>
              <a:ext cx="1184275" cy="341630"/>
            </a:xfrm>
            <a:custGeom>
              <a:avLst/>
              <a:gdLst/>
              <a:ahLst/>
              <a:cxnLst/>
              <a:rect l="l" t="t" r="r" b="b"/>
              <a:pathLst>
                <a:path w="1184275" h="341629">
                  <a:moveTo>
                    <a:pt x="0" y="0"/>
                  </a:moveTo>
                  <a:lnTo>
                    <a:pt x="1184148" y="0"/>
                  </a:lnTo>
                  <a:lnTo>
                    <a:pt x="1184148" y="277368"/>
                  </a:lnTo>
                  <a:lnTo>
                    <a:pt x="1115865" y="277858"/>
                  </a:lnTo>
                  <a:lnTo>
                    <a:pt x="1052811" y="279260"/>
                  </a:lnTo>
                  <a:lnTo>
                    <a:pt x="994532" y="281468"/>
                  </a:lnTo>
                  <a:lnTo>
                    <a:pt x="940573" y="284380"/>
                  </a:lnTo>
                  <a:lnTo>
                    <a:pt x="890479" y="287889"/>
                  </a:lnTo>
                  <a:lnTo>
                    <a:pt x="843795" y="291893"/>
                  </a:lnTo>
                  <a:lnTo>
                    <a:pt x="800067" y="296286"/>
                  </a:lnTo>
                  <a:lnTo>
                    <a:pt x="758839" y="300965"/>
                  </a:lnTo>
                  <a:lnTo>
                    <a:pt x="719658" y="305825"/>
                  </a:lnTo>
                  <a:lnTo>
                    <a:pt x="645616" y="315670"/>
                  </a:lnTo>
                  <a:lnTo>
                    <a:pt x="609845" y="320448"/>
                  </a:lnTo>
                  <a:lnTo>
                    <a:pt x="538531" y="329189"/>
                  </a:lnTo>
                  <a:lnTo>
                    <a:pt x="464489" y="336151"/>
                  </a:lnTo>
                  <a:lnTo>
                    <a:pt x="425308" y="338704"/>
                  </a:lnTo>
                  <a:lnTo>
                    <a:pt x="384080" y="340500"/>
                  </a:lnTo>
                  <a:lnTo>
                    <a:pt x="340352" y="341433"/>
                  </a:lnTo>
                  <a:lnTo>
                    <a:pt x="293668" y="341400"/>
                  </a:lnTo>
                  <a:lnTo>
                    <a:pt x="243574" y="340296"/>
                  </a:lnTo>
                  <a:lnTo>
                    <a:pt x="189615" y="338017"/>
                  </a:lnTo>
                  <a:lnTo>
                    <a:pt x="131336" y="334459"/>
                  </a:lnTo>
                  <a:lnTo>
                    <a:pt x="68282" y="329517"/>
                  </a:lnTo>
                  <a:lnTo>
                    <a:pt x="0" y="323088"/>
                  </a:lnTo>
                  <a:lnTo>
                    <a:pt x="0" y="0"/>
                  </a:lnTo>
                  <a:close/>
                </a:path>
              </a:pathLst>
            </a:custGeom>
            <a:ln w="9525">
              <a:solidFill>
                <a:srgbClr val="001F5F"/>
              </a:solidFill>
            </a:ln>
          </p:spPr>
          <p:txBody>
            <a:bodyPr wrap="square" lIns="0" tIns="0" rIns="0" bIns="0" rtlCol="0"/>
            <a:lstStyle/>
            <a:p>
              <a:endParaRPr/>
            </a:p>
          </p:txBody>
        </p:sp>
      </p:grpSp>
      <p:sp>
        <p:nvSpPr>
          <p:cNvPr id="50" name="object 50"/>
          <p:cNvSpPr txBox="1"/>
          <p:nvPr/>
        </p:nvSpPr>
        <p:spPr>
          <a:xfrm>
            <a:off x="3467480" y="4756530"/>
            <a:ext cx="970280" cy="297815"/>
          </a:xfrm>
          <a:prstGeom prst="rect">
            <a:avLst/>
          </a:prstGeom>
        </p:spPr>
        <p:txBody>
          <a:bodyPr vert="horz" wrap="square" lIns="0" tIns="12065" rIns="0" bIns="0" rtlCol="0">
            <a:spAutoFit/>
          </a:bodyPr>
          <a:lstStyle/>
          <a:p>
            <a:pPr marL="12700">
              <a:lnSpc>
                <a:spcPts val="1190"/>
              </a:lnSpc>
              <a:spcBef>
                <a:spcPts val="95"/>
              </a:spcBef>
            </a:pPr>
            <a:r>
              <a:rPr sz="1000" b="1" spc="-500" dirty="0">
                <a:latin typeface="Microsoft YaHei UI"/>
                <a:cs typeface="Microsoft YaHei UI"/>
              </a:rPr>
              <a:t>【</a:t>
            </a:r>
            <a:r>
              <a:rPr sz="900" b="1" spc="-50" dirty="0">
                <a:latin typeface="Microsoft YaHei UI"/>
                <a:cs typeface="Microsoft YaHei UI"/>
              </a:rPr>
              <a:t>ス</a:t>
            </a:r>
            <a:r>
              <a:rPr sz="900" b="1" spc="-30" dirty="0">
                <a:latin typeface="Microsoft YaHei UI"/>
                <a:cs typeface="Microsoft YaHei UI"/>
              </a:rPr>
              <a:t>プ</a:t>
            </a:r>
            <a:r>
              <a:rPr sz="900" b="1" spc="-100" dirty="0">
                <a:latin typeface="Microsoft YaHei UI"/>
                <a:cs typeface="Microsoft YaHei UI"/>
              </a:rPr>
              <a:t>レ</a:t>
            </a:r>
            <a:r>
              <a:rPr sz="900" b="1" spc="-135" dirty="0">
                <a:latin typeface="Microsoft YaHei UI"/>
                <a:cs typeface="Microsoft YaHei UI"/>
              </a:rPr>
              <a:t>ッ</a:t>
            </a:r>
            <a:r>
              <a:rPr sz="900" b="1" spc="-114" dirty="0">
                <a:latin typeface="Microsoft YaHei UI"/>
                <a:cs typeface="Microsoft YaHei UI"/>
              </a:rPr>
              <a:t>ド</a:t>
            </a:r>
            <a:r>
              <a:rPr sz="900" b="1" spc="-120" dirty="0">
                <a:latin typeface="Microsoft YaHei UI"/>
                <a:cs typeface="Microsoft YaHei UI"/>
              </a:rPr>
              <a:t>シー</a:t>
            </a:r>
            <a:r>
              <a:rPr sz="900" b="1" spc="-125" dirty="0">
                <a:latin typeface="Microsoft YaHei UI"/>
                <a:cs typeface="Microsoft YaHei UI"/>
              </a:rPr>
              <a:t>ト</a:t>
            </a:r>
            <a:r>
              <a:rPr sz="1000" b="1" spc="-505" dirty="0">
                <a:latin typeface="Microsoft YaHei UI"/>
                <a:cs typeface="Microsoft YaHei UI"/>
              </a:rPr>
              <a:t>】</a:t>
            </a:r>
            <a:endParaRPr sz="1000">
              <a:latin typeface="Microsoft YaHei UI"/>
              <a:cs typeface="Microsoft YaHei UI"/>
            </a:endParaRPr>
          </a:p>
          <a:p>
            <a:pPr marL="45720">
              <a:lnSpc>
                <a:spcPts val="950"/>
              </a:lnSpc>
            </a:pPr>
            <a:r>
              <a:rPr sz="800" b="1" spc="90" dirty="0">
                <a:latin typeface="Microsoft YaHei UI"/>
                <a:cs typeface="Microsoft YaHei UI"/>
              </a:rPr>
              <a:t>(</a:t>
            </a:r>
            <a:r>
              <a:rPr sz="800" b="1" dirty="0">
                <a:latin typeface="Microsoft YaHei UI"/>
                <a:cs typeface="Microsoft YaHei UI"/>
              </a:rPr>
              <a:t>予定</a:t>
            </a:r>
            <a:r>
              <a:rPr sz="800" b="1" spc="95" dirty="0">
                <a:latin typeface="Microsoft YaHei UI"/>
                <a:cs typeface="Microsoft YaHei UI"/>
              </a:rPr>
              <a:t>)</a:t>
            </a:r>
            <a:endParaRPr sz="800">
              <a:latin typeface="Microsoft YaHei UI"/>
              <a:cs typeface="Microsoft YaHei UI"/>
            </a:endParaRPr>
          </a:p>
        </p:txBody>
      </p:sp>
      <p:grpSp>
        <p:nvGrpSpPr>
          <p:cNvPr id="51" name="object 51"/>
          <p:cNvGrpSpPr/>
          <p:nvPr/>
        </p:nvGrpSpPr>
        <p:grpSpPr>
          <a:xfrm>
            <a:off x="3113532" y="5111305"/>
            <a:ext cx="4607560" cy="548005"/>
            <a:chOff x="3113532" y="5111305"/>
            <a:chExt cx="4607560" cy="548005"/>
          </a:xfrm>
        </p:grpSpPr>
        <p:sp>
          <p:nvSpPr>
            <p:cNvPr id="52" name="object 52"/>
            <p:cNvSpPr/>
            <p:nvPr/>
          </p:nvSpPr>
          <p:spPr>
            <a:xfrm>
              <a:off x="3113532" y="5408675"/>
              <a:ext cx="2070100" cy="76200"/>
            </a:xfrm>
            <a:custGeom>
              <a:avLst/>
              <a:gdLst/>
              <a:ahLst/>
              <a:cxnLst/>
              <a:rect l="l" t="t" r="r" b="b"/>
              <a:pathLst>
                <a:path w="2070100" h="76200">
                  <a:moveTo>
                    <a:pt x="1993392" y="0"/>
                  </a:moveTo>
                  <a:lnTo>
                    <a:pt x="1993392" y="76200"/>
                  </a:lnTo>
                  <a:lnTo>
                    <a:pt x="2056892" y="44450"/>
                  </a:lnTo>
                  <a:lnTo>
                    <a:pt x="2006092" y="44450"/>
                  </a:lnTo>
                  <a:lnTo>
                    <a:pt x="2006092" y="31750"/>
                  </a:lnTo>
                  <a:lnTo>
                    <a:pt x="2056892" y="31750"/>
                  </a:lnTo>
                  <a:lnTo>
                    <a:pt x="1993392" y="0"/>
                  </a:lnTo>
                  <a:close/>
                </a:path>
                <a:path w="2070100" h="76200">
                  <a:moveTo>
                    <a:pt x="1993392" y="31750"/>
                  </a:moveTo>
                  <a:lnTo>
                    <a:pt x="0" y="31750"/>
                  </a:lnTo>
                  <a:lnTo>
                    <a:pt x="0" y="44450"/>
                  </a:lnTo>
                  <a:lnTo>
                    <a:pt x="1993392" y="44450"/>
                  </a:lnTo>
                  <a:lnTo>
                    <a:pt x="1993392" y="31750"/>
                  </a:lnTo>
                  <a:close/>
                </a:path>
                <a:path w="2070100" h="76200">
                  <a:moveTo>
                    <a:pt x="2056892" y="31750"/>
                  </a:moveTo>
                  <a:lnTo>
                    <a:pt x="2006092" y="31750"/>
                  </a:lnTo>
                  <a:lnTo>
                    <a:pt x="2006092" y="44450"/>
                  </a:lnTo>
                  <a:lnTo>
                    <a:pt x="2056892" y="44450"/>
                  </a:lnTo>
                  <a:lnTo>
                    <a:pt x="2069592" y="38100"/>
                  </a:lnTo>
                  <a:lnTo>
                    <a:pt x="2056892" y="31750"/>
                  </a:lnTo>
                  <a:close/>
                </a:path>
              </a:pathLst>
            </a:custGeom>
            <a:solidFill>
              <a:srgbClr val="001F5F"/>
            </a:solidFill>
          </p:spPr>
          <p:txBody>
            <a:bodyPr wrap="square" lIns="0" tIns="0" rIns="0" bIns="0" rtlCol="0"/>
            <a:lstStyle/>
            <a:p>
              <a:endParaRPr/>
            </a:p>
          </p:txBody>
        </p:sp>
        <p:sp>
          <p:nvSpPr>
            <p:cNvPr id="53" name="object 53"/>
            <p:cNvSpPr/>
            <p:nvPr/>
          </p:nvSpPr>
          <p:spPr>
            <a:xfrm>
              <a:off x="5192267" y="5116067"/>
              <a:ext cx="2524125" cy="538480"/>
            </a:xfrm>
            <a:custGeom>
              <a:avLst/>
              <a:gdLst/>
              <a:ahLst/>
              <a:cxnLst/>
              <a:rect l="l" t="t" r="r" b="b"/>
              <a:pathLst>
                <a:path w="2524125" h="538479">
                  <a:moveTo>
                    <a:pt x="0" y="537971"/>
                  </a:moveTo>
                  <a:lnTo>
                    <a:pt x="2523743" y="537971"/>
                  </a:lnTo>
                  <a:lnTo>
                    <a:pt x="2523743" y="0"/>
                  </a:lnTo>
                  <a:lnTo>
                    <a:pt x="0" y="0"/>
                  </a:lnTo>
                  <a:lnTo>
                    <a:pt x="0" y="537971"/>
                  </a:lnTo>
                  <a:close/>
                </a:path>
              </a:pathLst>
            </a:custGeom>
            <a:ln w="9525">
              <a:solidFill>
                <a:srgbClr val="001F5F"/>
              </a:solidFill>
            </a:ln>
          </p:spPr>
          <p:txBody>
            <a:bodyPr wrap="square" lIns="0" tIns="0" rIns="0" bIns="0" rtlCol="0"/>
            <a:lstStyle/>
            <a:p>
              <a:endParaRPr/>
            </a:p>
          </p:txBody>
        </p:sp>
      </p:grpSp>
      <p:sp>
        <p:nvSpPr>
          <p:cNvPr id="54" name="object 54"/>
          <p:cNvSpPr txBox="1"/>
          <p:nvPr/>
        </p:nvSpPr>
        <p:spPr>
          <a:xfrm>
            <a:off x="5192267" y="5116067"/>
            <a:ext cx="2246630" cy="538480"/>
          </a:xfrm>
          <a:prstGeom prst="rect">
            <a:avLst/>
          </a:prstGeom>
          <a:ln w="9525">
            <a:solidFill>
              <a:srgbClr val="001F5F"/>
            </a:solidFill>
          </a:ln>
        </p:spPr>
        <p:txBody>
          <a:bodyPr vert="horz" wrap="square" lIns="0" tIns="63500" rIns="0" bIns="0" rtlCol="0">
            <a:spAutoFit/>
          </a:bodyPr>
          <a:lstStyle/>
          <a:p>
            <a:pPr marL="175895">
              <a:lnSpc>
                <a:spcPts val="1195"/>
              </a:lnSpc>
              <a:spcBef>
                <a:spcPts val="500"/>
              </a:spcBef>
            </a:pPr>
            <a:r>
              <a:rPr sz="1000" b="1" spc="-10" dirty="0">
                <a:latin typeface="Microsoft YaHei UI"/>
                <a:cs typeface="Microsoft YaHei UI"/>
              </a:rPr>
              <a:t>採用調達</a:t>
            </a:r>
            <a:r>
              <a:rPr sz="1000" b="1" spc="-15" dirty="0">
                <a:latin typeface="Microsoft YaHei UI"/>
                <a:cs typeface="Microsoft YaHei UI"/>
              </a:rPr>
              <a:t>よ</a:t>
            </a:r>
            <a:r>
              <a:rPr sz="1000" b="1" spc="-105" dirty="0">
                <a:latin typeface="Microsoft YaHei UI"/>
                <a:cs typeface="Microsoft YaHei UI"/>
              </a:rPr>
              <a:t>り</a:t>
            </a:r>
            <a:r>
              <a:rPr sz="1000" b="1" spc="-5" dirty="0">
                <a:latin typeface="Microsoft YaHei UI"/>
                <a:cs typeface="Microsoft YaHei UI"/>
              </a:rPr>
              <a:t>共有</a:t>
            </a:r>
            <a:r>
              <a:rPr sz="1000" b="1" spc="320" dirty="0">
                <a:latin typeface="Microsoft YaHei UI"/>
                <a:cs typeface="Microsoft YaHei UI"/>
              </a:rPr>
              <a:t> </a:t>
            </a:r>
            <a:r>
              <a:rPr sz="1000" b="1" spc="110" dirty="0">
                <a:latin typeface="Microsoft YaHei UI"/>
                <a:cs typeface="Microsoft YaHei UI"/>
              </a:rPr>
              <a:t>(</a:t>
            </a:r>
            <a:r>
              <a:rPr sz="1000" b="1" spc="-5" dirty="0">
                <a:latin typeface="Microsoft YaHei UI"/>
                <a:cs typeface="Microsoft YaHei UI"/>
              </a:rPr>
              <a:t>毎月</a:t>
            </a:r>
            <a:r>
              <a:rPr sz="1000" b="1" spc="5" dirty="0">
                <a:latin typeface="Microsoft YaHei UI"/>
                <a:cs typeface="Microsoft YaHei UI"/>
              </a:rPr>
              <a:t>1</a:t>
            </a:r>
            <a:r>
              <a:rPr sz="1000" b="1" spc="-25" dirty="0">
                <a:latin typeface="Microsoft YaHei UI"/>
                <a:cs typeface="Microsoft YaHei UI"/>
              </a:rPr>
              <a:t>日ま</a:t>
            </a:r>
            <a:r>
              <a:rPr sz="1000" b="1" spc="-5" dirty="0">
                <a:latin typeface="Microsoft YaHei UI"/>
                <a:cs typeface="Microsoft YaHei UI"/>
              </a:rPr>
              <a:t>で</a:t>
            </a:r>
            <a:r>
              <a:rPr sz="1000" b="1" spc="114" dirty="0">
                <a:latin typeface="Microsoft YaHei UI"/>
                <a:cs typeface="Microsoft YaHei UI"/>
              </a:rPr>
              <a:t>)</a:t>
            </a:r>
            <a:endParaRPr sz="1000">
              <a:latin typeface="Microsoft YaHei UI"/>
              <a:cs typeface="Microsoft YaHei UI"/>
            </a:endParaRPr>
          </a:p>
          <a:p>
            <a:pPr marL="92075">
              <a:lnSpc>
                <a:spcPts val="1075"/>
              </a:lnSpc>
            </a:pPr>
            <a:r>
              <a:rPr sz="900" spc="5" dirty="0">
                <a:latin typeface="MS UI Gothic"/>
                <a:cs typeface="MS UI Gothic"/>
              </a:rPr>
              <a:t>・</a:t>
            </a:r>
            <a:r>
              <a:rPr sz="900" dirty="0">
                <a:latin typeface="MS UI Gothic"/>
                <a:cs typeface="MS UI Gothic"/>
              </a:rPr>
              <a:t>宛先</a:t>
            </a:r>
            <a:r>
              <a:rPr sz="900" spc="5" dirty="0">
                <a:latin typeface="MS UI Gothic"/>
                <a:cs typeface="MS UI Gothic"/>
              </a:rPr>
              <a:t>「</a:t>
            </a:r>
            <a:r>
              <a:rPr sz="900" spc="-10" dirty="0">
                <a:latin typeface="MS UI Gothic"/>
                <a:cs typeface="MS UI Gothic"/>
              </a:rPr>
              <a:t>＠幹部会</a:t>
            </a:r>
            <a:r>
              <a:rPr sz="900" spc="-5" dirty="0">
                <a:latin typeface="MS UI Gothic"/>
                <a:cs typeface="MS UI Gothic"/>
              </a:rPr>
              <a:t>、</a:t>
            </a:r>
            <a:r>
              <a:rPr sz="900" spc="-10" dirty="0">
                <a:latin typeface="MS UI Gothic"/>
                <a:cs typeface="MS UI Gothic"/>
              </a:rPr>
              <a:t>＠総務人事</a:t>
            </a:r>
            <a:r>
              <a:rPr sz="900" spc="-5" dirty="0">
                <a:latin typeface="MS UI Gothic"/>
                <a:cs typeface="MS UI Gothic"/>
              </a:rPr>
              <a:t>」</a:t>
            </a:r>
            <a:endParaRPr sz="900">
              <a:latin typeface="MS UI Gothic"/>
              <a:cs typeface="MS UI Gothic"/>
            </a:endParaRPr>
          </a:p>
          <a:p>
            <a:pPr marL="92075">
              <a:lnSpc>
                <a:spcPct val="100000"/>
              </a:lnSpc>
            </a:pPr>
            <a:r>
              <a:rPr sz="900" spc="5" dirty="0">
                <a:latin typeface="MS UI Gothic"/>
                <a:cs typeface="MS UI Gothic"/>
              </a:rPr>
              <a:t>・</a:t>
            </a:r>
            <a:r>
              <a:rPr sz="900" spc="30" dirty="0">
                <a:latin typeface="MS UI Gothic"/>
                <a:cs typeface="MS UI Gothic"/>
              </a:rPr>
              <a:t>対象者／</a:t>
            </a:r>
            <a:r>
              <a:rPr sz="900" spc="20" dirty="0">
                <a:latin typeface="MS UI Gothic"/>
                <a:cs typeface="MS UI Gothic"/>
              </a:rPr>
              <a:t>ポ</a:t>
            </a:r>
            <a:r>
              <a:rPr sz="900" spc="55" dirty="0">
                <a:latin typeface="MS UI Gothic"/>
                <a:cs typeface="MS UI Gothic"/>
              </a:rPr>
              <a:t>イ</a:t>
            </a:r>
            <a:r>
              <a:rPr sz="900" spc="140" dirty="0">
                <a:latin typeface="MS UI Gothic"/>
                <a:cs typeface="MS UI Gothic"/>
              </a:rPr>
              <a:t>ン</a:t>
            </a:r>
            <a:r>
              <a:rPr sz="900" spc="5" dirty="0">
                <a:latin typeface="MS UI Gothic"/>
                <a:cs typeface="MS UI Gothic"/>
              </a:rPr>
              <a:t>ト数／対象期間</a:t>
            </a:r>
            <a:endParaRPr sz="900">
              <a:latin typeface="MS UI Gothic"/>
              <a:cs typeface="MS UI Gothic"/>
            </a:endParaRPr>
          </a:p>
        </p:txBody>
      </p:sp>
      <p:grpSp>
        <p:nvGrpSpPr>
          <p:cNvPr id="55" name="object 55"/>
          <p:cNvGrpSpPr/>
          <p:nvPr/>
        </p:nvGrpSpPr>
        <p:grpSpPr>
          <a:xfrm>
            <a:off x="7433881" y="5192077"/>
            <a:ext cx="1338580" cy="500380"/>
            <a:chOff x="7433881" y="5192077"/>
            <a:chExt cx="1338580" cy="500380"/>
          </a:xfrm>
        </p:grpSpPr>
        <p:sp>
          <p:nvSpPr>
            <p:cNvPr id="56" name="object 56"/>
            <p:cNvSpPr/>
            <p:nvPr/>
          </p:nvSpPr>
          <p:spPr>
            <a:xfrm>
              <a:off x="7438643" y="5196840"/>
              <a:ext cx="1329055" cy="490855"/>
            </a:xfrm>
            <a:custGeom>
              <a:avLst/>
              <a:gdLst/>
              <a:ahLst/>
              <a:cxnLst/>
              <a:rect l="l" t="t" r="r" b="b"/>
              <a:pathLst>
                <a:path w="1329054" h="490854">
                  <a:moveTo>
                    <a:pt x="1328927" y="0"/>
                  </a:moveTo>
                  <a:lnTo>
                    <a:pt x="0" y="0"/>
                  </a:lnTo>
                  <a:lnTo>
                    <a:pt x="0" y="463981"/>
                  </a:lnTo>
                  <a:lnTo>
                    <a:pt x="66421" y="472070"/>
                  </a:lnTo>
                  <a:lnTo>
                    <a:pt x="128430" y="478556"/>
                  </a:lnTo>
                  <a:lnTo>
                    <a:pt x="186351" y="483536"/>
                  </a:lnTo>
                  <a:lnTo>
                    <a:pt x="240513" y="487106"/>
                  </a:lnTo>
                  <a:lnTo>
                    <a:pt x="291242" y="489360"/>
                  </a:lnTo>
                  <a:lnTo>
                    <a:pt x="338866" y="490396"/>
                  </a:lnTo>
                  <a:lnTo>
                    <a:pt x="383710" y="490309"/>
                  </a:lnTo>
                  <a:lnTo>
                    <a:pt x="426102" y="489195"/>
                  </a:lnTo>
                  <a:lnTo>
                    <a:pt x="466369" y="487150"/>
                  </a:lnTo>
                  <a:lnTo>
                    <a:pt x="504838" y="484269"/>
                  </a:lnTo>
                  <a:lnTo>
                    <a:pt x="577690" y="476387"/>
                  </a:lnTo>
                  <a:lnTo>
                    <a:pt x="647272" y="466315"/>
                  </a:lnTo>
                  <a:lnTo>
                    <a:pt x="824089" y="436590"/>
                  </a:lnTo>
                  <a:lnTo>
                    <a:pt x="862558" y="430633"/>
                  </a:lnTo>
                  <a:lnTo>
                    <a:pt x="902825" y="424896"/>
                  </a:lnTo>
                  <a:lnTo>
                    <a:pt x="945217" y="419475"/>
                  </a:lnTo>
                  <a:lnTo>
                    <a:pt x="990061" y="414466"/>
                  </a:lnTo>
                  <a:lnTo>
                    <a:pt x="1037685" y="409964"/>
                  </a:lnTo>
                  <a:lnTo>
                    <a:pt x="1088414" y="406065"/>
                  </a:lnTo>
                  <a:lnTo>
                    <a:pt x="1142576" y="402866"/>
                  </a:lnTo>
                  <a:lnTo>
                    <a:pt x="1200497" y="400462"/>
                  </a:lnTo>
                  <a:lnTo>
                    <a:pt x="1262506" y="398949"/>
                  </a:lnTo>
                  <a:lnTo>
                    <a:pt x="1328927" y="398424"/>
                  </a:lnTo>
                  <a:lnTo>
                    <a:pt x="1328927" y="0"/>
                  </a:lnTo>
                  <a:close/>
                </a:path>
              </a:pathLst>
            </a:custGeom>
            <a:solidFill>
              <a:srgbClr val="DCE6F1"/>
            </a:solidFill>
          </p:spPr>
          <p:txBody>
            <a:bodyPr wrap="square" lIns="0" tIns="0" rIns="0" bIns="0" rtlCol="0"/>
            <a:lstStyle/>
            <a:p>
              <a:endParaRPr/>
            </a:p>
          </p:txBody>
        </p:sp>
        <p:sp>
          <p:nvSpPr>
            <p:cNvPr id="57" name="object 57"/>
            <p:cNvSpPr/>
            <p:nvPr/>
          </p:nvSpPr>
          <p:spPr>
            <a:xfrm>
              <a:off x="7438643" y="5196840"/>
              <a:ext cx="1329055" cy="490855"/>
            </a:xfrm>
            <a:custGeom>
              <a:avLst/>
              <a:gdLst/>
              <a:ahLst/>
              <a:cxnLst/>
              <a:rect l="l" t="t" r="r" b="b"/>
              <a:pathLst>
                <a:path w="1329054" h="490854">
                  <a:moveTo>
                    <a:pt x="0" y="0"/>
                  </a:moveTo>
                  <a:lnTo>
                    <a:pt x="1328927" y="0"/>
                  </a:lnTo>
                  <a:lnTo>
                    <a:pt x="1328927" y="398424"/>
                  </a:lnTo>
                  <a:lnTo>
                    <a:pt x="1262506" y="398949"/>
                  </a:lnTo>
                  <a:lnTo>
                    <a:pt x="1200497" y="400462"/>
                  </a:lnTo>
                  <a:lnTo>
                    <a:pt x="1142576" y="402866"/>
                  </a:lnTo>
                  <a:lnTo>
                    <a:pt x="1088414" y="406065"/>
                  </a:lnTo>
                  <a:lnTo>
                    <a:pt x="1037685" y="409964"/>
                  </a:lnTo>
                  <a:lnTo>
                    <a:pt x="990061" y="414466"/>
                  </a:lnTo>
                  <a:lnTo>
                    <a:pt x="945217" y="419475"/>
                  </a:lnTo>
                  <a:lnTo>
                    <a:pt x="902825" y="424896"/>
                  </a:lnTo>
                  <a:lnTo>
                    <a:pt x="862558" y="430633"/>
                  </a:lnTo>
                  <a:lnTo>
                    <a:pt x="824089" y="436590"/>
                  </a:lnTo>
                  <a:lnTo>
                    <a:pt x="751237" y="448780"/>
                  </a:lnTo>
                  <a:lnTo>
                    <a:pt x="716201" y="454820"/>
                  </a:lnTo>
                  <a:lnTo>
                    <a:pt x="681655" y="460698"/>
                  </a:lnTo>
                  <a:lnTo>
                    <a:pt x="612726" y="471577"/>
                  </a:lnTo>
                  <a:lnTo>
                    <a:pt x="541836" y="480650"/>
                  </a:lnTo>
                  <a:lnTo>
                    <a:pt x="466369" y="487150"/>
                  </a:lnTo>
                  <a:lnTo>
                    <a:pt x="426102" y="489195"/>
                  </a:lnTo>
                  <a:lnTo>
                    <a:pt x="383710" y="490309"/>
                  </a:lnTo>
                  <a:lnTo>
                    <a:pt x="338866" y="490396"/>
                  </a:lnTo>
                  <a:lnTo>
                    <a:pt x="291242" y="489360"/>
                  </a:lnTo>
                  <a:lnTo>
                    <a:pt x="240513" y="487106"/>
                  </a:lnTo>
                  <a:lnTo>
                    <a:pt x="186351" y="483536"/>
                  </a:lnTo>
                  <a:lnTo>
                    <a:pt x="128430" y="478556"/>
                  </a:lnTo>
                  <a:lnTo>
                    <a:pt x="66421" y="472070"/>
                  </a:lnTo>
                  <a:lnTo>
                    <a:pt x="0" y="463981"/>
                  </a:lnTo>
                  <a:lnTo>
                    <a:pt x="0" y="0"/>
                  </a:lnTo>
                  <a:close/>
                </a:path>
              </a:pathLst>
            </a:custGeom>
            <a:ln w="9525">
              <a:solidFill>
                <a:srgbClr val="001F5F"/>
              </a:solidFill>
            </a:ln>
          </p:spPr>
          <p:txBody>
            <a:bodyPr wrap="square" lIns="0" tIns="0" rIns="0" bIns="0" rtlCol="0"/>
            <a:lstStyle/>
            <a:p>
              <a:endParaRPr/>
            </a:p>
          </p:txBody>
        </p:sp>
      </p:grpSp>
      <p:sp>
        <p:nvSpPr>
          <p:cNvPr id="58" name="object 58"/>
          <p:cNvSpPr txBox="1"/>
          <p:nvPr/>
        </p:nvSpPr>
        <p:spPr>
          <a:xfrm>
            <a:off x="7519161" y="5191125"/>
            <a:ext cx="1122680" cy="294640"/>
          </a:xfrm>
          <a:prstGeom prst="rect">
            <a:avLst/>
          </a:prstGeom>
        </p:spPr>
        <p:txBody>
          <a:bodyPr vert="horz" wrap="square" lIns="0" tIns="12700" rIns="0" bIns="0" rtlCol="0">
            <a:spAutoFit/>
          </a:bodyPr>
          <a:lstStyle/>
          <a:p>
            <a:pPr marL="12700">
              <a:lnSpc>
                <a:spcPct val="100000"/>
              </a:lnSpc>
              <a:spcBef>
                <a:spcPts val="100"/>
              </a:spcBef>
            </a:pPr>
            <a:r>
              <a:rPr sz="900" b="1" spc="-445" dirty="0">
                <a:latin typeface="Microsoft YaHei UI"/>
                <a:cs typeface="Microsoft YaHei UI"/>
              </a:rPr>
              <a:t>【</a:t>
            </a:r>
            <a:r>
              <a:rPr sz="900" b="1" spc="-30" dirty="0">
                <a:latin typeface="Microsoft YaHei UI"/>
                <a:cs typeface="Microsoft YaHei UI"/>
              </a:rPr>
              <a:t>キ</a:t>
            </a:r>
            <a:r>
              <a:rPr sz="900" b="1" spc="-65" dirty="0">
                <a:latin typeface="Microsoft YaHei UI"/>
                <a:cs typeface="Microsoft YaHei UI"/>
              </a:rPr>
              <a:t>ン</a:t>
            </a:r>
            <a:r>
              <a:rPr sz="900" b="1" spc="-210" dirty="0">
                <a:latin typeface="Microsoft YaHei UI"/>
                <a:cs typeface="Microsoft YaHei UI"/>
              </a:rPr>
              <a:t>ト</a:t>
            </a:r>
            <a:r>
              <a:rPr sz="900" b="1" spc="-50" dirty="0">
                <a:latin typeface="Microsoft YaHei UI"/>
                <a:cs typeface="Microsoft YaHei UI"/>
              </a:rPr>
              <a:t>ーン</a:t>
            </a:r>
            <a:r>
              <a:rPr sz="900" b="1" spc="-450" dirty="0">
                <a:latin typeface="Microsoft YaHei UI"/>
                <a:cs typeface="Microsoft YaHei UI"/>
              </a:rPr>
              <a:t>】</a:t>
            </a:r>
            <a:endParaRPr sz="900">
              <a:latin typeface="Microsoft YaHei UI"/>
              <a:cs typeface="Microsoft YaHei UI"/>
            </a:endParaRPr>
          </a:p>
          <a:p>
            <a:pPr marL="12700">
              <a:lnSpc>
                <a:spcPct val="100000"/>
              </a:lnSpc>
              <a:spcBef>
                <a:spcPts val="15"/>
              </a:spcBef>
            </a:pPr>
            <a:r>
              <a:rPr sz="850" spc="10" dirty="0">
                <a:latin typeface="MS UI Gothic"/>
                <a:cs typeface="MS UI Gothic"/>
              </a:rPr>
              <a:t>営業部⇔管理部連絡板</a:t>
            </a:r>
            <a:endParaRPr sz="850">
              <a:latin typeface="MS UI Gothic"/>
              <a:cs typeface="MS UI Gothic"/>
            </a:endParaRPr>
          </a:p>
        </p:txBody>
      </p:sp>
      <p:sp>
        <p:nvSpPr>
          <p:cNvPr id="59" name="object 59"/>
          <p:cNvSpPr/>
          <p:nvPr/>
        </p:nvSpPr>
        <p:spPr>
          <a:xfrm>
            <a:off x="2599944" y="2918460"/>
            <a:ext cx="1125220" cy="3515995"/>
          </a:xfrm>
          <a:custGeom>
            <a:avLst/>
            <a:gdLst/>
            <a:ahLst/>
            <a:cxnLst/>
            <a:rect l="l" t="t" r="r" b="b"/>
            <a:pathLst>
              <a:path w="1125220" h="3515995">
                <a:moveTo>
                  <a:pt x="513588" y="0"/>
                </a:moveTo>
                <a:lnTo>
                  <a:pt x="513588" y="245617"/>
                </a:lnTo>
              </a:path>
              <a:path w="1125220" h="3515995">
                <a:moveTo>
                  <a:pt x="504444" y="835151"/>
                </a:moveTo>
                <a:lnTo>
                  <a:pt x="504444" y="1508378"/>
                </a:lnTo>
              </a:path>
              <a:path w="1125220" h="3515995">
                <a:moveTo>
                  <a:pt x="0" y="3515867"/>
                </a:moveTo>
                <a:lnTo>
                  <a:pt x="1124711" y="3515867"/>
                </a:lnTo>
                <a:lnTo>
                  <a:pt x="1124711" y="2977896"/>
                </a:lnTo>
                <a:lnTo>
                  <a:pt x="0" y="2977896"/>
                </a:lnTo>
                <a:lnTo>
                  <a:pt x="0" y="3515867"/>
                </a:lnTo>
                <a:close/>
              </a:path>
            </a:pathLst>
          </a:custGeom>
          <a:ln w="9525">
            <a:solidFill>
              <a:srgbClr val="001F5F"/>
            </a:solidFill>
          </a:ln>
        </p:spPr>
        <p:txBody>
          <a:bodyPr wrap="square" lIns="0" tIns="0" rIns="0" bIns="0" rtlCol="0"/>
          <a:lstStyle/>
          <a:p>
            <a:endParaRPr/>
          </a:p>
        </p:txBody>
      </p:sp>
      <p:sp>
        <p:nvSpPr>
          <p:cNvPr id="60" name="object 60"/>
          <p:cNvSpPr txBox="1"/>
          <p:nvPr/>
        </p:nvSpPr>
        <p:spPr>
          <a:xfrm>
            <a:off x="7519161" y="5459729"/>
            <a:ext cx="1261110" cy="157480"/>
          </a:xfrm>
          <a:prstGeom prst="rect">
            <a:avLst/>
          </a:prstGeom>
        </p:spPr>
        <p:txBody>
          <a:bodyPr vert="horz" wrap="square" lIns="0" tIns="14605" rIns="0" bIns="0" rtlCol="0">
            <a:spAutoFit/>
          </a:bodyPr>
          <a:lstStyle/>
          <a:p>
            <a:pPr marL="12700">
              <a:lnSpc>
                <a:spcPct val="100000"/>
              </a:lnSpc>
              <a:spcBef>
                <a:spcPts val="115"/>
              </a:spcBef>
              <a:tabLst>
                <a:tab pos="1247775" algn="l"/>
              </a:tabLst>
            </a:pPr>
            <a:r>
              <a:rPr sz="850" spc="10" dirty="0">
                <a:latin typeface="MS UI Gothic"/>
                <a:cs typeface="MS UI Gothic"/>
              </a:rPr>
              <a:t>「〇〇年〇月度</a:t>
            </a:r>
            <a:r>
              <a:rPr sz="850" u="heavy" spc="10" dirty="0">
                <a:uFill>
                  <a:solidFill>
                    <a:srgbClr val="001F5F"/>
                  </a:solidFill>
                </a:uFill>
                <a:latin typeface="MS UI Gothic"/>
                <a:cs typeface="MS UI Gothic"/>
              </a:rPr>
              <a:t>給与」	</a:t>
            </a:r>
            <a:endParaRPr sz="850">
              <a:latin typeface="MS UI Gothic"/>
              <a:cs typeface="MS UI Gothic"/>
            </a:endParaRPr>
          </a:p>
        </p:txBody>
      </p:sp>
      <p:sp>
        <p:nvSpPr>
          <p:cNvPr id="61" name="object 61"/>
          <p:cNvSpPr txBox="1"/>
          <p:nvPr/>
        </p:nvSpPr>
        <p:spPr>
          <a:xfrm>
            <a:off x="2679573" y="5941263"/>
            <a:ext cx="713105" cy="328930"/>
          </a:xfrm>
          <a:prstGeom prst="rect">
            <a:avLst/>
          </a:prstGeom>
        </p:spPr>
        <p:txBody>
          <a:bodyPr vert="horz" wrap="square" lIns="0" tIns="12700" rIns="0" bIns="0" rtlCol="0">
            <a:spAutoFit/>
          </a:bodyPr>
          <a:lstStyle/>
          <a:p>
            <a:pPr marL="341630">
              <a:lnSpc>
                <a:spcPts val="1310"/>
              </a:lnSpc>
              <a:spcBef>
                <a:spcPts val="100"/>
              </a:spcBef>
            </a:pPr>
            <a:r>
              <a:rPr sz="1100" b="1" dirty="0">
                <a:latin typeface="Microsoft YaHei UI"/>
                <a:cs typeface="Microsoft YaHei UI"/>
              </a:rPr>
              <a:t>管理</a:t>
            </a:r>
            <a:endParaRPr sz="1100">
              <a:latin typeface="Microsoft YaHei UI"/>
              <a:cs typeface="Microsoft YaHei UI"/>
            </a:endParaRPr>
          </a:p>
          <a:p>
            <a:pPr marL="12700">
              <a:lnSpc>
                <a:spcPts val="1070"/>
              </a:lnSpc>
            </a:pPr>
            <a:r>
              <a:rPr sz="900" dirty="0">
                <a:latin typeface="MS UI Gothic"/>
                <a:cs typeface="MS UI Gothic"/>
              </a:rPr>
              <a:t>・単</a:t>
            </a:r>
            <a:r>
              <a:rPr sz="900" spc="-5" dirty="0">
                <a:latin typeface="MS UI Gothic"/>
                <a:cs typeface="MS UI Gothic"/>
              </a:rPr>
              <a:t>月</a:t>
            </a:r>
            <a:r>
              <a:rPr sz="900" dirty="0">
                <a:latin typeface="MS UI Gothic"/>
                <a:cs typeface="MS UI Gothic"/>
              </a:rPr>
              <a:t>・累</a:t>
            </a:r>
            <a:r>
              <a:rPr sz="900" spc="-5" dirty="0">
                <a:latin typeface="MS UI Gothic"/>
                <a:cs typeface="MS UI Gothic"/>
              </a:rPr>
              <a:t>計</a:t>
            </a:r>
            <a:r>
              <a:rPr sz="900" spc="165" dirty="0">
                <a:latin typeface="MS UI Gothic"/>
                <a:cs typeface="MS UI Gothic"/>
              </a:rPr>
              <a:t>の</a:t>
            </a:r>
            <a:endParaRPr sz="900">
              <a:latin typeface="MS UI Gothic"/>
              <a:cs typeface="MS UI Gothic"/>
            </a:endParaRPr>
          </a:p>
        </p:txBody>
      </p:sp>
      <p:sp>
        <p:nvSpPr>
          <p:cNvPr id="62" name="object 62"/>
          <p:cNvSpPr txBox="1"/>
          <p:nvPr/>
        </p:nvSpPr>
        <p:spPr>
          <a:xfrm>
            <a:off x="2755773" y="6244844"/>
            <a:ext cx="875030" cy="162560"/>
          </a:xfrm>
          <a:prstGeom prst="rect">
            <a:avLst/>
          </a:prstGeom>
        </p:spPr>
        <p:txBody>
          <a:bodyPr vert="horz" wrap="square" lIns="0" tIns="12700" rIns="0" bIns="0" rtlCol="0">
            <a:spAutoFit/>
          </a:bodyPr>
          <a:lstStyle/>
          <a:p>
            <a:pPr marL="12700">
              <a:lnSpc>
                <a:spcPct val="100000"/>
              </a:lnSpc>
              <a:spcBef>
                <a:spcPts val="100"/>
              </a:spcBef>
            </a:pPr>
            <a:r>
              <a:rPr sz="900" spc="55" dirty="0">
                <a:latin typeface="MS UI Gothic"/>
                <a:cs typeface="MS UI Gothic"/>
              </a:rPr>
              <a:t>費用コ</a:t>
            </a:r>
            <a:r>
              <a:rPr sz="900" spc="140" dirty="0">
                <a:latin typeface="MS UI Gothic"/>
                <a:cs typeface="MS UI Gothic"/>
              </a:rPr>
              <a:t>ン</a:t>
            </a:r>
            <a:r>
              <a:rPr sz="900" spc="120" dirty="0">
                <a:latin typeface="MS UI Gothic"/>
                <a:cs typeface="MS UI Gothic"/>
              </a:rPr>
              <a:t>ト</a:t>
            </a:r>
            <a:r>
              <a:rPr sz="900" spc="110" dirty="0">
                <a:latin typeface="MS UI Gothic"/>
                <a:cs typeface="MS UI Gothic"/>
              </a:rPr>
              <a:t>ロ</a:t>
            </a:r>
            <a:r>
              <a:rPr sz="900" spc="135" dirty="0">
                <a:latin typeface="MS UI Gothic"/>
                <a:cs typeface="MS UI Gothic"/>
              </a:rPr>
              <a:t>ール</a:t>
            </a:r>
            <a:endParaRPr sz="900">
              <a:latin typeface="MS UI Gothic"/>
              <a:cs typeface="MS UI Gothic"/>
            </a:endParaRPr>
          </a:p>
        </p:txBody>
      </p:sp>
      <p:sp>
        <p:nvSpPr>
          <p:cNvPr id="63" name="object 63"/>
          <p:cNvSpPr/>
          <p:nvPr/>
        </p:nvSpPr>
        <p:spPr>
          <a:xfrm>
            <a:off x="6734556" y="5826252"/>
            <a:ext cx="2078989" cy="779145"/>
          </a:xfrm>
          <a:custGeom>
            <a:avLst/>
            <a:gdLst/>
            <a:ahLst/>
            <a:cxnLst/>
            <a:rect l="l" t="t" r="r" b="b"/>
            <a:pathLst>
              <a:path w="2078990" h="779145">
                <a:moveTo>
                  <a:pt x="0" y="778764"/>
                </a:moveTo>
                <a:lnTo>
                  <a:pt x="2078736" y="778764"/>
                </a:lnTo>
                <a:lnTo>
                  <a:pt x="2078736" y="0"/>
                </a:lnTo>
                <a:lnTo>
                  <a:pt x="0" y="0"/>
                </a:lnTo>
                <a:lnTo>
                  <a:pt x="0" y="778764"/>
                </a:lnTo>
                <a:close/>
              </a:path>
            </a:pathLst>
          </a:custGeom>
          <a:ln w="9525">
            <a:solidFill>
              <a:srgbClr val="001F5F"/>
            </a:solidFill>
          </a:ln>
        </p:spPr>
        <p:txBody>
          <a:bodyPr wrap="square" lIns="0" tIns="0" rIns="0" bIns="0" rtlCol="0"/>
          <a:lstStyle/>
          <a:p>
            <a:endParaRPr/>
          </a:p>
        </p:txBody>
      </p:sp>
      <p:sp>
        <p:nvSpPr>
          <p:cNvPr id="64" name="object 64"/>
          <p:cNvSpPr txBox="1"/>
          <p:nvPr/>
        </p:nvSpPr>
        <p:spPr>
          <a:xfrm>
            <a:off x="6814184" y="5856528"/>
            <a:ext cx="1684020" cy="596900"/>
          </a:xfrm>
          <a:prstGeom prst="rect">
            <a:avLst/>
          </a:prstGeom>
        </p:spPr>
        <p:txBody>
          <a:bodyPr vert="horz" wrap="square" lIns="0" tIns="13335" rIns="0" bIns="0" rtlCol="0">
            <a:spAutoFit/>
          </a:bodyPr>
          <a:lstStyle/>
          <a:p>
            <a:pPr marL="457834">
              <a:lnSpc>
                <a:spcPts val="1255"/>
              </a:lnSpc>
              <a:spcBef>
                <a:spcPts val="105"/>
              </a:spcBef>
            </a:pPr>
            <a:r>
              <a:rPr sz="1050" b="1" spc="-50" dirty="0">
                <a:latin typeface="Microsoft YaHei UI"/>
                <a:cs typeface="Microsoft YaHei UI"/>
              </a:rPr>
              <a:t>付与ポ</a:t>
            </a:r>
            <a:r>
              <a:rPr sz="1050" b="1" spc="-60" dirty="0">
                <a:latin typeface="Microsoft YaHei UI"/>
                <a:cs typeface="Microsoft YaHei UI"/>
              </a:rPr>
              <a:t>イ</a:t>
            </a:r>
            <a:r>
              <a:rPr sz="1050" b="1" spc="-155" dirty="0">
                <a:latin typeface="Microsoft YaHei UI"/>
                <a:cs typeface="Microsoft YaHei UI"/>
              </a:rPr>
              <a:t>ン</a:t>
            </a:r>
            <a:r>
              <a:rPr sz="1050" b="1" spc="-145" dirty="0">
                <a:latin typeface="Microsoft YaHei UI"/>
                <a:cs typeface="Microsoft YaHei UI"/>
              </a:rPr>
              <a:t>ト</a:t>
            </a:r>
            <a:r>
              <a:rPr sz="1050" b="1" spc="5" dirty="0">
                <a:latin typeface="Microsoft YaHei UI"/>
                <a:cs typeface="Microsoft YaHei UI"/>
              </a:rPr>
              <a:t>管理</a:t>
            </a:r>
            <a:endParaRPr sz="1050">
              <a:latin typeface="Microsoft YaHei UI"/>
              <a:cs typeface="Microsoft YaHei UI"/>
            </a:endParaRPr>
          </a:p>
          <a:p>
            <a:pPr marL="12700">
              <a:lnSpc>
                <a:spcPts val="1075"/>
              </a:lnSpc>
            </a:pPr>
            <a:r>
              <a:rPr sz="900" b="1" dirty="0">
                <a:latin typeface="Microsoft YaHei UI"/>
                <a:cs typeface="Microsoft YaHei UI"/>
              </a:rPr>
              <a:t>①従来の</a:t>
            </a:r>
            <a:r>
              <a:rPr sz="900" b="1" spc="-175" dirty="0">
                <a:latin typeface="Microsoft YaHei UI"/>
                <a:cs typeface="Microsoft YaHei UI"/>
              </a:rPr>
              <a:t>イ</a:t>
            </a:r>
            <a:r>
              <a:rPr sz="900" b="1" spc="-65" dirty="0">
                <a:latin typeface="Microsoft YaHei UI"/>
                <a:cs typeface="Microsoft YaHei UI"/>
              </a:rPr>
              <a:t>ン</a:t>
            </a:r>
            <a:r>
              <a:rPr sz="900" b="1" spc="-60" dirty="0">
                <a:latin typeface="Microsoft YaHei UI"/>
                <a:cs typeface="Microsoft YaHei UI"/>
              </a:rPr>
              <a:t>セ</a:t>
            </a:r>
            <a:r>
              <a:rPr sz="900" b="1" spc="-55" dirty="0">
                <a:latin typeface="Microsoft YaHei UI"/>
                <a:cs typeface="Microsoft YaHei UI"/>
              </a:rPr>
              <a:t>ン</a:t>
            </a:r>
            <a:r>
              <a:rPr sz="900" b="1" spc="-80" dirty="0">
                <a:latin typeface="Microsoft YaHei UI"/>
                <a:cs typeface="Microsoft YaHei UI"/>
              </a:rPr>
              <a:t>ティブポイ</a:t>
            </a:r>
            <a:r>
              <a:rPr sz="900" b="1" spc="-65" dirty="0">
                <a:latin typeface="Microsoft YaHei UI"/>
                <a:cs typeface="Microsoft YaHei UI"/>
              </a:rPr>
              <a:t>ン</a:t>
            </a:r>
            <a:r>
              <a:rPr sz="900" b="1" spc="-200" dirty="0">
                <a:latin typeface="Microsoft YaHei UI"/>
                <a:cs typeface="Microsoft YaHei UI"/>
              </a:rPr>
              <a:t>ト</a:t>
            </a:r>
            <a:endParaRPr sz="900">
              <a:latin typeface="Microsoft YaHei UI"/>
              <a:cs typeface="Microsoft YaHei UI"/>
            </a:endParaRPr>
          </a:p>
          <a:p>
            <a:pPr marL="12700">
              <a:lnSpc>
                <a:spcPct val="100000"/>
              </a:lnSpc>
            </a:pPr>
            <a:r>
              <a:rPr sz="900" b="1" spc="-445" dirty="0">
                <a:latin typeface="Microsoft YaHei UI"/>
                <a:cs typeface="Microsoft YaHei UI"/>
              </a:rPr>
              <a:t>（</a:t>
            </a:r>
            <a:r>
              <a:rPr sz="900" dirty="0">
                <a:latin typeface="MS UI Gothic"/>
                <a:cs typeface="MS UI Gothic"/>
              </a:rPr>
              <a:t>業績連動型／業務貢献連動型／</a:t>
            </a:r>
            <a:endParaRPr sz="900">
              <a:latin typeface="MS UI Gothic"/>
              <a:cs typeface="MS UI Gothic"/>
            </a:endParaRPr>
          </a:p>
          <a:p>
            <a:pPr marL="88900">
              <a:lnSpc>
                <a:spcPct val="100000"/>
              </a:lnSpc>
            </a:pPr>
            <a:r>
              <a:rPr sz="900" spc="180" dirty="0">
                <a:latin typeface="MS UI Gothic"/>
                <a:cs typeface="MS UI Gothic"/>
              </a:rPr>
              <a:t>MMI</a:t>
            </a:r>
            <a:r>
              <a:rPr sz="900" spc="120" dirty="0">
                <a:latin typeface="MS UI Gothic"/>
                <a:cs typeface="MS UI Gothic"/>
              </a:rPr>
              <a:t>ア</a:t>
            </a:r>
            <a:r>
              <a:rPr sz="900" spc="155" dirty="0">
                <a:latin typeface="MS UI Gothic"/>
                <a:cs typeface="MS UI Gothic"/>
              </a:rPr>
              <a:t>ワ</a:t>
            </a:r>
            <a:r>
              <a:rPr sz="900" spc="60" dirty="0">
                <a:latin typeface="MS UI Gothic"/>
                <a:cs typeface="MS UI Gothic"/>
              </a:rPr>
              <a:t>ー</a:t>
            </a:r>
            <a:r>
              <a:rPr sz="900" spc="55" dirty="0">
                <a:latin typeface="MS UI Gothic"/>
                <a:cs typeface="MS UI Gothic"/>
              </a:rPr>
              <a:t>ド</a:t>
            </a:r>
            <a:r>
              <a:rPr sz="900" spc="75" dirty="0">
                <a:latin typeface="MS UI Gothic"/>
                <a:cs typeface="MS UI Gothic"/>
              </a:rPr>
              <a:t>型</a:t>
            </a:r>
            <a:r>
              <a:rPr sz="900" spc="35" dirty="0">
                <a:latin typeface="MS UI Gothic"/>
                <a:cs typeface="MS UI Gothic"/>
              </a:rPr>
              <a:t>）</a:t>
            </a:r>
            <a:endParaRPr sz="900">
              <a:latin typeface="MS UI Gothic"/>
              <a:cs typeface="MS UI Gothic"/>
            </a:endParaRPr>
          </a:p>
        </p:txBody>
      </p:sp>
      <p:sp>
        <p:nvSpPr>
          <p:cNvPr id="65" name="object 65"/>
          <p:cNvSpPr txBox="1"/>
          <p:nvPr/>
        </p:nvSpPr>
        <p:spPr>
          <a:xfrm>
            <a:off x="6825742" y="6455968"/>
            <a:ext cx="1724660" cy="114300"/>
          </a:xfrm>
          <a:prstGeom prst="rect">
            <a:avLst/>
          </a:prstGeom>
          <a:solidFill>
            <a:srgbClr val="FFFF00"/>
          </a:solidFill>
        </p:spPr>
        <p:txBody>
          <a:bodyPr vert="horz" wrap="square" lIns="0" tIns="0" rIns="0" bIns="0" rtlCol="0">
            <a:spAutoFit/>
          </a:bodyPr>
          <a:lstStyle/>
          <a:p>
            <a:pPr marL="635">
              <a:lnSpc>
                <a:spcPts val="900"/>
              </a:lnSpc>
            </a:pPr>
            <a:r>
              <a:rPr sz="900" b="1" spc="-30" dirty="0">
                <a:latin typeface="Microsoft YaHei UI"/>
                <a:cs typeface="Microsoft YaHei UI"/>
              </a:rPr>
              <a:t>②採用調達チーム</a:t>
            </a:r>
            <a:r>
              <a:rPr sz="900" b="1" spc="-35" dirty="0">
                <a:latin typeface="Microsoft YaHei UI"/>
                <a:cs typeface="Microsoft YaHei UI"/>
              </a:rPr>
              <a:t>エ</a:t>
            </a:r>
            <a:r>
              <a:rPr sz="900" b="1" spc="-85" dirty="0">
                <a:latin typeface="Microsoft YaHei UI"/>
                <a:cs typeface="Microsoft YaHei UI"/>
              </a:rPr>
              <a:t>ム</a:t>
            </a:r>
            <a:r>
              <a:rPr sz="900" b="1" spc="-90" dirty="0">
                <a:latin typeface="Microsoft YaHei UI"/>
                <a:cs typeface="Microsoft YaHei UI"/>
              </a:rPr>
              <a:t>エ</a:t>
            </a:r>
            <a:r>
              <a:rPr sz="900" b="1" spc="-45" dirty="0">
                <a:latin typeface="Microsoft YaHei UI"/>
                <a:cs typeface="Microsoft YaHei UI"/>
              </a:rPr>
              <a:t>ム</a:t>
            </a:r>
            <a:r>
              <a:rPr sz="900" b="1" spc="-50" dirty="0">
                <a:latin typeface="Microsoft YaHei UI"/>
                <a:cs typeface="Microsoft YaHei UI"/>
              </a:rPr>
              <a:t>ポ</a:t>
            </a:r>
            <a:r>
              <a:rPr sz="900" b="1" spc="-175" dirty="0">
                <a:latin typeface="Microsoft YaHei UI"/>
                <a:cs typeface="Microsoft YaHei UI"/>
              </a:rPr>
              <a:t>イ</a:t>
            </a:r>
            <a:r>
              <a:rPr sz="900" b="1" spc="-65" dirty="0">
                <a:latin typeface="Microsoft YaHei UI"/>
                <a:cs typeface="Microsoft YaHei UI"/>
              </a:rPr>
              <a:t>ン</a:t>
            </a:r>
            <a:r>
              <a:rPr sz="900" b="1" spc="-200" dirty="0">
                <a:latin typeface="Microsoft YaHei UI"/>
                <a:cs typeface="Microsoft YaHei UI"/>
              </a:rPr>
              <a:t>ト</a:t>
            </a:r>
            <a:endParaRPr sz="900">
              <a:latin typeface="Microsoft YaHei UI"/>
              <a:cs typeface="Microsoft YaHei UI"/>
            </a:endParaRPr>
          </a:p>
        </p:txBody>
      </p:sp>
      <p:grpSp>
        <p:nvGrpSpPr>
          <p:cNvPr id="66" name="object 66"/>
          <p:cNvGrpSpPr/>
          <p:nvPr/>
        </p:nvGrpSpPr>
        <p:grpSpPr>
          <a:xfrm>
            <a:off x="3099625" y="5035105"/>
            <a:ext cx="1684655" cy="1445895"/>
            <a:chOff x="3099625" y="5035105"/>
            <a:chExt cx="1684655" cy="1445895"/>
          </a:xfrm>
        </p:grpSpPr>
        <p:sp>
          <p:nvSpPr>
            <p:cNvPr id="67" name="object 67"/>
            <p:cNvSpPr/>
            <p:nvPr/>
          </p:nvSpPr>
          <p:spPr>
            <a:xfrm>
              <a:off x="3104388" y="5039867"/>
              <a:ext cx="0" cy="857250"/>
            </a:xfrm>
            <a:custGeom>
              <a:avLst/>
              <a:gdLst/>
              <a:ahLst/>
              <a:cxnLst/>
              <a:rect l="l" t="t" r="r" b="b"/>
              <a:pathLst>
                <a:path h="857250">
                  <a:moveTo>
                    <a:pt x="0" y="0"/>
                  </a:moveTo>
                  <a:lnTo>
                    <a:pt x="0" y="857122"/>
                  </a:lnTo>
                </a:path>
              </a:pathLst>
            </a:custGeom>
            <a:ln w="9525">
              <a:solidFill>
                <a:srgbClr val="001F5F"/>
              </a:solidFill>
            </a:ln>
          </p:spPr>
          <p:txBody>
            <a:bodyPr wrap="square" lIns="0" tIns="0" rIns="0" bIns="0" rtlCol="0"/>
            <a:lstStyle/>
            <a:p>
              <a:endParaRPr/>
            </a:p>
          </p:txBody>
        </p:sp>
        <p:sp>
          <p:nvSpPr>
            <p:cNvPr id="68" name="object 68"/>
            <p:cNvSpPr/>
            <p:nvPr/>
          </p:nvSpPr>
          <p:spPr>
            <a:xfrm>
              <a:off x="3659124" y="6156959"/>
              <a:ext cx="1125220" cy="323850"/>
            </a:xfrm>
            <a:custGeom>
              <a:avLst/>
              <a:gdLst/>
              <a:ahLst/>
              <a:cxnLst/>
              <a:rect l="l" t="t" r="r" b="b"/>
              <a:pathLst>
                <a:path w="1125220" h="323850">
                  <a:moveTo>
                    <a:pt x="1124712" y="0"/>
                  </a:moveTo>
                  <a:lnTo>
                    <a:pt x="0" y="0"/>
                  </a:lnTo>
                  <a:lnTo>
                    <a:pt x="0" y="305993"/>
                  </a:lnTo>
                  <a:lnTo>
                    <a:pt x="67446" y="312305"/>
                  </a:lnTo>
                  <a:lnTo>
                    <a:pt x="129524" y="317092"/>
                  </a:lnTo>
                  <a:lnTo>
                    <a:pt x="186719" y="320467"/>
                  </a:lnTo>
                  <a:lnTo>
                    <a:pt x="239521" y="322542"/>
                  </a:lnTo>
                  <a:lnTo>
                    <a:pt x="288418" y="323428"/>
                  </a:lnTo>
                  <a:lnTo>
                    <a:pt x="333898" y="323236"/>
                  </a:lnTo>
                  <a:lnTo>
                    <a:pt x="376449" y="322079"/>
                  </a:lnTo>
                  <a:lnTo>
                    <a:pt x="416559" y="320067"/>
                  </a:lnTo>
                  <a:lnTo>
                    <a:pt x="454717" y="317312"/>
                  </a:lnTo>
                  <a:lnTo>
                    <a:pt x="527127" y="310022"/>
                  </a:lnTo>
                  <a:lnTo>
                    <a:pt x="708151" y="286611"/>
                  </a:lnTo>
                  <a:lnTo>
                    <a:pt x="748262" y="281933"/>
                  </a:lnTo>
                  <a:lnTo>
                    <a:pt x="790813" y="277517"/>
                  </a:lnTo>
                  <a:lnTo>
                    <a:pt x="836293" y="273473"/>
                  </a:lnTo>
                  <a:lnTo>
                    <a:pt x="885189" y="269915"/>
                  </a:lnTo>
                  <a:lnTo>
                    <a:pt x="937992" y="266953"/>
                  </a:lnTo>
                  <a:lnTo>
                    <a:pt x="995187" y="264699"/>
                  </a:lnTo>
                  <a:lnTo>
                    <a:pt x="1057265" y="263265"/>
                  </a:lnTo>
                  <a:lnTo>
                    <a:pt x="1124712" y="262762"/>
                  </a:lnTo>
                  <a:lnTo>
                    <a:pt x="1124712" y="0"/>
                  </a:lnTo>
                  <a:close/>
                </a:path>
              </a:pathLst>
            </a:custGeom>
            <a:solidFill>
              <a:srgbClr val="DCE6F1"/>
            </a:solidFill>
          </p:spPr>
          <p:txBody>
            <a:bodyPr wrap="square" lIns="0" tIns="0" rIns="0" bIns="0" rtlCol="0"/>
            <a:lstStyle/>
            <a:p>
              <a:endParaRPr/>
            </a:p>
          </p:txBody>
        </p:sp>
      </p:grpSp>
      <p:sp>
        <p:nvSpPr>
          <p:cNvPr id="69" name="object 69"/>
          <p:cNvSpPr txBox="1"/>
          <p:nvPr/>
        </p:nvSpPr>
        <p:spPr>
          <a:xfrm>
            <a:off x="3739134" y="6159500"/>
            <a:ext cx="858519" cy="147955"/>
          </a:xfrm>
          <a:prstGeom prst="rect">
            <a:avLst/>
          </a:prstGeom>
        </p:spPr>
        <p:txBody>
          <a:bodyPr vert="horz" wrap="square" lIns="0" tIns="12700" rIns="0" bIns="0" rtlCol="0">
            <a:spAutoFit/>
          </a:bodyPr>
          <a:lstStyle/>
          <a:p>
            <a:pPr marL="12700">
              <a:lnSpc>
                <a:spcPct val="100000"/>
              </a:lnSpc>
              <a:spcBef>
                <a:spcPts val="100"/>
              </a:spcBef>
            </a:pPr>
            <a:r>
              <a:rPr sz="800" b="1" spc="-395" dirty="0">
                <a:latin typeface="Microsoft YaHei UI"/>
                <a:cs typeface="Microsoft YaHei UI"/>
              </a:rPr>
              <a:t>【</a:t>
            </a:r>
            <a:r>
              <a:rPr sz="800" b="1" spc="-40" dirty="0">
                <a:latin typeface="Microsoft YaHei UI"/>
                <a:cs typeface="Microsoft YaHei UI"/>
              </a:rPr>
              <a:t>ス</a:t>
            </a:r>
            <a:r>
              <a:rPr sz="800" b="1" spc="-15" dirty="0">
                <a:latin typeface="Microsoft YaHei UI"/>
                <a:cs typeface="Microsoft YaHei UI"/>
              </a:rPr>
              <a:t>プ</a:t>
            </a:r>
            <a:r>
              <a:rPr sz="800" b="1" spc="-85" dirty="0">
                <a:latin typeface="Microsoft YaHei UI"/>
                <a:cs typeface="Microsoft YaHei UI"/>
              </a:rPr>
              <a:t>レ</a:t>
            </a:r>
            <a:r>
              <a:rPr sz="800" b="1" spc="-130" dirty="0">
                <a:latin typeface="Microsoft YaHei UI"/>
                <a:cs typeface="Microsoft YaHei UI"/>
              </a:rPr>
              <a:t>ッド</a:t>
            </a:r>
            <a:r>
              <a:rPr sz="800" b="1" spc="-55" dirty="0">
                <a:latin typeface="Microsoft YaHei UI"/>
                <a:cs typeface="Microsoft YaHei UI"/>
              </a:rPr>
              <a:t>シ</a:t>
            </a:r>
            <a:r>
              <a:rPr sz="800" b="1" spc="-70" dirty="0">
                <a:latin typeface="Microsoft YaHei UI"/>
                <a:cs typeface="Microsoft YaHei UI"/>
              </a:rPr>
              <a:t>ー</a:t>
            </a:r>
            <a:r>
              <a:rPr sz="800" b="1" spc="-180" dirty="0">
                <a:latin typeface="Microsoft YaHei UI"/>
                <a:cs typeface="Microsoft YaHei UI"/>
              </a:rPr>
              <a:t>ト</a:t>
            </a:r>
            <a:r>
              <a:rPr sz="800" b="1" spc="-400" dirty="0">
                <a:latin typeface="Microsoft YaHei UI"/>
                <a:cs typeface="Microsoft YaHei UI"/>
              </a:rPr>
              <a:t>】</a:t>
            </a:r>
            <a:endParaRPr sz="800">
              <a:latin typeface="Microsoft YaHei UI"/>
              <a:cs typeface="Microsoft YaHei UI"/>
            </a:endParaRPr>
          </a:p>
        </p:txBody>
      </p:sp>
      <p:sp>
        <p:nvSpPr>
          <p:cNvPr id="70" name="object 70"/>
          <p:cNvSpPr txBox="1"/>
          <p:nvPr/>
        </p:nvSpPr>
        <p:spPr>
          <a:xfrm>
            <a:off x="3739134" y="6281420"/>
            <a:ext cx="1080135" cy="147955"/>
          </a:xfrm>
          <a:prstGeom prst="rect">
            <a:avLst/>
          </a:prstGeom>
        </p:spPr>
        <p:txBody>
          <a:bodyPr vert="horz" wrap="square" lIns="0" tIns="12700" rIns="0" bIns="0" rtlCol="0">
            <a:spAutoFit/>
          </a:bodyPr>
          <a:lstStyle/>
          <a:p>
            <a:pPr marL="12700">
              <a:lnSpc>
                <a:spcPct val="100000"/>
              </a:lnSpc>
              <a:spcBef>
                <a:spcPts val="100"/>
              </a:spcBef>
              <a:tabLst>
                <a:tab pos="589915" algn="l"/>
                <a:tab pos="1066800" algn="l"/>
              </a:tabLst>
            </a:pPr>
            <a:r>
              <a:rPr sz="800" b="1" spc="-400" dirty="0">
                <a:latin typeface="Microsoft YaHei UI"/>
                <a:cs typeface="Microsoft YaHei UI"/>
              </a:rPr>
              <a:t>（</a:t>
            </a:r>
            <a:r>
              <a:rPr sz="800" b="1" spc="-130" dirty="0">
                <a:latin typeface="Microsoft YaHei UI"/>
                <a:cs typeface="Microsoft YaHei UI"/>
              </a:rPr>
              <a:t>予定）	</a:t>
            </a:r>
            <a:r>
              <a:rPr sz="800" u="heavy" spc="-130" dirty="0">
                <a:uFill>
                  <a:solidFill>
                    <a:srgbClr val="001F5F"/>
                  </a:solidFill>
                </a:uFill>
                <a:latin typeface="Times New Roman"/>
                <a:cs typeface="Times New Roman"/>
              </a:rPr>
              <a:t> 	</a:t>
            </a:r>
            <a:endParaRPr sz="800">
              <a:latin typeface="Times New Roman"/>
              <a:cs typeface="Times New Roman"/>
            </a:endParaRPr>
          </a:p>
        </p:txBody>
      </p:sp>
      <p:sp>
        <p:nvSpPr>
          <p:cNvPr id="71" name="object 71"/>
          <p:cNvSpPr txBox="1"/>
          <p:nvPr/>
        </p:nvSpPr>
        <p:spPr>
          <a:xfrm>
            <a:off x="216471" y="2075129"/>
            <a:ext cx="254635" cy="1216025"/>
          </a:xfrm>
          <a:prstGeom prst="rect">
            <a:avLst/>
          </a:prstGeom>
        </p:spPr>
        <p:txBody>
          <a:bodyPr vert="horz" wrap="square" lIns="0" tIns="58419" rIns="0" bIns="0" rtlCol="0">
            <a:spAutoFit/>
          </a:bodyPr>
          <a:lstStyle/>
          <a:p>
            <a:pPr marL="12700" marR="5080" algn="just">
              <a:lnSpc>
                <a:spcPts val="1800"/>
              </a:lnSpc>
              <a:spcBef>
                <a:spcPts val="459"/>
              </a:spcBef>
            </a:pPr>
            <a:r>
              <a:rPr sz="1800" dirty="0">
                <a:latin typeface="MS UI Gothic"/>
                <a:cs typeface="MS UI Gothic"/>
              </a:rPr>
              <a:t>稼 働 開 始 前</a:t>
            </a:r>
            <a:endParaRPr sz="1800">
              <a:latin typeface="MS UI Gothic"/>
              <a:cs typeface="MS UI Gothic"/>
            </a:endParaRPr>
          </a:p>
        </p:txBody>
      </p:sp>
      <p:sp>
        <p:nvSpPr>
          <p:cNvPr id="72" name="object 72"/>
          <p:cNvSpPr txBox="1"/>
          <p:nvPr/>
        </p:nvSpPr>
        <p:spPr>
          <a:xfrm>
            <a:off x="206756" y="5009769"/>
            <a:ext cx="254000" cy="1214120"/>
          </a:xfrm>
          <a:prstGeom prst="rect">
            <a:avLst/>
          </a:prstGeom>
        </p:spPr>
        <p:txBody>
          <a:bodyPr vert="horz" wrap="square" lIns="0" tIns="58419" rIns="0" bIns="0" rtlCol="0">
            <a:spAutoFit/>
          </a:bodyPr>
          <a:lstStyle/>
          <a:p>
            <a:pPr marL="12700" marR="5080" algn="just">
              <a:lnSpc>
                <a:spcPts val="1800"/>
              </a:lnSpc>
              <a:spcBef>
                <a:spcPts val="459"/>
              </a:spcBef>
            </a:pPr>
            <a:r>
              <a:rPr sz="1800" dirty="0">
                <a:latin typeface="MS UI Gothic"/>
                <a:cs typeface="MS UI Gothic"/>
              </a:rPr>
              <a:t>稼 働 開 始 後</a:t>
            </a:r>
            <a:endParaRPr sz="1800">
              <a:latin typeface="MS UI Gothic"/>
              <a:cs typeface="MS UI Gothic"/>
            </a:endParaRPr>
          </a:p>
        </p:txBody>
      </p:sp>
      <p:grpSp>
        <p:nvGrpSpPr>
          <p:cNvPr id="73" name="object 73"/>
          <p:cNvGrpSpPr/>
          <p:nvPr/>
        </p:nvGrpSpPr>
        <p:grpSpPr>
          <a:xfrm>
            <a:off x="3511105" y="3223069"/>
            <a:ext cx="1346200" cy="611505"/>
            <a:chOff x="3511105" y="3223069"/>
            <a:chExt cx="1346200" cy="611505"/>
          </a:xfrm>
        </p:grpSpPr>
        <p:sp>
          <p:nvSpPr>
            <p:cNvPr id="74" name="object 74"/>
            <p:cNvSpPr/>
            <p:nvPr/>
          </p:nvSpPr>
          <p:spPr>
            <a:xfrm>
              <a:off x="3515867" y="3227832"/>
              <a:ext cx="1336675" cy="601980"/>
            </a:xfrm>
            <a:custGeom>
              <a:avLst/>
              <a:gdLst/>
              <a:ahLst/>
              <a:cxnLst/>
              <a:rect l="l" t="t" r="r" b="b"/>
              <a:pathLst>
                <a:path w="1336675" h="601979">
                  <a:moveTo>
                    <a:pt x="1336548" y="0"/>
                  </a:moveTo>
                  <a:lnTo>
                    <a:pt x="0" y="0"/>
                  </a:lnTo>
                  <a:lnTo>
                    <a:pt x="0" y="569340"/>
                  </a:lnTo>
                  <a:lnTo>
                    <a:pt x="64649" y="578964"/>
                  </a:lnTo>
                  <a:lnTo>
                    <a:pt x="125140" y="586746"/>
                  </a:lnTo>
                  <a:lnTo>
                    <a:pt x="181770" y="592793"/>
                  </a:lnTo>
                  <a:lnTo>
                    <a:pt x="234836" y="597212"/>
                  </a:lnTo>
                  <a:lnTo>
                    <a:pt x="284635" y="600109"/>
                  </a:lnTo>
                  <a:lnTo>
                    <a:pt x="331463" y="601590"/>
                  </a:lnTo>
                  <a:lnTo>
                    <a:pt x="375619" y="601762"/>
                  </a:lnTo>
                  <a:lnTo>
                    <a:pt x="417398" y="600731"/>
                  </a:lnTo>
                  <a:lnTo>
                    <a:pt x="457099" y="598602"/>
                  </a:lnTo>
                  <a:lnTo>
                    <a:pt x="531451" y="591481"/>
                  </a:lnTo>
                  <a:lnTo>
                    <a:pt x="601050" y="581247"/>
                  </a:lnTo>
                  <a:lnTo>
                    <a:pt x="668274" y="568753"/>
                  </a:lnTo>
                  <a:lnTo>
                    <a:pt x="805096" y="540383"/>
                  </a:lnTo>
                  <a:lnTo>
                    <a:pt x="841530" y="533207"/>
                  </a:lnTo>
                  <a:lnTo>
                    <a:pt x="879448" y="526209"/>
                  </a:lnTo>
                  <a:lnTo>
                    <a:pt x="919149" y="519496"/>
                  </a:lnTo>
                  <a:lnTo>
                    <a:pt x="960928" y="513175"/>
                  </a:lnTo>
                  <a:lnTo>
                    <a:pt x="1005084" y="507352"/>
                  </a:lnTo>
                  <a:lnTo>
                    <a:pt x="1051912" y="502133"/>
                  </a:lnTo>
                  <a:lnTo>
                    <a:pt x="1101711" y="497625"/>
                  </a:lnTo>
                  <a:lnTo>
                    <a:pt x="1154777" y="493933"/>
                  </a:lnTo>
                  <a:lnTo>
                    <a:pt x="1211407" y="491165"/>
                  </a:lnTo>
                  <a:lnTo>
                    <a:pt x="1271898" y="489426"/>
                  </a:lnTo>
                  <a:lnTo>
                    <a:pt x="1336548" y="488822"/>
                  </a:lnTo>
                  <a:lnTo>
                    <a:pt x="1336548" y="0"/>
                  </a:lnTo>
                  <a:close/>
                </a:path>
              </a:pathLst>
            </a:custGeom>
            <a:solidFill>
              <a:srgbClr val="DCE6F1"/>
            </a:solidFill>
          </p:spPr>
          <p:txBody>
            <a:bodyPr wrap="square" lIns="0" tIns="0" rIns="0" bIns="0" rtlCol="0"/>
            <a:lstStyle/>
            <a:p>
              <a:endParaRPr/>
            </a:p>
          </p:txBody>
        </p:sp>
        <p:sp>
          <p:nvSpPr>
            <p:cNvPr id="75" name="object 75"/>
            <p:cNvSpPr/>
            <p:nvPr/>
          </p:nvSpPr>
          <p:spPr>
            <a:xfrm>
              <a:off x="3515867" y="3227832"/>
              <a:ext cx="1336675" cy="601980"/>
            </a:xfrm>
            <a:custGeom>
              <a:avLst/>
              <a:gdLst/>
              <a:ahLst/>
              <a:cxnLst/>
              <a:rect l="l" t="t" r="r" b="b"/>
              <a:pathLst>
                <a:path w="1336675" h="601979">
                  <a:moveTo>
                    <a:pt x="0" y="0"/>
                  </a:moveTo>
                  <a:lnTo>
                    <a:pt x="1336548" y="0"/>
                  </a:lnTo>
                  <a:lnTo>
                    <a:pt x="1336548" y="488822"/>
                  </a:lnTo>
                  <a:lnTo>
                    <a:pt x="1271898" y="489426"/>
                  </a:lnTo>
                  <a:lnTo>
                    <a:pt x="1211407" y="491165"/>
                  </a:lnTo>
                  <a:lnTo>
                    <a:pt x="1154777" y="493933"/>
                  </a:lnTo>
                  <a:lnTo>
                    <a:pt x="1101711" y="497625"/>
                  </a:lnTo>
                  <a:lnTo>
                    <a:pt x="1051912" y="502133"/>
                  </a:lnTo>
                  <a:lnTo>
                    <a:pt x="1005084" y="507352"/>
                  </a:lnTo>
                  <a:lnTo>
                    <a:pt x="960928" y="513175"/>
                  </a:lnTo>
                  <a:lnTo>
                    <a:pt x="919149" y="519496"/>
                  </a:lnTo>
                  <a:lnTo>
                    <a:pt x="879448" y="526209"/>
                  </a:lnTo>
                  <a:lnTo>
                    <a:pt x="841530" y="533207"/>
                  </a:lnTo>
                  <a:lnTo>
                    <a:pt x="769851" y="547633"/>
                  </a:lnTo>
                  <a:lnTo>
                    <a:pt x="735497" y="554848"/>
                  </a:lnTo>
                  <a:lnTo>
                    <a:pt x="701737" y="561924"/>
                  </a:lnTo>
                  <a:lnTo>
                    <a:pt x="634810" y="575230"/>
                  </a:lnTo>
                  <a:lnTo>
                    <a:pt x="566696" y="586700"/>
                  </a:lnTo>
                  <a:lnTo>
                    <a:pt x="495017" y="595484"/>
                  </a:lnTo>
                  <a:lnTo>
                    <a:pt x="417398" y="600731"/>
                  </a:lnTo>
                  <a:lnTo>
                    <a:pt x="375619" y="601762"/>
                  </a:lnTo>
                  <a:lnTo>
                    <a:pt x="331463" y="601590"/>
                  </a:lnTo>
                  <a:lnTo>
                    <a:pt x="284635" y="600109"/>
                  </a:lnTo>
                  <a:lnTo>
                    <a:pt x="234836" y="597212"/>
                  </a:lnTo>
                  <a:lnTo>
                    <a:pt x="181770" y="592793"/>
                  </a:lnTo>
                  <a:lnTo>
                    <a:pt x="125140" y="586746"/>
                  </a:lnTo>
                  <a:lnTo>
                    <a:pt x="64649" y="578964"/>
                  </a:lnTo>
                  <a:lnTo>
                    <a:pt x="0" y="569340"/>
                  </a:lnTo>
                  <a:lnTo>
                    <a:pt x="0" y="0"/>
                  </a:lnTo>
                  <a:close/>
                </a:path>
              </a:pathLst>
            </a:custGeom>
            <a:ln w="9525">
              <a:solidFill>
                <a:srgbClr val="001F5F"/>
              </a:solidFill>
            </a:ln>
          </p:spPr>
          <p:txBody>
            <a:bodyPr wrap="square" lIns="0" tIns="0" rIns="0" bIns="0" rtlCol="0"/>
            <a:lstStyle/>
            <a:p>
              <a:endParaRPr/>
            </a:p>
          </p:txBody>
        </p:sp>
      </p:grpSp>
      <p:sp>
        <p:nvSpPr>
          <p:cNvPr id="76" name="object 76"/>
          <p:cNvSpPr txBox="1"/>
          <p:nvPr/>
        </p:nvSpPr>
        <p:spPr>
          <a:xfrm>
            <a:off x="3595878" y="3222447"/>
            <a:ext cx="1135380" cy="513080"/>
          </a:xfrm>
          <a:prstGeom prst="rect">
            <a:avLst/>
          </a:prstGeom>
        </p:spPr>
        <p:txBody>
          <a:bodyPr vert="horz" wrap="square" lIns="0" tIns="12700" rIns="0" bIns="0" rtlCol="0">
            <a:spAutoFit/>
          </a:bodyPr>
          <a:lstStyle/>
          <a:p>
            <a:pPr marL="12700">
              <a:lnSpc>
                <a:spcPts val="1080"/>
              </a:lnSpc>
              <a:spcBef>
                <a:spcPts val="100"/>
              </a:spcBef>
            </a:pPr>
            <a:r>
              <a:rPr sz="900" b="1" spc="-450" dirty="0">
                <a:latin typeface="Microsoft YaHei UI"/>
                <a:cs typeface="Microsoft YaHei UI"/>
              </a:rPr>
              <a:t>【</a:t>
            </a:r>
            <a:r>
              <a:rPr sz="900" b="1" dirty="0">
                <a:latin typeface="Microsoft YaHei UI"/>
                <a:cs typeface="Microsoft YaHei UI"/>
              </a:rPr>
              <a:t>月</a:t>
            </a:r>
            <a:r>
              <a:rPr sz="900" b="1" spc="-5" dirty="0">
                <a:latin typeface="Microsoft YaHei UI"/>
                <a:cs typeface="Microsoft YaHei UI"/>
              </a:rPr>
              <a:t>給</a:t>
            </a:r>
            <a:r>
              <a:rPr sz="900" b="1" spc="-155" dirty="0">
                <a:latin typeface="Microsoft YaHei UI"/>
                <a:cs typeface="Microsoft YaHei UI"/>
              </a:rPr>
              <a:t>者：</a:t>
            </a:r>
            <a:r>
              <a:rPr sz="900" b="1" spc="-165" dirty="0">
                <a:latin typeface="Microsoft YaHei UI"/>
                <a:cs typeface="Microsoft YaHei UI"/>
              </a:rPr>
              <a:t>キ</a:t>
            </a:r>
            <a:r>
              <a:rPr sz="900" b="1" spc="-135" dirty="0">
                <a:latin typeface="Microsoft YaHei UI"/>
                <a:cs typeface="Microsoft YaHei UI"/>
              </a:rPr>
              <a:t>ン</a:t>
            </a:r>
            <a:r>
              <a:rPr sz="900" b="1" spc="-140" dirty="0">
                <a:latin typeface="Microsoft YaHei UI"/>
                <a:cs typeface="Microsoft YaHei UI"/>
              </a:rPr>
              <a:t>ト</a:t>
            </a:r>
            <a:r>
              <a:rPr sz="900" b="1" spc="-50" dirty="0">
                <a:latin typeface="Microsoft YaHei UI"/>
                <a:cs typeface="Microsoft YaHei UI"/>
              </a:rPr>
              <a:t>ーン</a:t>
            </a:r>
            <a:r>
              <a:rPr sz="900" b="1" spc="-450" dirty="0">
                <a:latin typeface="Microsoft YaHei UI"/>
                <a:cs typeface="Microsoft YaHei UI"/>
              </a:rPr>
              <a:t>】</a:t>
            </a:r>
            <a:endParaRPr sz="900">
              <a:latin typeface="Microsoft YaHei UI"/>
              <a:cs typeface="Microsoft YaHei UI"/>
            </a:endParaRPr>
          </a:p>
          <a:p>
            <a:pPr marL="12700">
              <a:lnSpc>
                <a:spcPts val="835"/>
              </a:lnSpc>
            </a:pPr>
            <a:r>
              <a:rPr sz="700" b="1" spc="-125" dirty="0">
                <a:latin typeface="Microsoft YaHei UI"/>
                <a:cs typeface="Microsoft YaHei UI"/>
              </a:rPr>
              <a:t>（い</a:t>
            </a:r>
            <a:r>
              <a:rPr sz="700" b="1" spc="-130" dirty="0">
                <a:latin typeface="Microsoft YaHei UI"/>
                <a:cs typeface="Microsoft YaHei UI"/>
              </a:rPr>
              <a:t>ず</a:t>
            </a:r>
            <a:r>
              <a:rPr sz="700" b="1" spc="-10" dirty="0">
                <a:latin typeface="Microsoft YaHei UI"/>
                <a:cs typeface="Microsoft YaHei UI"/>
              </a:rPr>
              <a:t>れ</a:t>
            </a:r>
            <a:r>
              <a:rPr sz="700" b="1" spc="45" dirty="0">
                <a:latin typeface="Microsoft YaHei UI"/>
                <a:cs typeface="Microsoft YaHei UI"/>
              </a:rPr>
              <a:t>LINE</a:t>
            </a:r>
            <a:r>
              <a:rPr sz="700" b="1" spc="-95" dirty="0">
                <a:latin typeface="Microsoft YaHei UI"/>
                <a:cs typeface="Microsoft YaHei UI"/>
              </a:rPr>
              <a:t>を予定）</a:t>
            </a:r>
            <a:endParaRPr sz="700">
              <a:latin typeface="Microsoft YaHei UI"/>
              <a:cs typeface="Microsoft YaHei UI"/>
            </a:endParaRPr>
          </a:p>
          <a:p>
            <a:pPr marL="12700">
              <a:lnSpc>
                <a:spcPts val="960"/>
              </a:lnSpc>
            </a:pPr>
            <a:r>
              <a:rPr sz="800" spc="30" dirty="0">
                <a:latin typeface="MS UI Gothic"/>
                <a:cs typeface="MS UI Gothic"/>
              </a:rPr>
              <a:t>採用調達</a:t>
            </a:r>
            <a:r>
              <a:rPr sz="800" spc="15" dirty="0">
                <a:latin typeface="MS UI Gothic"/>
                <a:cs typeface="MS UI Gothic"/>
              </a:rPr>
              <a:t>ス</a:t>
            </a:r>
            <a:r>
              <a:rPr sz="800" spc="110" dirty="0">
                <a:latin typeface="MS UI Gothic"/>
                <a:cs typeface="MS UI Gothic"/>
              </a:rPr>
              <a:t>ペー</a:t>
            </a:r>
            <a:r>
              <a:rPr sz="800" spc="135" dirty="0">
                <a:latin typeface="MS UI Gothic"/>
                <a:cs typeface="MS UI Gothic"/>
              </a:rPr>
              <a:t>ス</a:t>
            </a:r>
            <a:endParaRPr sz="800">
              <a:latin typeface="MS UI Gothic"/>
              <a:cs typeface="MS UI Gothic"/>
            </a:endParaRPr>
          </a:p>
          <a:p>
            <a:pPr marL="12700">
              <a:lnSpc>
                <a:spcPct val="100000"/>
              </a:lnSpc>
            </a:pPr>
            <a:r>
              <a:rPr sz="800" dirty="0">
                <a:latin typeface="MS UI Gothic"/>
                <a:cs typeface="MS UI Gothic"/>
              </a:rPr>
              <a:t>＞「</a:t>
            </a:r>
            <a:r>
              <a:rPr sz="800" spc="40" dirty="0">
                <a:latin typeface="MS UI Gothic"/>
                <a:cs typeface="MS UI Gothic"/>
              </a:rPr>
              <a:t>Ｍ</a:t>
            </a:r>
            <a:r>
              <a:rPr sz="800" spc="135" dirty="0">
                <a:latin typeface="MS UI Gothic"/>
                <a:cs typeface="MS UI Gothic"/>
              </a:rPr>
              <a:t>ポ</a:t>
            </a:r>
            <a:r>
              <a:rPr sz="800" spc="35" dirty="0">
                <a:latin typeface="MS UI Gothic"/>
                <a:cs typeface="MS UI Gothic"/>
              </a:rPr>
              <a:t>対象</a:t>
            </a:r>
            <a:r>
              <a:rPr sz="800" spc="20" dirty="0">
                <a:latin typeface="MS UI Gothic"/>
                <a:cs typeface="MS UI Gothic"/>
              </a:rPr>
              <a:t>ヘ</a:t>
            </a:r>
            <a:r>
              <a:rPr sz="800" spc="130" dirty="0">
                <a:latin typeface="MS UI Gothic"/>
                <a:cs typeface="MS UI Gothic"/>
              </a:rPr>
              <a:t>ル</a:t>
            </a:r>
            <a:r>
              <a:rPr sz="800" spc="180" dirty="0">
                <a:latin typeface="MS UI Gothic"/>
                <a:cs typeface="MS UI Gothic"/>
              </a:rPr>
              <a:t>プ</a:t>
            </a:r>
            <a:r>
              <a:rPr sz="800" dirty="0">
                <a:latin typeface="MS UI Gothic"/>
                <a:cs typeface="MS UI Gothic"/>
              </a:rPr>
              <a:t>情報」</a:t>
            </a:r>
            <a:endParaRPr sz="800">
              <a:latin typeface="MS UI Gothic"/>
              <a:cs typeface="MS UI Gothic"/>
            </a:endParaRPr>
          </a:p>
        </p:txBody>
      </p:sp>
      <p:grpSp>
        <p:nvGrpSpPr>
          <p:cNvPr id="77" name="object 77"/>
          <p:cNvGrpSpPr/>
          <p:nvPr/>
        </p:nvGrpSpPr>
        <p:grpSpPr>
          <a:xfrm>
            <a:off x="4451603" y="4315777"/>
            <a:ext cx="2352040" cy="753745"/>
            <a:chOff x="4451603" y="4315777"/>
            <a:chExt cx="2352040" cy="753745"/>
          </a:xfrm>
        </p:grpSpPr>
        <p:sp>
          <p:nvSpPr>
            <p:cNvPr id="78" name="object 78"/>
            <p:cNvSpPr/>
            <p:nvPr/>
          </p:nvSpPr>
          <p:spPr>
            <a:xfrm>
              <a:off x="4451603" y="4643628"/>
              <a:ext cx="737870" cy="76200"/>
            </a:xfrm>
            <a:custGeom>
              <a:avLst/>
              <a:gdLst/>
              <a:ahLst/>
              <a:cxnLst/>
              <a:rect l="l" t="t" r="r" b="b"/>
              <a:pathLst>
                <a:path w="737870" h="76200">
                  <a:moveTo>
                    <a:pt x="661162" y="0"/>
                  </a:moveTo>
                  <a:lnTo>
                    <a:pt x="661162" y="76200"/>
                  </a:lnTo>
                  <a:lnTo>
                    <a:pt x="724662" y="44450"/>
                  </a:lnTo>
                  <a:lnTo>
                    <a:pt x="673862" y="44450"/>
                  </a:lnTo>
                  <a:lnTo>
                    <a:pt x="673862" y="31750"/>
                  </a:lnTo>
                  <a:lnTo>
                    <a:pt x="724662" y="31750"/>
                  </a:lnTo>
                  <a:lnTo>
                    <a:pt x="661162" y="0"/>
                  </a:lnTo>
                  <a:close/>
                </a:path>
                <a:path w="737870" h="76200">
                  <a:moveTo>
                    <a:pt x="661162" y="31750"/>
                  </a:moveTo>
                  <a:lnTo>
                    <a:pt x="0" y="31750"/>
                  </a:lnTo>
                  <a:lnTo>
                    <a:pt x="0" y="44450"/>
                  </a:lnTo>
                  <a:lnTo>
                    <a:pt x="661162" y="44450"/>
                  </a:lnTo>
                  <a:lnTo>
                    <a:pt x="661162" y="31750"/>
                  </a:lnTo>
                  <a:close/>
                </a:path>
                <a:path w="737870" h="76200">
                  <a:moveTo>
                    <a:pt x="724662" y="31750"/>
                  </a:moveTo>
                  <a:lnTo>
                    <a:pt x="673862" y="31750"/>
                  </a:lnTo>
                  <a:lnTo>
                    <a:pt x="673862" y="44450"/>
                  </a:lnTo>
                  <a:lnTo>
                    <a:pt x="724662" y="44450"/>
                  </a:lnTo>
                  <a:lnTo>
                    <a:pt x="737362" y="38100"/>
                  </a:lnTo>
                  <a:lnTo>
                    <a:pt x="724662" y="31750"/>
                  </a:lnTo>
                  <a:close/>
                </a:path>
              </a:pathLst>
            </a:custGeom>
            <a:solidFill>
              <a:srgbClr val="001F5F"/>
            </a:solidFill>
          </p:spPr>
          <p:txBody>
            <a:bodyPr wrap="square" lIns="0" tIns="0" rIns="0" bIns="0" rtlCol="0"/>
            <a:lstStyle/>
            <a:p>
              <a:endParaRPr/>
            </a:p>
          </p:txBody>
        </p:sp>
        <p:sp>
          <p:nvSpPr>
            <p:cNvPr id="79" name="object 79"/>
            <p:cNvSpPr/>
            <p:nvPr/>
          </p:nvSpPr>
          <p:spPr>
            <a:xfrm>
              <a:off x="5183123" y="4320540"/>
              <a:ext cx="1615440" cy="744220"/>
            </a:xfrm>
            <a:custGeom>
              <a:avLst/>
              <a:gdLst/>
              <a:ahLst/>
              <a:cxnLst/>
              <a:rect l="l" t="t" r="r" b="b"/>
              <a:pathLst>
                <a:path w="1615440" h="744220">
                  <a:moveTo>
                    <a:pt x="0" y="743712"/>
                  </a:moveTo>
                  <a:lnTo>
                    <a:pt x="1615440" y="743712"/>
                  </a:lnTo>
                  <a:lnTo>
                    <a:pt x="1615440" y="0"/>
                  </a:lnTo>
                  <a:lnTo>
                    <a:pt x="0" y="0"/>
                  </a:lnTo>
                  <a:lnTo>
                    <a:pt x="0" y="743712"/>
                  </a:lnTo>
                  <a:close/>
                </a:path>
              </a:pathLst>
            </a:custGeom>
            <a:ln w="9525">
              <a:solidFill>
                <a:srgbClr val="001F5F"/>
              </a:solidFill>
            </a:ln>
          </p:spPr>
          <p:txBody>
            <a:bodyPr wrap="square" lIns="0" tIns="0" rIns="0" bIns="0" rtlCol="0"/>
            <a:lstStyle/>
            <a:p>
              <a:endParaRPr/>
            </a:p>
          </p:txBody>
        </p:sp>
      </p:grpSp>
      <p:sp>
        <p:nvSpPr>
          <p:cNvPr id="80" name="object 80"/>
          <p:cNvSpPr txBox="1"/>
          <p:nvPr/>
        </p:nvSpPr>
        <p:spPr>
          <a:xfrm>
            <a:off x="5262753" y="4337430"/>
            <a:ext cx="1240155" cy="313690"/>
          </a:xfrm>
          <a:prstGeom prst="rect">
            <a:avLst/>
          </a:prstGeom>
        </p:spPr>
        <p:txBody>
          <a:bodyPr vert="horz" wrap="square" lIns="0" tIns="12065" rIns="0" bIns="0" rtlCol="0">
            <a:spAutoFit/>
          </a:bodyPr>
          <a:lstStyle/>
          <a:p>
            <a:pPr marL="230504">
              <a:lnSpc>
                <a:spcPts val="1195"/>
              </a:lnSpc>
              <a:spcBef>
                <a:spcPts val="95"/>
              </a:spcBef>
            </a:pPr>
            <a:r>
              <a:rPr sz="1000" b="1" spc="-10" dirty="0">
                <a:latin typeface="Microsoft YaHei UI"/>
                <a:cs typeface="Microsoft YaHei UI"/>
              </a:rPr>
              <a:t>採用調達</a:t>
            </a:r>
            <a:r>
              <a:rPr sz="1000" b="1" spc="-15" dirty="0">
                <a:latin typeface="Microsoft YaHei UI"/>
                <a:cs typeface="Microsoft YaHei UI"/>
              </a:rPr>
              <a:t>よ</a:t>
            </a:r>
            <a:r>
              <a:rPr sz="1000" b="1" spc="-105" dirty="0">
                <a:latin typeface="Microsoft YaHei UI"/>
                <a:cs typeface="Microsoft YaHei UI"/>
              </a:rPr>
              <a:t>り</a:t>
            </a:r>
            <a:r>
              <a:rPr sz="1000" b="1" spc="-5" dirty="0">
                <a:latin typeface="Microsoft YaHei UI"/>
                <a:cs typeface="Microsoft YaHei UI"/>
              </a:rPr>
              <a:t>報告</a:t>
            </a:r>
            <a:endParaRPr sz="1000">
              <a:latin typeface="Microsoft YaHei UI"/>
              <a:cs typeface="Microsoft YaHei UI"/>
            </a:endParaRPr>
          </a:p>
          <a:p>
            <a:pPr marL="12700">
              <a:lnSpc>
                <a:spcPts val="1075"/>
              </a:lnSpc>
            </a:pPr>
            <a:r>
              <a:rPr sz="900" spc="5" dirty="0">
                <a:latin typeface="MS UI Gothic"/>
                <a:cs typeface="MS UI Gothic"/>
              </a:rPr>
              <a:t>・</a:t>
            </a:r>
            <a:r>
              <a:rPr sz="900" dirty="0">
                <a:latin typeface="MS UI Gothic"/>
                <a:cs typeface="MS UI Gothic"/>
              </a:rPr>
              <a:t>宛先</a:t>
            </a:r>
            <a:r>
              <a:rPr sz="900" spc="5" dirty="0">
                <a:latin typeface="MS UI Gothic"/>
                <a:cs typeface="MS UI Gothic"/>
              </a:rPr>
              <a:t>「</a:t>
            </a:r>
            <a:r>
              <a:rPr sz="900" dirty="0">
                <a:latin typeface="MS UI Gothic"/>
                <a:cs typeface="MS UI Gothic"/>
              </a:rPr>
              <a:t>＠幹部会」</a:t>
            </a:r>
            <a:endParaRPr sz="900">
              <a:latin typeface="MS UI Gothic"/>
              <a:cs typeface="MS UI Gothic"/>
            </a:endParaRPr>
          </a:p>
        </p:txBody>
      </p:sp>
      <p:sp>
        <p:nvSpPr>
          <p:cNvPr id="81" name="object 81"/>
          <p:cNvSpPr txBox="1"/>
          <p:nvPr/>
        </p:nvSpPr>
        <p:spPr>
          <a:xfrm>
            <a:off x="5262753" y="4625467"/>
            <a:ext cx="706120" cy="436880"/>
          </a:xfrm>
          <a:prstGeom prst="rect">
            <a:avLst/>
          </a:prstGeom>
        </p:spPr>
        <p:txBody>
          <a:bodyPr vert="horz" wrap="square" lIns="0" tIns="12700" rIns="0" bIns="0" rtlCol="0">
            <a:spAutoFit/>
          </a:bodyPr>
          <a:lstStyle/>
          <a:p>
            <a:pPr marL="12700">
              <a:lnSpc>
                <a:spcPct val="100000"/>
              </a:lnSpc>
              <a:spcBef>
                <a:spcPts val="100"/>
              </a:spcBef>
            </a:pPr>
            <a:r>
              <a:rPr sz="900" spc="5" dirty="0">
                <a:latin typeface="MS UI Gothic"/>
                <a:cs typeface="MS UI Gothic"/>
              </a:rPr>
              <a:t>「</a:t>
            </a:r>
            <a:r>
              <a:rPr sz="900" dirty="0">
                <a:latin typeface="MS UI Gothic"/>
                <a:cs typeface="MS UI Gothic"/>
              </a:rPr>
              <a:t>対象案件」</a:t>
            </a:r>
            <a:endParaRPr sz="900">
              <a:latin typeface="MS UI Gothic"/>
              <a:cs typeface="MS UI Gothic"/>
            </a:endParaRPr>
          </a:p>
          <a:p>
            <a:pPr marL="12700">
              <a:lnSpc>
                <a:spcPct val="100000"/>
              </a:lnSpc>
            </a:pPr>
            <a:r>
              <a:rPr sz="900" spc="5" dirty="0">
                <a:latin typeface="MS UI Gothic"/>
                <a:cs typeface="MS UI Gothic"/>
              </a:rPr>
              <a:t>・「</a:t>
            </a:r>
            <a:r>
              <a:rPr sz="900" dirty="0">
                <a:latin typeface="MS UI Gothic"/>
                <a:cs typeface="MS UI Gothic"/>
              </a:rPr>
              <a:t>対象者」</a:t>
            </a:r>
            <a:endParaRPr sz="900">
              <a:latin typeface="MS UI Gothic"/>
              <a:cs typeface="MS UI Gothic"/>
            </a:endParaRPr>
          </a:p>
          <a:p>
            <a:pPr marL="12700">
              <a:lnSpc>
                <a:spcPct val="100000"/>
              </a:lnSpc>
            </a:pPr>
            <a:r>
              <a:rPr sz="900" spc="5" dirty="0">
                <a:latin typeface="MS UI Gothic"/>
                <a:cs typeface="MS UI Gothic"/>
              </a:rPr>
              <a:t>・「</a:t>
            </a:r>
            <a:r>
              <a:rPr sz="900" spc="150" dirty="0">
                <a:latin typeface="MS UI Gothic"/>
                <a:cs typeface="MS UI Gothic"/>
              </a:rPr>
              <a:t>ポ</a:t>
            </a:r>
            <a:r>
              <a:rPr sz="900" spc="55" dirty="0">
                <a:latin typeface="MS UI Gothic"/>
                <a:cs typeface="MS UI Gothic"/>
              </a:rPr>
              <a:t>イ</a:t>
            </a:r>
            <a:r>
              <a:rPr sz="900" spc="140" dirty="0">
                <a:latin typeface="MS UI Gothic"/>
                <a:cs typeface="MS UI Gothic"/>
              </a:rPr>
              <a:t>ン</a:t>
            </a:r>
            <a:r>
              <a:rPr sz="900" spc="15" dirty="0">
                <a:latin typeface="MS UI Gothic"/>
                <a:cs typeface="MS UI Gothic"/>
              </a:rPr>
              <a:t>ト数」</a:t>
            </a:r>
            <a:endParaRPr sz="900">
              <a:latin typeface="MS UI Gothic"/>
              <a:cs typeface="MS UI Gothic"/>
            </a:endParaRPr>
          </a:p>
        </p:txBody>
      </p:sp>
      <p:grpSp>
        <p:nvGrpSpPr>
          <p:cNvPr id="82" name="object 82"/>
          <p:cNvGrpSpPr/>
          <p:nvPr/>
        </p:nvGrpSpPr>
        <p:grpSpPr>
          <a:xfrm>
            <a:off x="2750566" y="5295646"/>
            <a:ext cx="1032510" cy="266065"/>
            <a:chOff x="2750566" y="5295646"/>
            <a:chExt cx="1032510" cy="266065"/>
          </a:xfrm>
        </p:grpSpPr>
        <p:sp>
          <p:nvSpPr>
            <p:cNvPr id="83" name="object 83"/>
            <p:cNvSpPr/>
            <p:nvPr/>
          </p:nvSpPr>
          <p:spPr>
            <a:xfrm>
              <a:off x="2756916" y="5301996"/>
              <a:ext cx="1019810" cy="253365"/>
            </a:xfrm>
            <a:custGeom>
              <a:avLst/>
              <a:gdLst/>
              <a:ahLst/>
              <a:cxnLst/>
              <a:rect l="l" t="t" r="r" b="b"/>
              <a:pathLst>
                <a:path w="1019810" h="253364">
                  <a:moveTo>
                    <a:pt x="509778" y="0"/>
                  </a:moveTo>
                  <a:lnTo>
                    <a:pt x="440600" y="1154"/>
                  </a:lnTo>
                  <a:lnTo>
                    <a:pt x="374253" y="4519"/>
                  </a:lnTo>
                  <a:lnTo>
                    <a:pt x="311342" y="9941"/>
                  </a:lnTo>
                  <a:lnTo>
                    <a:pt x="252476" y="17271"/>
                  </a:lnTo>
                  <a:lnTo>
                    <a:pt x="198260" y="26359"/>
                  </a:lnTo>
                  <a:lnTo>
                    <a:pt x="149304" y="37052"/>
                  </a:lnTo>
                  <a:lnTo>
                    <a:pt x="106213" y="49200"/>
                  </a:lnTo>
                  <a:lnTo>
                    <a:pt x="69596" y="62653"/>
                  </a:lnTo>
                  <a:lnTo>
                    <a:pt x="18208" y="92868"/>
                  </a:lnTo>
                  <a:lnTo>
                    <a:pt x="0" y="126491"/>
                  </a:lnTo>
                  <a:lnTo>
                    <a:pt x="4653" y="143654"/>
                  </a:lnTo>
                  <a:lnTo>
                    <a:pt x="40058" y="175724"/>
                  </a:lnTo>
                  <a:lnTo>
                    <a:pt x="106213" y="203783"/>
                  </a:lnTo>
                  <a:lnTo>
                    <a:pt x="149304" y="215931"/>
                  </a:lnTo>
                  <a:lnTo>
                    <a:pt x="198260" y="226624"/>
                  </a:lnTo>
                  <a:lnTo>
                    <a:pt x="252475" y="235712"/>
                  </a:lnTo>
                  <a:lnTo>
                    <a:pt x="311342" y="243042"/>
                  </a:lnTo>
                  <a:lnTo>
                    <a:pt x="374253" y="248464"/>
                  </a:lnTo>
                  <a:lnTo>
                    <a:pt x="440600" y="251829"/>
                  </a:lnTo>
                  <a:lnTo>
                    <a:pt x="509778" y="252983"/>
                  </a:lnTo>
                  <a:lnTo>
                    <a:pt x="578955" y="251829"/>
                  </a:lnTo>
                  <a:lnTo>
                    <a:pt x="645302" y="248464"/>
                  </a:lnTo>
                  <a:lnTo>
                    <a:pt x="708213" y="243042"/>
                  </a:lnTo>
                  <a:lnTo>
                    <a:pt x="767080" y="235711"/>
                  </a:lnTo>
                  <a:lnTo>
                    <a:pt x="821295" y="226624"/>
                  </a:lnTo>
                  <a:lnTo>
                    <a:pt x="870251" y="215931"/>
                  </a:lnTo>
                  <a:lnTo>
                    <a:pt x="913342" y="203783"/>
                  </a:lnTo>
                  <a:lnTo>
                    <a:pt x="949959" y="190330"/>
                  </a:lnTo>
                  <a:lnTo>
                    <a:pt x="1001347" y="160115"/>
                  </a:lnTo>
                  <a:lnTo>
                    <a:pt x="1019556" y="126491"/>
                  </a:lnTo>
                  <a:lnTo>
                    <a:pt x="1014902" y="109329"/>
                  </a:lnTo>
                  <a:lnTo>
                    <a:pt x="979497" y="77259"/>
                  </a:lnTo>
                  <a:lnTo>
                    <a:pt x="913342" y="49200"/>
                  </a:lnTo>
                  <a:lnTo>
                    <a:pt x="870251" y="37052"/>
                  </a:lnTo>
                  <a:lnTo>
                    <a:pt x="821295" y="26359"/>
                  </a:lnTo>
                  <a:lnTo>
                    <a:pt x="767080" y="17271"/>
                  </a:lnTo>
                  <a:lnTo>
                    <a:pt x="708213" y="9941"/>
                  </a:lnTo>
                  <a:lnTo>
                    <a:pt x="645302" y="4519"/>
                  </a:lnTo>
                  <a:lnTo>
                    <a:pt x="578955" y="1154"/>
                  </a:lnTo>
                  <a:lnTo>
                    <a:pt x="509778" y="0"/>
                  </a:lnTo>
                  <a:close/>
                </a:path>
              </a:pathLst>
            </a:custGeom>
            <a:solidFill>
              <a:srgbClr val="C5D9F0"/>
            </a:solidFill>
          </p:spPr>
          <p:txBody>
            <a:bodyPr wrap="square" lIns="0" tIns="0" rIns="0" bIns="0" rtlCol="0"/>
            <a:lstStyle/>
            <a:p>
              <a:endParaRPr/>
            </a:p>
          </p:txBody>
        </p:sp>
        <p:sp>
          <p:nvSpPr>
            <p:cNvPr id="84" name="object 84"/>
            <p:cNvSpPr/>
            <p:nvPr/>
          </p:nvSpPr>
          <p:spPr>
            <a:xfrm>
              <a:off x="2756916" y="5301996"/>
              <a:ext cx="1019810" cy="253365"/>
            </a:xfrm>
            <a:custGeom>
              <a:avLst/>
              <a:gdLst/>
              <a:ahLst/>
              <a:cxnLst/>
              <a:rect l="l" t="t" r="r" b="b"/>
              <a:pathLst>
                <a:path w="1019810" h="253364">
                  <a:moveTo>
                    <a:pt x="0" y="126491"/>
                  </a:moveTo>
                  <a:lnTo>
                    <a:pt x="18208" y="92868"/>
                  </a:lnTo>
                  <a:lnTo>
                    <a:pt x="69596" y="62653"/>
                  </a:lnTo>
                  <a:lnTo>
                    <a:pt x="106213" y="49200"/>
                  </a:lnTo>
                  <a:lnTo>
                    <a:pt x="149304" y="37052"/>
                  </a:lnTo>
                  <a:lnTo>
                    <a:pt x="198260" y="26359"/>
                  </a:lnTo>
                  <a:lnTo>
                    <a:pt x="252476" y="17271"/>
                  </a:lnTo>
                  <a:lnTo>
                    <a:pt x="311342" y="9941"/>
                  </a:lnTo>
                  <a:lnTo>
                    <a:pt x="374253" y="4519"/>
                  </a:lnTo>
                  <a:lnTo>
                    <a:pt x="440600" y="1154"/>
                  </a:lnTo>
                  <a:lnTo>
                    <a:pt x="509778" y="0"/>
                  </a:lnTo>
                  <a:lnTo>
                    <a:pt x="578955" y="1154"/>
                  </a:lnTo>
                  <a:lnTo>
                    <a:pt x="645302" y="4519"/>
                  </a:lnTo>
                  <a:lnTo>
                    <a:pt x="708213" y="9941"/>
                  </a:lnTo>
                  <a:lnTo>
                    <a:pt x="767080" y="17271"/>
                  </a:lnTo>
                  <a:lnTo>
                    <a:pt x="821295" y="26359"/>
                  </a:lnTo>
                  <a:lnTo>
                    <a:pt x="870251" y="37052"/>
                  </a:lnTo>
                  <a:lnTo>
                    <a:pt x="913342" y="49200"/>
                  </a:lnTo>
                  <a:lnTo>
                    <a:pt x="949959" y="62653"/>
                  </a:lnTo>
                  <a:lnTo>
                    <a:pt x="1001347" y="92868"/>
                  </a:lnTo>
                  <a:lnTo>
                    <a:pt x="1019556" y="126491"/>
                  </a:lnTo>
                  <a:lnTo>
                    <a:pt x="1014902" y="143654"/>
                  </a:lnTo>
                  <a:lnTo>
                    <a:pt x="979497" y="175724"/>
                  </a:lnTo>
                  <a:lnTo>
                    <a:pt x="913342" y="203783"/>
                  </a:lnTo>
                  <a:lnTo>
                    <a:pt x="870251" y="215931"/>
                  </a:lnTo>
                  <a:lnTo>
                    <a:pt x="821295" y="226624"/>
                  </a:lnTo>
                  <a:lnTo>
                    <a:pt x="767080" y="235711"/>
                  </a:lnTo>
                  <a:lnTo>
                    <a:pt x="708213" y="243042"/>
                  </a:lnTo>
                  <a:lnTo>
                    <a:pt x="645302" y="248464"/>
                  </a:lnTo>
                  <a:lnTo>
                    <a:pt x="578955" y="251829"/>
                  </a:lnTo>
                  <a:lnTo>
                    <a:pt x="509778" y="252983"/>
                  </a:lnTo>
                  <a:lnTo>
                    <a:pt x="440600" y="251829"/>
                  </a:lnTo>
                  <a:lnTo>
                    <a:pt x="374253" y="248464"/>
                  </a:lnTo>
                  <a:lnTo>
                    <a:pt x="311342" y="243042"/>
                  </a:lnTo>
                  <a:lnTo>
                    <a:pt x="252475" y="235712"/>
                  </a:lnTo>
                  <a:lnTo>
                    <a:pt x="198260" y="226624"/>
                  </a:lnTo>
                  <a:lnTo>
                    <a:pt x="149304" y="215931"/>
                  </a:lnTo>
                  <a:lnTo>
                    <a:pt x="106213" y="203783"/>
                  </a:lnTo>
                  <a:lnTo>
                    <a:pt x="69595" y="190330"/>
                  </a:lnTo>
                  <a:lnTo>
                    <a:pt x="18208" y="160115"/>
                  </a:lnTo>
                  <a:lnTo>
                    <a:pt x="0" y="126491"/>
                  </a:lnTo>
                  <a:close/>
                </a:path>
              </a:pathLst>
            </a:custGeom>
            <a:ln w="12699">
              <a:solidFill>
                <a:srgbClr val="001F5F"/>
              </a:solidFill>
            </a:ln>
          </p:spPr>
          <p:txBody>
            <a:bodyPr wrap="square" lIns="0" tIns="0" rIns="0" bIns="0" rtlCol="0"/>
            <a:lstStyle/>
            <a:p>
              <a:endParaRPr/>
            </a:p>
          </p:txBody>
        </p:sp>
      </p:grpSp>
      <p:sp>
        <p:nvSpPr>
          <p:cNvPr id="85" name="object 85"/>
          <p:cNvSpPr txBox="1"/>
          <p:nvPr/>
        </p:nvSpPr>
        <p:spPr>
          <a:xfrm>
            <a:off x="6341610" y="4899786"/>
            <a:ext cx="280035" cy="162560"/>
          </a:xfrm>
          <a:prstGeom prst="rect">
            <a:avLst/>
          </a:prstGeom>
        </p:spPr>
        <p:txBody>
          <a:bodyPr vert="horz" wrap="square" lIns="0" tIns="12700" rIns="0" bIns="0" rtlCol="0">
            <a:spAutoFit/>
          </a:bodyPr>
          <a:lstStyle/>
          <a:p>
            <a:pPr marL="12700">
              <a:lnSpc>
                <a:spcPct val="100000"/>
              </a:lnSpc>
              <a:spcBef>
                <a:spcPts val="100"/>
              </a:spcBef>
              <a:tabLst>
                <a:tab pos="266065" algn="l"/>
              </a:tabLst>
            </a:pPr>
            <a:r>
              <a:rPr sz="900" u="sng" dirty="0">
                <a:uFill>
                  <a:solidFill>
                    <a:srgbClr val="001F5F"/>
                  </a:solidFill>
                </a:uFill>
                <a:latin typeface="Times New Roman"/>
                <a:cs typeface="Times New Roman"/>
              </a:rPr>
              <a:t> 	</a:t>
            </a:r>
            <a:endParaRPr sz="900">
              <a:latin typeface="Times New Roman"/>
              <a:cs typeface="Times New Roman"/>
            </a:endParaRPr>
          </a:p>
        </p:txBody>
      </p:sp>
      <p:sp>
        <p:nvSpPr>
          <p:cNvPr id="86" name="object 86"/>
          <p:cNvSpPr txBox="1"/>
          <p:nvPr/>
        </p:nvSpPr>
        <p:spPr>
          <a:xfrm>
            <a:off x="2998723" y="5361178"/>
            <a:ext cx="535940" cy="147955"/>
          </a:xfrm>
          <a:prstGeom prst="rect">
            <a:avLst/>
          </a:prstGeom>
        </p:spPr>
        <p:txBody>
          <a:bodyPr vert="horz" wrap="square" lIns="0" tIns="12700" rIns="0" bIns="0" rtlCol="0">
            <a:spAutoFit/>
          </a:bodyPr>
          <a:lstStyle/>
          <a:p>
            <a:pPr marL="12700">
              <a:lnSpc>
                <a:spcPct val="100000"/>
              </a:lnSpc>
              <a:spcBef>
                <a:spcPts val="100"/>
              </a:spcBef>
            </a:pPr>
            <a:r>
              <a:rPr sz="800" b="1" dirty="0">
                <a:latin typeface="Microsoft YaHei UI"/>
                <a:cs typeface="Microsoft YaHei UI"/>
              </a:rPr>
              <a:t>社長報告後</a:t>
            </a:r>
            <a:endParaRPr sz="800">
              <a:latin typeface="Microsoft YaHei UI"/>
              <a:cs typeface="Microsoft YaHei UI"/>
            </a:endParaRPr>
          </a:p>
        </p:txBody>
      </p:sp>
      <p:sp>
        <p:nvSpPr>
          <p:cNvPr id="87" name="object 87"/>
          <p:cNvSpPr/>
          <p:nvPr/>
        </p:nvSpPr>
        <p:spPr>
          <a:xfrm>
            <a:off x="6131052" y="4666488"/>
            <a:ext cx="937260" cy="381000"/>
          </a:xfrm>
          <a:custGeom>
            <a:avLst/>
            <a:gdLst/>
            <a:ahLst/>
            <a:cxnLst/>
            <a:rect l="l" t="t" r="r" b="b"/>
            <a:pathLst>
              <a:path w="937259" h="381000">
                <a:moveTo>
                  <a:pt x="937259" y="0"/>
                </a:moveTo>
                <a:lnTo>
                  <a:pt x="0" y="0"/>
                </a:lnTo>
                <a:lnTo>
                  <a:pt x="0" y="360044"/>
                </a:lnTo>
                <a:lnTo>
                  <a:pt x="63860" y="368382"/>
                </a:lnTo>
                <a:lnTo>
                  <a:pt x="121952" y="374404"/>
                </a:lnTo>
                <a:lnTo>
                  <a:pt x="174882" y="378304"/>
                </a:lnTo>
                <a:lnTo>
                  <a:pt x="223258" y="380281"/>
                </a:lnTo>
                <a:lnTo>
                  <a:pt x="267687" y="380528"/>
                </a:lnTo>
                <a:lnTo>
                  <a:pt x="308776" y="379243"/>
                </a:lnTo>
                <a:lnTo>
                  <a:pt x="347133" y="376620"/>
                </a:lnTo>
                <a:lnTo>
                  <a:pt x="418078" y="368149"/>
                </a:lnTo>
                <a:lnTo>
                  <a:pt x="485379" y="356681"/>
                </a:lnTo>
                <a:lnTo>
                  <a:pt x="553895" y="343783"/>
                </a:lnTo>
                <a:lnTo>
                  <a:pt x="590126" y="337288"/>
                </a:lnTo>
                <a:lnTo>
                  <a:pt x="628483" y="331023"/>
                </a:lnTo>
                <a:lnTo>
                  <a:pt x="669572" y="325185"/>
                </a:lnTo>
                <a:lnTo>
                  <a:pt x="714001" y="319969"/>
                </a:lnTo>
                <a:lnTo>
                  <a:pt x="762377" y="315571"/>
                </a:lnTo>
                <a:lnTo>
                  <a:pt x="815307" y="312187"/>
                </a:lnTo>
                <a:lnTo>
                  <a:pt x="873399" y="310013"/>
                </a:lnTo>
                <a:lnTo>
                  <a:pt x="937259" y="309244"/>
                </a:lnTo>
                <a:lnTo>
                  <a:pt x="937259" y="0"/>
                </a:lnTo>
                <a:close/>
              </a:path>
            </a:pathLst>
          </a:custGeom>
          <a:solidFill>
            <a:srgbClr val="DCE6F1"/>
          </a:solidFill>
        </p:spPr>
        <p:txBody>
          <a:bodyPr wrap="square" lIns="0" tIns="0" rIns="0" bIns="0" rtlCol="0"/>
          <a:lstStyle/>
          <a:p>
            <a:endParaRPr/>
          </a:p>
        </p:txBody>
      </p:sp>
      <p:sp>
        <p:nvSpPr>
          <p:cNvPr id="88" name="object 88"/>
          <p:cNvSpPr txBox="1"/>
          <p:nvPr/>
        </p:nvSpPr>
        <p:spPr>
          <a:xfrm>
            <a:off x="6210427" y="4686427"/>
            <a:ext cx="716280" cy="283845"/>
          </a:xfrm>
          <a:prstGeom prst="rect">
            <a:avLst/>
          </a:prstGeom>
        </p:spPr>
        <p:txBody>
          <a:bodyPr vert="horz" wrap="square" lIns="0" tIns="12700" rIns="0" bIns="0" rtlCol="0">
            <a:spAutoFit/>
          </a:bodyPr>
          <a:lstStyle/>
          <a:p>
            <a:pPr marL="12700">
              <a:lnSpc>
                <a:spcPts val="1075"/>
              </a:lnSpc>
              <a:spcBef>
                <a:spcPts val="100"/>
              </a:spcBef>
            </a:pPr>
            <a:r>
              <a:rPr sz="900" b="1" spc="-445" dirty="0">
                <a:latin typeface="Microsoft YaHei UI"/>
                <a:cs typeface="Microsoft YaHei UI"/>
              </a:rPr>
              <a:t>【</a:t>
            </a:r>
            <a:r>
              <a:rPr sz="900" b="1" spc="-30" dirty="0">
                <a:latin typeface="Microsoft YaHei UI"/>
                <a:cs typeface="Microsoft YaHei UI"/>
              </a:rPr>
              <a:t>キ</a:t>
            </a:r>
            <a:r>
              <a:rPr sz="900" b="1" spc="-65" dirty="0">
                <a:latin typeface="Microsoft YaHei UI"/>
                <a:cs typeface="Microsoft YaHei UI"/>
              </a:rPr>
              <a:t>ン</a:t>
            </a:r>
            <a:r>
              <a:rPr sz="900" b="1" spc="-210" dirty="0">
                <a:latin typeface="Microsoft YaHei UI"/>
                <a:cs typeface="Microsoft YaHei UI"/>
              </a:rPr>
              <a:t>ト</a:t>
            </a:r>
            <a:r>
              <a:rPr sz="900" b="1" spc="-50" dirty="0">
                <a:latin typeface="Microsoft YaHei UI"/>
                <a:cs typeface="Microsoft YaHei UI"/>
              </a:rPr>
              <a:t>ーン</a:t>
            </a:r>
            <a:r>
              <a:rPr sz="900" b="1" spc="-450" dirty="0">
                <a:latin typeface="Microsoft YaHei UI"/>
                <a:cs typeface="Microsoft YaHei UI"/>
              </a:rPr>
              <a:t>】</a:t>
            </a:r>
            <a:endParaRPr sz="900">
              <a:latin typeface="Microsoft YaHei UI"/>
              <a:cs typeface="Microsoft YaHei UI"/>
            </a:endParaRPr>
          </a:p>
          <a:p>
            <a:pPr marL="12700">
              <a:lnSpc>
                <a:spcPts val="955"/>
              </a:lnSpc>
            </a:pPr>
            <a:r>
              <a:rPr sz="800" spc="35" dirty="0">
                <a:latin typeface="MS UI Gothic"/>
                <a:cs typeface="MS UI Gothic"/>
              </a:rPr>
              <a:t>幹部会</a:t>
            </a:r>
            <a:r>
              <a:rPr sz="800" spc="25" dirty="0">
                <a:latin typeface="MS UI Gothic"/>
                <a:cs typeface="MS UI Gothic"/>
              </a:rPr>
              <a:t>ス</a:t>
            </a:r>
            <a:r>
              <a:rPr sz="800" spc="110" dirty="0">
                <a:latin typeface="MS UI Gothic"/>
                <a:cs typeface="MS UI Gothic"/>
              </a:rPr>
              <a:t>ペー</a:t>
            </a:r>
            <a:r>
              <a:rPr sz="800" spc="135" dirty="0">
                <a:latin typeface="MS UI Gothic"/>
                <a:cs typeface="MS UI Gothic"/>
              </a:rPr>
              <a:t>ス</a:t>
            </a:r>
            <a:endParaRPr sz="800">
              <a:latin typeface="MS UI Gothic"/>
              <a:cs typeface="MS UI Gothic"/>
            </a:endParaRPr>
          </a:p>
        </p:txBody>
      </p:sp>
      <p:grpSp>
        <p:nvGrpSpPr>
          <p:cNvPr id="89" name="object 89"/>
          <p:cNvGrpSpPr/>
          <p:nvPr/>
        </p:nvGrpSpPr>
        <p:grpSpPr>
          <a:xfrm>
            <a:off x="5052314" y="6085585"/>
            <a:ext cx="1739900" cy="353060"/>
            <a:chOff x="5052314" y="6085585"/>
            <a:chExt cx="1739900" cy="353060"/>
          </a:xfrm>
        </p:grpSpPr>
        <p:sp>
          <p:nvSpPr>
            <p:cNvPr id="90" name="object 90"/>
            <p:cNvSpPr/>
            <p:nvPr/>
          </p:nvSpPr>
          <p:spPr>
            <a:xfrm>
              <a:off x="5065014" y="6098285"/>
              <a:ext cx="1714500" cy="327660"/>
            </a:xfrm>
            <a:custGeom>
              <a:avLst/>
              <a:gdLst/>
              <a:ahLst/>
              <a:cxnLst/>
              <a:rect l="l" t="t" r="r" b="b"/>
              <a:pathLst>
                <a:path w="1714500" h="327660">
                  <a:moveTo>
                    <a:pt x="1557528" y="0"/>
                  </a:moveTo>
                  <a:lnTo>
                    <a:pt x="0" y="0"/>
                  </a:lnTo>
                  <a:lnTo>
                    <a:pt x="0" y="327659"/>
                  </a:lnTo>
                  <a:lnTo>
                    <a:pt x="1557528" y="327659"/>
                  </a:lnTo>
                  <a:lnTo>
                    <a:pt x="1557528" y="273049"/>
                  </a:lnTo>
                  <a:lnTo>
                    <a:pt x="1713991" y="314591"/>
                  </a:lnTo>
                  <a:lnTo>
                    <a:pt x="1557528" y="191134"/>
                  </a:lnTo>
                  <a:lnTo>
                    <a:pt x="1557528" y="0"/>
                  </a:lnTo>
                  <a:close/>
                </a:path>
              </a:pathLst>
            </a:custGeom>
            <a:solidFill>
              <a:srgbClr val="FFFFCC"/>
            </a:solidFill>
          </p:spPr>
          <p:txBody>
            <a:bodyPr wrap="square" lIns="0" tIns="0" rIns="0" bIns="0" rtlCol="0"/>
            <a:lstStyle/>
            <a:p>
              <a:endParaRPr/>
            </a:p>
          </p:txBody>
        </p:sp>
        <p:sp>
          <p:nvSpPr>
            <p:cNvPr id="91" name="object 91"/>
            <p:cNvSpPr/>
            <p:nvPr/>
          </p:nvSpPr>
          <p:spPr>
            <a:xfrm>
              <a:off x="5065014" y="6098285"/>
              <a:ext cx="1714500" cy="327660"/>
            </a:xfrm>
            <a:custGeom>
              <a:avLst/>
              <a:gdLst/>
              <a:ahLst/>
              <a:cxnLst/>
              <a:rect l="l" t="t" r="r" b="b"/>
              <a:pathLst>
                <a:path w="1714500" h="327660">
                  <a:moveTo>
                    <a:pt x="0" y="0"/>
                  </a:moveTo>
                  <a:lnTo>
                    <a:pt x="908558" y="0"/>
                  </a:lnTo>
                  <a:lnTo>
                    <a:pt x="1297939" y="0"/>
                  </a:lnTo>
                  <a:lnTo>
                    <a:pt x="1557528" y="0"/>
                  </a:lnTo>
                  <a:lnTo>
                    <a:pt x="1557528" y="191134"/>
                  </a:lnTo>
                  <a:lnTo>
                    <a:pt x="1713991" y="314591"/>
                  </a:lnTo>
                  <a:lnTo>
                    <a:pt x="1557528" y="273049"/>
                  </a:lnTo>
                  <a:lnTo>
                    <a:pt x="1557528" y="327659"/>
                  </a:lnTo>
                  <a:lnTo>
                    <a:pt x="1297939" y="327659"/>
                  </a:lnTo>
                  <a:lnTo>
                    <a:pt x="908558" y="327659"/>
                  </a:lnTo>
                  <a:lnTo>
                    <a:pt x="0" y="327659"/>
                  </a:lnTo>
                  <a:lnTo>
                    <a:pt x="0" y="273049"/>
                  </a:lnTo>
                  <a:lnTo>
                    <a:pt x="0" y="191134"/>
                  </a:lnTo>
                  <a:lnTo>
                    <a:pt x="0" y="0"/>
                  </a:lnTo>
                  <a:close/>
                </a:path>
              </a:pathLst>
            </a:custGeom>
            <a:ln w="25400">
              <a:solidFill>
                <a:srgbClr val="FFC000"/>
              </a:solidFill>
            </a:ln>
          </p:spPr>
          <p:txBody>
            <a:bodyPr wrap="square" lIns="0" tIns="0" rIns="0" bIns="0" rtlCol="0"/>
            <a:lstStyle/>
            <a:p>
              <a:endParaRPr/>
            </a:p>
          </p:txBody>
        </p:sp>
      </p:grpSp>
      <p:sp>
        <p:nvSpPr>
          <p:cNvPr id="92" name="object 92"/>
          <p:cNvSpPr txBox="1"/>
          <p:nvPr/>
        </p:nvSpPr>
        <p:spPr>
          <a:xfrm>
            <a:off x="5154548" y="6119266"/>
            <a:ext cx="1379220" cy="299720"/>
          </a:xfrm>
          <a:prstGeom prst="rect">
            <a:avLst/>
          </a:prstGeom>
        </p:spPr>
        <p:txBody>
          <a:bodyPr vert="horz" wrap="square" lIns="0" tIns="12700" rIns="0" bIns="0" rtlCol="0">
            <a:spAutoFit/>
          </a:bodyPr>
          <a:lstStyle/>
          <a:p>
            <a:pPr marL="123825" marR="5080" indent="-111760">
              <a:lnSpc>
                <a:spcPct val="100000"/>
              </a:lnSpc>
              <a:spcBef>
                <a:spcPts val="100"/>
              </a:spcBef>
            </a:pPr>
            <a:r>
              <a:rPr sz="900" b="1" spc="-15" dirty="0">
                <a:latin typeface="Microsoft YaHei UI"/>
                <a:cs typeface="Microsoft YaHei UI"/>
              </a:rPr>
              <a:t>今回新設の採用調達チーム </a:t>
            </a:r>
            <a:r>
              <a:rPr sz="900" b="1" spc="-175" dirty="0">
                <a:latin typeface="Microsoft YaHei UI"/>
                <a:cs typeface="Microsoft YaHei UI"/>
              </a:rPr>
              <a:t>イ</a:t>
            </a:r>
            <a:r>
              <a:rPr sz="900" b="1" spc="-65" dirty="0">
                <a:latin typeface="Microsoft YaHei UI"/>
                <a:cs typeface="Microsoft YaHei UI"/>
              </a:rPr>
              <a:t>ン</a:t>
            </a:r>
            <a:r>
              <a:rPr sz="900" b="1" spc="-50" dirty="0">
                <a:latin typeface="Microsoft YaHei UI"/>
                <a:cs typeface="Microsoft YaHei UI"/>
              </a:rPr>
              <a:t>セ</a:t>
            </a:r>
            <a:r>
              <a:rPr sz="900" b="1" spc="-65" dirty="0">
                <a:latin typeface="Microsoft YaHei UI"/>
                <a:cs typeface="Microsoft YaHei UI"/>
              </a:rPr>
              <a:t>ン</a:t>
            </a:r>
            <a:r>
              <a:rPr sz="900" b="1" spc="-95" dirty="0">
                <a:latin typeface="Microsoft YaHei UI"/>
                <a:cs typeface="Microsoft YaHei UI"/>
              </a:rPr>
              <a:t>テ</a:t>
            </a:r>
            <a:r>
              <a:rPr sz="900" b="1" spc="-100" dirty="0">
                <a:latin typeface="Microsoft YaHei UI"/>
                <a:cs typeface="Microsoft YaHei UI"/>
              </a:rPr>
              <a:t>ィ</a:t>
            </a:r>
            <a:r>
              <a:rPr sz="900" b="1" spc="-30" dirty="0">
                <a:latin typeface="Microsoft YaHei UI"/>
                <a:cs typeface="Microsoft YaHei UI"/>
              </a:rPr>
              <a:t>ブ</a:t>
            </a:r>
            <a:r>
              <a:rPr sz="900" b="1" spc="-15" dirty="0">
                <a:latin typeface="Microsoft YaHei UI"/>
                <a:cs typeface="Microsoft YaHei UI"/>
              </a:rPr>
              <a:t>ポ</a:t>
            </a:r>
            <a:r>
              <a:rPr sz="900" b="1" spc="-175" dirty="0">
                <a:latin typeface="Microsoft YaHei UI"/>
                <a:cs typeface="Microsoft YaHei UI"/>
              </a:rPr>
              <a:t>イ</a:t>
            </a:r>
            <a:r>
              <a:rPr sz="900" b="1" spc="-65" dirty="0">
                <a:latin typeface="Microsoft YaHei UI"/>
                <a:cs typeface="Microsoft YaHei UI"/>
              </a:rPr>
              <a:t>ン</a:t>
            </a:r>
            <a:r>
              <a:rPr sz="900" b="1" spc="-200" dirty="0">
                <a:latin typeface="Microsoft YaHei UI"/>
                <a:cs typeface="Microsoft YaHei UI"/>
              </a:rPr>
              <a:t>ト</a:t>
            </a:r>
            <a:endParaRPr sz="900">
              <a:latin typeface="Microsoft YaHei UI"/>
              <a:cs typeface="Microsoft YaHei UI"/>
            </a:endParaRPr>
          </a:p>
        </p:txBody>
      </p:sp>
      <p:grpSp>
        <p:nvGrpSpPr>
          <p:cNvPr id="93" name="object 93"/>
          <p:cNvGrpSpPr/>
          <p:nvPr/>
        </p:nvGrpSpPr>
        <p:grpSpPr>
          <a:xfrm>
            <a:off x="3515677" y="3748849"/>
            <a:ext cx="1314450" cy="483870"/>
            <a:chOff x="3515677" y="3748849"/>
            <a:chExt cx="1314450" cy="483870"/>
          </a:xfrm>
        </p:grpSpPr>
        <p:sp>
          <p:nvSpPr>
            <p:cNvPr id="94" name="object 94"/>
            <p:cNvSpPr/>
            <p:nvPr/>
          </p:nvSpPr>
          <p:spPr>
            <a:xfrm>
              <a:off x="3520440" y="3753611"/>
              <a:ext cx="1304925" cy="474345"/>
            </a:xfrm>
            <a:custGeom>
              <a:avLst/>
              <a:gdLst/>
              <a:ahLst/>
              <a:cxnLst/>
              <a:rect l="l" t="t" r="r" b="b"/>
              <a:pathLst>
                <a:path w="1304925" h="474345">
                  <a:moveTo>
                    <a:pt x="1304544" y="0"/>
                  </a:moveTo>
                  <a:lnTo>
                    <a:pt x="0" y="0"/>
                  </a:lnTo>
                  <a:lnTo>
                    <a:pt x="0" y="448310"/>
                  </a:lnTo>
                  <a:lnTo>
                    <a:pt x="65203" y="456123"/>
                  </a:lnTo>
                  <a:lnTo>
                    <a:pt x="126073" y="462388"/>
                  </a:lnTo>
                  <a:lnTo>
                    <a:pt x="182932" y="467198"/>
                  </a:lnTo>
                  <a:lnTo>
                    <a:pt x="236100" y="470645"/>
                  </a:lnTo>
                  <a:lnTo>
                    <a:pt x="285898" y="472821"/>
                  </a:lnTo>
                  <a:lnTo>
                    <a:pt x="332648" y="473821"/>
                  </a:lnTo>
                  <a:lnTo>
                    <a:pt x="376669" y="473735"/>
                  </a:lnTo>
                  <a:lnTo>
                    <a:pt x="418284" y="472657"/>
                  </a:lnTo>
                  <a:lnTo>
                    <a:pt x="457812" y="470679"/>
                  </a:lnTo>
                  <a:lnTo>
                    <a:pt x="531894" y="464396"/>
                  </a:lnTo>
                  <a:lnTo>
                    <a:pt x="601484" y="455627"/>
                  </a:lnTo>
                  <a:lnTo>
                    <a:pt x="669147" y="445114"/>
                  </a:lnTo>
                  <a:lnTo>
                    <a:pt x="808968" y="421817"/>
                  </a:lnTo>
                  <a:lnTo>
                    <a:pt x="846731" y="416061"/>
                  </a:lnTo>
                  <a:lnTo>
                    <a:pt x="886259" y="410517"/>
                  </a:lnTo>
                  <a:lnTo>
                    <a:pt x="927874" y="405278"/>
                  </a:lnTo>
                  <a:lnTo>
                    <a:pt x="971895" y="400438"/>
                  </a:lnTo>
                  <a:lnTo>
                    <a:pt x="1018645" y="396087"/>
                  </a:lnTo>
                  <a:lnTo>
                    <a:pt x="1068443" y="392320"/>
                  </a:lnTo>
                  <a:lnTo>
                    <a:pt x="1121611" y="389229"/>
                  </a:lnTo>
                  <a:lnTo>
                    <a:pt x="1178470" y="386906"/>
                  </a:lnTo>
                  <a:lnTo>
                    <a:pt x="1239340" y="385444"/>
                  </a:lnTo>
                  <a:lnTo>
                    <a:pt x="1304544" y="384937"/>
                  </a:lnTo>
                  <a:lnTo>
                    <a:pt x="1304544" y="0"/>
                  </a:lnTo>
                  <a:close/>
                </a:path>
              </a:pathLst>
            </a:custGeom>
            <a:solidFill>
              <a:srgbClr val="DCE6F1"/>
            </a:solidFill>
          </p:spPr>
          <p:txBody>
            <a:bodyPr wrap="square" lIns="0" tIns="0" rIns="0" bIns="0" rtlCol="0"/>
            <a:lstStyle/>
            <a:p>
              <a:endParaRPr/>
            </a:p>
          </p:txBody>
        </p:sp>
        <p:sp>
          <p:nvSpPr>
            <p:cNvPr id="95" name="object 95"/>
            <p:cNvSpPr/>
            <p:nvPr/>
          </p:nvSpPr>
          <p:spPr>
            <a:xfrm>
              <a:off x="3520440" y="3753611"/>
              <a:ext cx="1304925" cy="474345"/>
            </a:xfrm>
            <a:custGeom>
              <a:avLst/>
              <a:gdLst/>
              <a:ahLst/>
              <a:cxnLst/>
              <a:rect l="l" t="t" r="r" b="b"/>
              <a:pathLst>
                <a:path w="1304925" h="474345">
                  <a:moveTo>
                    <a:pt x="0" y="0"/>
                  </a:moveTo>
                  <a:lnTo>
                    <a:pt x="1304544" y="0"/>
                  </a:lnTo>
                  <a:lnTo>
                    <a:pt x="1304544" y="384937"/>
                  </a:lnTo>
                  <a:lnTo>
                    <a:pt x="1239340" y="385444"/>
                  </a:lnTo>
                  <a:lnTo>
                    <a:pt x="1178470" y="386906"/>
                  </a:lnTo>
                  <a:lnTo>
                    <a:pt x="1121611" y="389229"/>
                  </a:lnTo>
                  <a:lnTo>
                    <a:pt x="1068443" y="392320"/>
                  </a:lnTo>
                  <a:lnTo>
                    <a:pt x="1018645" y="396087"/>
                  </a:lnTo>
                  <a:lnTo>
                    <a:pt x="971895" y="400438"/>
                  </a:lnTo>
                  <a:lnTo>
                    <a:pt x="927874" y="405278"/>
                  </a:lnTo>
                  <a:lnTo>
                    <a:pt x="886259" y="410517"/>
                  </a:lnTo>
                  <a:lnTo>
                    <a:pt x="846731" y="416061"/>
                  </a:lnTo>
                  <a:lnTo>
                    <a:pt x="808968" y="421817"/>
                  </a:lnTo>
                  <a:lnTo>
                    <a:pt x="737453" y="433596"/>
                  </a:lnTo>
                  <a:lnTo>
                    <a:pt x="703059" y="439434"/>
                  </a:lnTo>
                  <a:lnTo>
                    <a:pt x="669147" y="445114"/>
                  </a:lnTo>
                  <a:lnTo>
                    <a:pt x="601484" y="455627"/>
                  </a:lnTo>
                  <a:lnTo>
                    <a:pt x="531894" y="464396"/>
                  </a:lnTo>
                  <a:lnTo>
                    <a:pt x="457812" y="470679"/>
                  </a:lnTo>
                  <a:lnTo>
                    <a:pt x="418284" y="472657"/>
                  </a:lnTo>
                  <a:lnTo>
                    <a:pt x="376669" y="473735"/>
                  </a:lnTo>
                  <a:lnTo>
                    <a:pt x="332648" y="473821"/>
                  </a:lnTo>
                  <a:lnTo>
                    <a:pt x="285898" y="472821"/>
                  </a:lnTo>
                  <a:lnTo>
                    <a:pt x="236100" y="470645"/>
                  </a:lnTo>
                  <a:lnTo>
                    <a:pt x="182932" y="467198"/>
                  </a:lnTo>
                  <a:lnTo>
                    <a:pt x="126073" y="462388"/>
                  </a:lnTo>
                  <a:lnTo>
                    <a:pt x="65203" y="456123"/>
                  </a:lnTo>
                  <a:lnTo>
                    <a:pt x="0" y="448310"/>
                  </a:lnTo>
                  <a:lnTo>
                    <a:pt x="0" y="0"/>
                  </a:lnTo>
                  <a:close/>
                </a:path>
              </a:pathLst>
            </a:custGeom>
            <a:ln w="9525">
              <a:solidFill>
                <a:srgbClr val="001F5F"/>
              </a:solidFill>
            </a:ln>
          </p:spPr>
          <p:txBody>
            <a:bodyPr wrap="square" lIns="0" tIns="0" rIns="0" bIns="0" rtlCol="0"/>
            <a:lstStyle/>
            <a:p>
              <a:endParaRPr/>
            </a:p>
          </p:txBody>
        </p:sp>
      </p:grpSp>
      <p:sp>
        <p:nvSpPr>
          <p:cNvPr id="96" name="object 96"/>
          <p:cNvSpPr txBox="1"/>
          <p:nvPr/>
        </p:nvSpPr>
        <p:spPr>
          <a:xfrm>
            <a:off x="3600450" y="3756736"/>
            <a:ext cx="1076960" cy="391795"/>
          </a:xfrm>
          <a:prstGeom prst="rect">
            <a:avLst/>
          </a:prstGeom>
        </p:spPr>
        <p:txBody>
          <a:bodyPr vert="horz" wrap="square" lIns="0" tIns="12700" rIns="0" bIns="0" rtlCol="0">
            <a:spAutoFit/>
          </a:bodyPr>
          <a:lstStyle/>
          <a:p>
            <a:pPr marL="12700">
              <a:lnSpc>
                <a:spcPts val="1080"/>
              </a:lnSpc>
              <a:spcBef>
                <a:spcPts val="100"/>
              </a:spcBef>
            </a:pPr>
            <a:r>
              <a:rPr sz="900" b="1" spc="-450" dirty="0">
                <a:latin typeface="Microsoft YaHei UI"/>
                <a:cs typeface="Microsoft YaHei UI"/>
              </a:rPr>
              <a:t>【</a:t>
            </a:r>
            <a:r>
              <a:rPr sz="900" b="1" spc="-120" dirty="0">
                <a:latin typeface="Microsoft YaHei UI"/>
                <a:cs typeface="Microsoft YaHei UI"/>
              </a:rPr>
              <a:t>時給者</a:t>
            </a:r>
            <a:r>
              <a:rPr sz="900" b="1" spc="30" dirty="0">
                <a:latin typeface="Microsoft YaHei UI"/>
                <a:cs typeface="Microsoft YaHei UI"/>
              </a:rPr>
              <a:t>：LINE</a:t>
            </a:r>
            <a:r>
              <a:rPr sz="900" b="1" spc="-450" dirty="0">
                <a:latin typeface="Microsoft YaHei UI"/>
                <a:cs typeface="Microsoft YaHei UI"/>
              </a:rPr>
              <a:t>】</a:t>
            </a:r>
            <a:endParaRPr sz="900">
              <a:latin typeface="Microsoft YaHei UI"/>
              <a:cs typeface="Microsoft YaHei UI"/>
            </a:endParaRPr>
          </a:p>
          <a:p>
            <a:pPr marL="12700">
              <a:lnSpc>
                <a:spcPts val="955"/>
              </a:lnSpc>
            </a:pPr>
            <a:r>
              <a:rPr sz="800" spc="170" dirty="0">
                <a:latin typeface="MS UI Gothic"/>
                <a:cs typeface="MS UI Gothic"/>
              </a:rPr>
              <a:t>MMI</a:t>
            </a:r>
            <a:r>
              <a:rPr sz="800" spc="40" dirty="0">
                <a:latin typeface="MS UI Gothic"/>
                <a:cs typeface="MS UI Gothic"/>
              </a:rPr>
              <a:t>公式</a:t>
            </a:r>
            <a:r>
              <a:rPr sz="800" spc="30" dirty="0">
                <a:latin typeface="MS UI Gothic"/>
                <a:cs typeface="MS UI Gothic"/>
              </a:rPr>
              <a:t>ア</a:t>
            </a:r>
            <a:r>
              <a:rPr sz="800" spc="160" dirty="0">
                <a:latin typeface="MS UI Gothic"/>
                <a:cs typeface="MS UI Gothic"/>
              </a:rPr>
              <a:t>カ</a:t>
            </a:r>
            <a:r>
              <a:rPr sz="800" spc="165" dirty="0">
                <a:latin typeface="MS UI Gothic"/>
                <a:cs typeface="MS UI Gothic"/>
              </a:rPr>
              <a:t>ウ</a:t>
            </a:r>
            <a:r>
              <a:rPr sz="800" spc="114" dirty="0">
                <a:latin typeface="MS UI Gothic"/>
                <a:cs typeface="MS UI Gothic"/>
              </a:rPr>
              <a:t>ン</a:t>
            </a:r>
            <a:r>
              <a:rPr sz="800" spc="45" dirty="0">
                <a:latin typeface="MS UI Gothic"/>
                <a:cs typeface="MS UI Gothic"/>
              </a:rPr>
              <a:t>ト</a:t>
            </a:r>
            <a:endParaRPr sz="800">
              <a:latin typeface="MS UI Gothic"/>
              <a:cs typeface="MS UI Gothic"/>
            </a:endParaRPr>
          </a:p>
          <a:p>
            <a:pPr marL="12700">
              <a:lnSpc>
                <a:spcPct val="100000"/>
              </a:lnSpc>
              <a:spcBef>
                <a:spcPts val="5"/>
              </a:spcBef>
            </a:pPr>
            <a:r>
              <a:rPr sz="700" b="1" spc="-80" dirty="0">
                <a:latin typeface="Microsoft YaHei UI"/>
                <a:cs typeface="Microsoft YaHei UI"/>
              </a:rPr>
              <a:t>エ</a:t>
            </a:r>
            <a:r>
              <a:rPr sz="700" b="1" spc="-65" dirty="0">
                <a:latin typeface="Microsoft YaHei UI"/>
                <a:cs typeface="Microsoft YaHei UI"/>
              </a:rPr>
              <a:t>ム</a:t>
            </a:r>
            <a:r>
              <a:rPr sz="700" b="1" spc="-80" dirty="0">
                <a:latin typeface="Microsoft YaHei UI"/>
                <a:cs typeface="Microsoft YaHei UI"/>
              </a:rPr>
              <a:t>エ</a:t>
            </a:r>
            <a:r>
              <a:rPr sz="700" b="1" spc="-65" dirty="0">
                <a:latin typeface="Microsoft YaHei UI"/>
                <a:cs typeface="Microsoft YaHei UI"/>
              </a:rPr>
              <a:t>ム</a:t>
            </a:r>
            <a:r>
              <a:rPr sz="700" b="1" spc="-75" dirty="0">
                <a:latin typeface="Microsoft YaHei UI"/>
                <a:cs typeface="Microsoft YaHei UI"/>
              </a:rPr>
              <a:t>インター</a:t>
            </a:r>
            <a:r>
              <a:rPr sz="700" b="1" spc="-35" dirty="0">
                <a:latin typeface="Microsoft YaHei UI"/>
                <a:cs typeface="Microsoft YaHei UI"/>
              </a:rPr>
              <a:t>ナ</a:t>
            </a:r>
            <a:r>
              <a:rPr sz="700" b="1" spc="-70" dirty="0">
                <a:latin typeface="Microsoft YaHei UI"/>
                <a:cs typeface="Microsoft YaHei UI"/>
              </a:rPr>
              <a:t>シ</a:t>
            </a:r>
            <a:r>
              <a:rPr sz="700" b="1" spc="-125" dirty="0">
                <a:latin typeface="Microsoft YaHei UI"/>
                <a:cs typeface="Microsoft YaHei UI"/>
              </a:rPr>
              <a:t>ョ</a:t>
            </a:r>
            <a:r>
              <a:rPr sz="700" b="1" spc="-35" dirty="0">
                <a:latin typeface="Microsoft YaHei UI"/>
                <a:cs typeface="Microsoft YaHei UI"/>
              </a:rPr>
              <a:t>ナ</a:t>
            </a:r>
            <a:r>
              <a:rPr sz="700" b="1" spc="-5" dirty="0">
                <a:latin typeface="Microsoft YaHei UI"/>
                <a:cs typeface="Microsoft YaHei UI"/>
              </a:rPr>
              <a:t>ル</a:t>
            </a:r>
            <a:endParaRPr sz="700">
              <a:latin typeface="Microsoft YaHei UI"/>
              <a:cs typeface="Microsoft YaHei UI"/>
            </a:endParaRPr>
          </a:p>
        </p:txBody>
      </p:sp>
      <p:grpSp>
        <p:nvGrpSpPr>
          <p:cNvPr id="97" name="object 97"/>
          <p:cNvGrpSpPr/>
          <p:nvPr/>
        </p:nvGrpSpPr>
        <p:grpSpPr>
          <a:xfrm>
            <a:off x="4178553" y="2555494"/>
            <a:ext cx="932180" cy="274955"/>
            <a:chOff x="4178553" y="2555494"/>
            <a:chExt cx="932180" cy="274955"/>
          </a:xfrm>
        </p:grpSpPr>
        <p:sp>
          <p:nvSpPr>
            <p:cNvPr id="98" name="object 98"/>
            <p:cNvSpPr/>
            <p:nvPr/>
          </p:nvSpPr>
          <p:spPr>
            <a:xfrm>
              <a:off x="4184903" y="2561844"/>
              <a:ext cx="919480" cy="262255"/>
            </a:xfrm>
            <a:custGeom>
              <a:avLst/>
              <a:gdLst/>
              <a:ahLst/>
              <a:cxnLst/>
              <a:rect l="l" t="t" r="r" b="b"/>
              <a:pathLst>
                <a:path w="919479" h="262255">
                  <a:moveTo>
                    <a:pt x="459486" y="0"/>
                  </a:moveTo>
                  <a:lnTo>
                    <a:pt x="391591" y="1420"/>
                  </a:lnTo>
                  <a:lnTo>
                    <a:pt x="326788" y="5548"/>
                  </a:lnTo>
                  <a:lnTo>
                    <a:pt x="265787" y="12180"/>
                  </a:lnTo>
                  <a:lnTo>
                    <a:pt x="209300" y="21113"/>
                  </a:lnTo>
                  <a:lnTo>
                    <a:pt x="158037" y="32145"/>
                  </a:lnTo>
                  <a:lnTo>
                    <a:pt x="112711" y="45074"/>
                  </a:lnTo>
                  <a:lnTo>
                    <a:pt x="74031" y="59695"/>
                  </a:lnTo>
                  <a:lnTo>
                    <a:pt x="19455" y="93209"/>
                  </a:lnTo>
                  <a:lnTo>
                    <a:pt x="0" y="131063"/>
                  </a:lnTo>
                  <a:lnTo>
                    <a:pt x="4982" y="150432"/>
                  </a:lnTo>
                  <a:lnTo>
                    <a:pt x="42709" y="186319"/>
                  </a:lnTo>
                  <a:lnTo>
                    <a:pt x="112711" y="217053"/>
                  </a:lnTo>
                  <a:lnTo>
                    <a:pt x="158037" y="229982"/>
                  </a:lnTo>
                  <a:lnTo>
                    <a:pt x="209300" y="241014"/>
                  </a:lnTo>
                  <a:lnTo>
                    <a:pt x="265787" y="249947"/>
                  </a:lnTo>
                  <a:lnTo>
                    <a:pt x="326788" y="256579"/>
                  </a:lnTo>
                  <a:lnTo>
                    <a:pt x="391591" y="260707"/>
                  </a:lnTo>
                  <a:lnTo>
                    <a:pt x="459486" y="262127"/>
                  </a:lnTo>
                  <a:lnTo>
                    <a:pt x="527380" y="260707"/>
                  </a:lnTo>
                  <a:lnTo>
                    <a:pt x="592183" y="256579"/>
                  </a:lnTo>
                  <a:lnTo>
                    <a:pt x="653184" y="249947"/>
                  </a:lnTo>
                  <a:lnTo>
                    <a:pt x="709671" y="241014"/>
                  </a:lnTo>
                  <a:lnTo>
                    <a:pt x="760934" y="229982"/>
                  </a:lnTo>
                  <a:lnTo>
                    <a:pt x="806260" y="217053"/>
                  </a:lnTo>
                  <a:lnTo>
                    <a:pt x="844940" y="202432"/>
                  </a:lnTo>
                  <a:lnTo>
                    <a:pt x="899516" y="168918"/>
                  </a:lnTo>
                  <a:lnTo>
                    <a:pt x="918972" y="131063"/>
                  </a:lnTo>
                  <a:lnTo>
                    <a:pt x="913989" y="111695"/>
                  </a:lnTo>
                  <a:lnTo>
                    <a:pt x="876262" y="75808"/>
                  </a:lnTo>
                  <a:lnTo>
                    <a:pt x="806260" y="45074"/>
                  </a:lnTo>
                  <a:lnTo>
                    <a:pt x="760934" y="32145"/>
                  </a:lnTo>
                  <a:lnTo>
                    <a:pt x="709671" y="21113"/>
                  </a:lnTo>
                  <a:lnTo>
                    <a:pt x="653184" y="12180"/>
                  </a:lnTo>
                  <a:lnTo>
                    <a:pt x="592183" y="5548"/>
                  </a:lnTo>
                  <a:lnTo>
                    <a:pt x="527380" y="1420"/>
                  </a:lnTo>
                  <a:lnTo>
                    <a:pt x="459486" y="0"/>
                  </a:lnTo>
                  <a:close/>
                </a:path>
              </a:pathLst>
            </a:custGeom>
            <a:solidFill>
              <a:srgbClr val="C5D9F0"/>
            </a:solidFill>
          </p:spPr>
          <p:txBody>
            <a:bodyPr wrap="square" lIns="0" tIns="0" rIns="0" bIns="0" rtlCol="0"/>
            <a:lstStyle/>
            <a:p>
              <a:endParaRPr/>
            </a:p>
          </p:txBody>
        </p:sp>
        <p:sp>
          <p:nvSpPr>
            <p:cNvPr id="99" name="object 99"/>
            <p:cNvSpPr/>
            <p:nvPr/>
          </p:nvSpPr>
          <p:spPr>
            <a:xfrm>
              <a:off x="4184903" y="2561844"/>
              <a:ext cx="919480" cy="262255"/>
            </a:xfrm>
            <a:custGeom>
              <a:avLst/>
              <a:gdLst/>
              <a:ahLst/>
              <a:cxnLst/>
              <a:rect l="l" t="t" r="r" b="b"/>
              <a:pathLst>
                <a:path w="919479" h="262255">
                  <a:moveTo>
                    <a:pt x="0" y="131063"/>
                  </a:moveTo>
                  <a:lnTo>
                    <a:pt x="19455" y="93209"/>
                  </a:lnTo>
                  <a:lnTo>
                    <a:pt x="74031" y="59695"/>
                  </a:lnTo>
                  <a:lnTo>
                    <a:pt x="112711" y="45074"/>
                  </a:lnTo>
                  <a:lnTo>
                    <a:pt x="158037" y="32145"/>
                  </a:lnTo>
                  <a:lnTo>
                    <a:pt x="209300" y="21113"/>
                  </a:lnTo>
                  <a:lnTo>
                    <a:pt x="265787" y="12180"/>
                  </a:lnTo>
                  <a:lnTo>
                    <a:pt x="326788" y="5548"/>
                  </a:lnTo>
                  <a:lnTo>
                    <a:pt x="391591" y="1420"/>
                  </a:lnTo>
                  <a:lnTo>
                    <a:pt x="459486" y="0"/>
                  </a:lnTo>
                  <a:lnTo>
                    <a:pt x="527380" y="1420"/>
                  </a:lnTo>
                  <a:lnTo>
                    <a:pt x="592183" y="5548"/>
                  </a:lnTo>
                  <a:lnTo>
                    <a:pt x="653184" y="12180"/>
                  </a:lnTo>
                  <a:lnTo>
                    <a:pt x="709671" y="21113"/>
                  </a:lnTo>
                  <a:lnTo>
                    <a:pt x="760934" y="32145"/>
                  </a:lnTo>
                  <a:lnTo>
                    <a:pt x="806260" y="45074"/>
                  </a:lnTo>
                  <a:lnTo>
                    <a:pt x="844940" y="59695"/>
                  </a:lnTo>
                  <a:lnTo>
                    <a:pt x="899516" y="93209"/>
                  </a:lnTo>
                  <a:lnTo>
                    <a:pt x="918972" y="131063"/>
                  </a:lnTo>
                  <a:lnTo>
                    <a:pt x="913989" y="150432"/>
                  </a:lnTo>
                  <a:lnTo>
                    <a:pt x="876262" y="186319"/>
                  </a:lnTo>
                  <a:lnTo>
                    <a:pt x="806260" y="217053"/>
                  </a:lnTo>
                  <a:lnTo>
                    <a:pt x="760934" y="229982"/>
                  </a:lnTo>
                  <a:lnTo>
                    <a:pt x="709671" y="241014"/>
                  </a:lnTo>
                  <a:lnTo>
                    <a:pt x="653184" y="249947"/>
                  </a:lnTo>
                  <a:lnTo>
                    <a:pt x="592183" y="256579"/>
                  </a:lnTo>
                  <a:lnTo>
                    <a:pt x="527380" y="260707"/>
                  </a:lnTo>
                  <a:lnTo>
                    <a:pt x="459486" y="262127"/>
                  </a:lnTo>
                  <a:lnTo>
                    <a:pt x="391591" y="260707"/>
                  </a:lnTo>
                  <a:lnTo>
                    <a:pt x="326788" y="256579"/>
                  </a:lnTo>
                  <a:lnTo>
                    <a:pt x="265787" y="249947"/>
                  </a:lnTo>
                  <a:lnTo>
                    <a:pt x="209300" y="241014"/>
                  </a:lnTo>
                  <a:lnTo>
                    <a:pt x="158037" y="229982"/>
                  </a:lnTo>
                  <a:lnTo>
                    <a:pt x="112711" y="217053"/>
                  </a:lnTo>
                  <a:lnTo>
                    <a:pt x="74031" y="202432"/>
                  </a:lnTo>
                  <a:lnTo>
                    <a:pt x="19455" y="168918"/>
                  </a:lnTo>
                  <a:lnTo>
                    <a:pt x="0" y="131063"/>
                  </a:lnTo>
                  <a:close/>
                </a:path>
              </a:pathLst>
            </a:custGeom>
            <a:ln w="12700">
              <a:solidFill>
                <a:srgbClr val="001F5F"/>
              </a:solidFill>
            </a:ln>
          </p:spPr>
          <p:txBody>
            <a:bodyPr wrap="square" lIns="0" tIns="0" rIns="0" bIns="0" rtlCol="0"/>
            <a:lstStyle/>
            <a:p>
              <a:endParaRPr/>
            </a:p>
          </p:txBody>
        </p:sp>
      </p:grpSp>
      <p:sp>
        <p:nvSpPr>
          <p:cNvPr id="100" name="object 100"/>
          <p:cNvSpPr txBox="1"/>
          <p:nvPr/>
        </p:nvSpPr>
        <p:spPr>
          <a:xfrm>
            <a:off x="4427982" y="2624708"/>
            <a:ext cx="434340" cy="147955"/>
          </a:xfrm>
          <a:prstGeom prst="rect">
            <a:avLst/>
          </a:prstGeom>
        </p:spPr>
        <p:txBody>
          <a:bodyPr vert="horz" wrap="square" lIns="0" tIns="13335" rIns="0" bIns="0" rtlCol="0">
            <a:spAutoFit/>
          </a:bodyPr>
          <a:lstStyle/>
          <a:p>
            <a:pPr marL="12700">
              <a:lnSpc>
                <a:spcPct val="100000"/>
              </a:lnSpc>
              <a:spcBef>
                <a:spcPts val="105"/>
              </a:spcBef>
            </a:pPr>
            <a:r>
              <a:rPr sz="800" b="1" dirty="0">
                <a:latin typeface="Microsoft YaHei UI"/>
                <a:cs typeface="Microsoft YaHei UI"/>
              </a:rPr>
              <a:t>社長報告</a:t>
            </a:r>
            <a:endParaRPr sz="800">
              <a:latin typeface="Microsoft YaHei UI"/>
              <a:cs typeface="Microsoft YaHei UI"/>
            </a:endParaRPr>
          </a:p>
        </p:txBody>
      </p:sp>
      <p:sp>
        <p:nvSpPr>
          <p:cNvPr id="101" name="object 101"/>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r>
              <a:rPr spc="95" dirty="0"/>
              <a:t>－</a:t>
            </a:r>
            <a:fld id="{81D60167-4931-47E6-BA6A-407CBD079E47}" type="slidenum">
              <a:rPr spc="95" dirty="0"/>
              <a:t>13</a:t>
            </a:fld>
            <a:r>
              <a:rPr spc="95" dirty="0"/>
              <a:t>－</a:t>
            </a:r>
          </a:p>
        </p:txBody>
      </p:sp>
      <p:sp>
        <p:nvSpPr>
          <p:cNvPr id="102" name="object 102"/>
          <p:cNvSpPr txBox="1">
            <a:spLocks noGrp="1"/>
          </p:cNvSpPr>
          <p:nvPr>
            <p:ph type="ftr" sz="quarter" idx="5"/>
          </p:nvPr>
        </p:nvSpPr>
        <p:spPr>
          <a:prstGeom prst="rect">
            <a:avLst/>
          </a:prstGeom>
        </p:spPr>
        <p:txBody>
          <a:bodyPr vert="horz" wrap="square" lIns="0" tIns="0" rIns="0" bIns="0" rtlCol="0">
            <a:spAutoFit/>
          </a:bodyPr>
          <a:lstStyle/>
          <a:p>
            <a:pPr marL="12700">
              <a:lnSpc>
                <a:spcPts val="760"/>
              </a:lnSpc>
            </a:pPr>
            <a:r>
              <a:rPr spc="-10" dirty="0"/>
              <a:t>Copyright(C)</a:t>
            </a:r>
            <a:r>
              <a:rPr spc="40" dirty="0"/>
              <a:t> </a:t>
            </a:r>
            <a:r>
              <a:rPr spc="-5" dirty="0"/>
              <a:t>MMInternational</a:t>
            </a:r>
            <a:r>
              <a:rPr spc="60" dirty="0"/>
              <a:t> </a:t>
            </a:r>
            <a:r>
              <a:rPr spc="-5" dirty="0"/>
              <a:t>Inc.</a:t>
            </a:r>
            <a:r>
              <a:rPr dirty="0"/>
              <a:t> </a:t>
            </a:r>
            <a:r>
              <a:rPr spc="-5" dirty="0"/>
              <a:t>All</a:t>
            </a:r>
            <a:r>
              <a:rPr spc="10" dirty="0"/>
              <a:t> </a:t>
            </a:r>
            <a:r>
              <a:rPr spc="-10" dirty="0"/>
              <a:t>rights</a:t>
            </a:r>
            <a:r>
              <a:rPr spc="35" dirty="0"/>
              <a:t> </a:t>
            </a:r>
            <a:r>
              <a:rPr spc="-5" dirty="0"/>
              <a:t>reserved</a:t>
            </a:r>
          </a:p>
        </p:txBody>
      </p:sp>
      <p:sp>
        <p:nvSpPr>
          <p:cNvPr id="103" name="Text Box 31">
            <a:extLst>
              <a:ext uri="{FF2B5EF4-FFF2-40B4-BE49-F238E27FC236}">
                <a16:creationId xmlns:a16="http://schemas.microsoft.com/office/drawing/2014/main" id="{C3713496-19A2-4A11-6B18-AF5495C87725}"/>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13</a:t>
            </a:fld>
            <a:r>
              <a:rPr lang="ja-JP" altLang="en-US" sz="1050" dirty="0">
                <a:latin typeface="Helvetica" pitchFamily="34" charset="0"/>
                <a:ea typeface="中ゴシックBBB" pitchFamily="49" charset="-128"/>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921761" y="1063739"/>
            <a:ext cx="5283200" cy="1420495"/>
            <a:chOff x="2921761" y="1063739"/>
            <a:chExt cx="5283200" cy="1420495"/>
          </a:xfrm>
        </p:grpSpPr>
        <p:sp>
          <p:nvSpPr>
            <p:cNvPr id="3" name="object 3"/>
            <p:cNvSpPr/>
            <p:nvPr/>
          </p:nvSpPr>
          <p:spPr>
            <a:xfrm>
              <a:off x="5120004" y="1393698"/>
              <a:ext cx="3072765" cy="1077595"/>
            </a:xfrm>
            <a:custGeom>
              <a:avLst/>
              <a:gdLst/>
              <a:ahLst/>
              <a:cxnLst/>
              <a:rect l="l" t="t" r="r" b="b"/>
              <a:pathLst>
                <a:path w="3072765" h="1077595">
                  <a:moveTo>
                    <a:pt x="1550289" y="537972"/>
                  </a:moveTo>
                  <a:lnTo>
                    <a:pt x="898017" y="537972"/>
                  </a:lnTo>
                  <a:lnTo>
                    <a:pt x="0" y="1077594"/>
                  </a:lnTo>
                  <a:lnTo>
                    <a:pt x="1550289" y="537972"/>
                  </a:lnTo>
                  <a:close/>
                </a:path>
                <a:path w="3072765" h="1077595">
                  <a:moveTo>
                    <a:pt x="2982595" y="0"/>
                  </a:moveTo>
                  <a:lnTo>
                    <a:pt x="552831" y="0"/>
                  </a:lnTo>
                  <a:lnTo>
                    <a:pt x="517925" y="7044"/>
                  </a:lnTo>
                  <a:lnTo>
                    <a:pt x="489426" y="26257"/>
                  </a:lnTo>
                  <a:lnTo>
                    <a:pt x="470213" y="54756"/>
                  </a:lnTo>
                  <a:lnTo>
                    <a:pt x="463169" y="89662"/>
                  </a:lnTo>
                  <a:lnTo>
                    <a:pt x="463169" y="448310"/>
                  </a:lnTo>
                  <a:lnTo>
                    <a:pt x="470213" y="483215"/>
                  </a:lnTo>
                  <a:lnTo>
                    <a:pt x="489426" y="511714"/>
                  </a:lnTo>
                  <a:lnTo>
                    <a:pt x="517925" y="530927"/>
                  </a:lnTo>
                  <a:lnTo>
                    <a:pt x="552831" y="537972"/>
                  </a:lnTo>
                  <a:lnTo>
                    <a:pt x="2982595" y="537972"/>
                  </a:lnTo>
                  <a:lnTo>
                    <a:pt x="3017500" y="530927"/>
                  </a:lnTo>
                  <a:lnTo>
                    <a:pt x="3045999" y="511714"/>
                  </a:lnTo>
                  <a:lnTo>
                    <a:pt x="3065212" y="483215"/>
                  </a:lnTo>
                  <a:lnTo>
                    <a:pt x="3072256" y="448310"/>
                  </a:lnTo>
                  <a:lnTo>
                    <a:pt x="3072256" y="89662"/>
                  </a:lnTo>
                  <a:lnTo>
                    <a:pt x="3065212" y="54756"/>
                  </a:lnTo>
                  <a:lnTo>
                    <a:pt x="3045999" y="26257"/>
                  </a:lnTo>
                  <a:lnTo>
                    <a:pt x="3017500" y="7044"/>
                  </a:lnTo>
                  <a:lnTo>
                    <a:pt x="2982595" y="0"/>
                  </a:lnTo>
                  <a:close/>
                </a:path>
              </a:pathLst>
            </a:custGeom>
            <a:solidFill>
              <a:srgbClr val="FFFFCC"/>
            </a:solidFill>
          </p:spPr>
          <p:txBody>
            <a:bodyPr wrap="square" lIns="0" tIns="0" rIns="0" bIns="0" rtlCol="0"/>
            <a:lstStyle/>
            <a:p>
              <a:endParaRPr/>
            </a:p>
          </p:txBody>
        </p:sp>
        <p:sp>
          <p:nvSpPr>
            <p:cNvPr id="4" name="object 4"/>
            <p:cNvSpPr/>
            <p:nvPr/>
          </p:nvSpPr>
          <p:spPr>
            <a:xfrm>
              <a:off x="5120004" y="1393698"/>
              <a:ext cx="3072765" cy="1077595"/>
            </a:xfrm>
            <a:custGeom>
              <a:avLst/>
              <a:gdLst/>
              <a:ahLst/>
              <a:cxnLst/>
              <a:rect l="l" t="t" r="r" b="b"/>
              <a:pathLst>
                <a:path w="3072765" h="1077595">
                  <a:moveTo>
                    <a:pt x="463169" y="89662"/>
                  </a:moveTo>
                  <a:lnTo>
                    <a:pt x="470213" y="54756"/>
                  </a:lnTo>
                  <a:lnTo>
                    <a:pt x="489426" y="26257"/>
                  </a:lnTo>
                  <a:lnTo>
                    <a:pt x="517925" y="7044"/>
                  </a:lnTo>
                  <a:lnTo>
                    <a:pt x="552831" y="0"/>
                  </a:lnTo>
                  <a:lnTo>
                    <a:pt x="898017" y="0"/>
                  </a:lnTo>
                  <a:lnTo>
                    <a:pt x="1550289" y="0"/>
                  </a:lnTo>
                  <a:lnTo>
                    <a:pt x="2982595" y="0"/>
                  </a:lnTo>
                  <a:lnTo>
                    <a:pt x="3017500" y="7044"/>
                  </a:lnTo>
                  <a:lnTo>
                    <a:pt x="3045999" y="26257"/>
                  </a:lnTo>
                  <a:lnTo>
                    <a:pt x="3065212" y="54756"/>
                  </a:lnTo>
                  <a:lnTo>
                    <a:pt x="3072256" y="89662"/>
                  </a:lnTo>
                  <a:lnTo>
                    <a:pt x="3072256" y="313816"/>
                  </a:lnTo>
                  <a:lnTo>
                    <a:pt x="3072256" y="448310"/>
                  </a:lnTo>
                  <a:lnTo>
                    <a:pt x="3065212" y="483215"/>
                  </a:lnTo>
                  <a:lnTo>
                    <a:pt x="3045999" y="511714"/>
                  </a:lnTo>
                  <a:lnTo>
                    <a:pt x="3017500" y="530927"/>
                  </a:lnTo>
                  <a:lnTo>
                    <a:pt x="2982595" y="537972"/>
                  </a:lnTo>
                  <a:lnTo>
                    <a:pt x="1550289" y="537972"/>
                  </a:lnTo>
                  <a:lnTo>
                    <a:pt x="0" y="1077594"/>
                  </a:lnTo>
                  <a:lnTo>
                    <a:pt x="898017" y="537972"/>
                  </a:lnTo>
                  <a:lnTo>
                    <a:pt x="552831" y="537972"/>
                  </a:lnTo>
                  <a:lnTo>
                    <a:pt x="517925" y="530927"/>
                  </a:lnTo>
                  <a:lnTo>
                    <a:pt x="489426" y="511714"/>
                  </a:lnTo>
                  <a:lnTo>
                    <a:pt x="470213" y="483215"/>
                  </a:lnTo>
                  <a:lnTo>
                    <a:pt x="463169" y="448310"/>
                  </a:lnTo>
                  <a:lnTo>
                    <a:pt x="463169" y="313816"/>
                  </a:lnTo>
                  <a:lnTo>
                    <a:pt x="463169" y="89662"/>
                  </a:lnTo>
                  <a:close/>
                </a:path>
              </a:pathLst>
            </a:custGeom>
            <a:ln w="25399">
              <a:solidFill>
                <a:srgbClr val="FFC000"/>
              </a:solidFill>
            </a:ln>
          </p:spPr>
          <p:txBody>
            <a:bodyPr wrap="square" lIns="0" tIns="0" rIns="0" bIns="0" rtlCol="0"/>
            <a:lstStyle/>
            <a:p>
              <a:endParaRPr/>
            </a:p>
          </p:txBody>
        </p:sp>
        <p:sp>
          <p:nvSpPr>
            <p:cNvPr id="5" name="object 5"/>
            <p:cNvSpPr/>
            <p:nvPr/>
          </p:nvSpPr>
          <p:spPr>
            <a:xfrm>
              <a:off x="2934461" y="1507998"/>
              <a:ext cx="2307590" cy="934719"/>
            </a:xfrm>
            <a:custGeom>
              <a:avLst/>
              <a:gdLst/>
              <a:ahLst/>
              <a:cxnLst/>
              <a:rect l="l" t="t" r="r" b="b"/>
              <a:pathLst>
                <a:path w="2307590" h="934719">
                  <a:moveTo>
                    <a:pt x="961389" y="760476"/>
                  </a:moveTo>
                  <a:lnTo>
                    <a:pt x="384555" y="760476"/>
                  </a:lnTo>
                  <a:lnTo>
                    <a:pt x="1112774" y="934212"/>
                  </a:lnTo>
                  <a:lnTo>
                    <a:pt x="961389" y="760476"/>
                  </a:lnTo>
                  <a:close/>
                </a:path>
                <a:path w="2307590" h="934719">
                  <a:moveTo>
                    <a:pt x="2180590" y="0"/>
                  </a:moveTo>
                  <a:lnTo>
                    <a:pt x="126745" y="0"/>
                  </a:lnTo>
                  <a:lnTo>
                    <a:pt x="77420" y="9963"/>
                  </a:lnTo>
                  <a:lnTo>
                    <a:pt x="37131" y="37131"/>
                  </a:lnTo>
                  <a:lnTo>
                    <a:pt x="9963" y="77420"/>
                  </a:lnTo>
                  <a:lnTo>
                    <a:pt x="0" y="126746"/>
                  </a:lnTo>
                  <a:lnTo>
                    <a:pt x="0" y="633729"/>
                  </a:lnTo>
                  <a:lnTo>
                    <a:pt x="9963" y="683055"/>
                  </a:lnTo>
                  <a:lnTo>
                    <a:pt x="37131" y="723344"/>
                  </a:lnTo>
                  <a:lnTo>
                    <a:pt x="77420" y="750512"/>
                  </a:lnTo>
                  <a:lnTo>
                    <a:pt x="126745" y="760476"/>
                  </a:lnTo>
                  <a:lnTo>
                    <a:pt x="2180590" y="760476"/>
                  </a:lnTo>
                  <a:lnTo>
                    <a:pt x="2229915" y="750512"/>
                  </a:lnTo>
                  <a:lnTo>
                    <a:pt x="2270204" y="723344"/>
                  </a:lnTo>
                  <a:lnTo>
                    <a:pt x="2297372" y="683055"/>
                  </a:lnTo>
                  <a:lnTo>
                    <a:pt x="2307336" y="633729"/>
                  </a:lnTo>
                  <a:lnTo>
                    <a:pt x="2307336" y="126746"/>
                  </a:lnTo>
                  <a:lnTo>
                    <a:pt x="2297372" y="77420"/>
                  </a:lnTo>
                  <a:lnTo>
                    <a:pt x="2270204" y="37131"/>
                  </a:lnTo>
                  <a:lnTo>
                    <a:pt x="2229915" y="9963"/>
                  </a:lnTo>
                  <a:lnTo>
                    <a:pt x="2180590" y="0"/>
                  </a:lnTo>
                  <a:close/>
                </a:path>
              </a:pathLst>
            </a:custGeom>
            <a:solidFill>
              <a:srgbClr val="FFFFCC"/>
            </a:solidFill>
          </p:spPr>
          <p:txBody>
            <a:bodyPr wrap="square" lIns="0" tIns="0" rIns="0" bIns="0" rtlCol="0"/>
            <a:lstStyle/>
            <a:p>
              <a:endParaRPr/>
            </a:p>
          </p:txBody>
        </p:sp>
        <p:sp>
          <p:nvSpPr>
            <p:cNvPr id="6" name="object 6"/>
            <p:cNvSpPr/>
            <p:nvPr/>
          </p:nvSpPr>
          <p:spPr>
            <a:xfrm>
              <a:off x="2934461" y="1507998"/>
              <a:ext cx="2307590" cy="934719"/>
            </a:xfrm>
            <a:custGeom>
              <a:avLst/>
              <a:gdLst/>
              <a:ahLst/>
              <a:cxnLst/>
              <a:rect l="l" t="t" r="r" b="b"/>
              <a:pathLst>
                <a:path w="2307590" h="934719">
                  <a:moveTo>
                    <a:pt x="0" y="126746"/>
                  </a:moveTo>
                  <a:lnTo>
                    <a:pt x="9963" y="77420"/>
                  </a:lnTo>
                  <a:lnTo>
                    <a:pt x="37131" y="37131"/>
                  </a:lnTo>
                  <a:lnTo>
                    <a:pt x="77420" y="9963"/>
                  </a:lnTo>
                  <a:lnTo>
                    <a:pt x="126745" y="0"/>
                  </a:lnTo>
                  <a:lnTo>
                    <a:pt x="384555" y="0"/>
                  </a:lnTo>
                  <a:lnTo>
                    <a:pt x="961389" y="0"/>
                  </a:lnTo>
                  <a:lnTo>
                    <a:pt x="2180590" y="0"/>
                  </a:lnTo>
                  <a:lnTo>
                    <a:pt x="2229915" y="9963"/>
                  </a:lnTo>
                  <a:lnTo>
                    <a:pt x="2270204" y="37131"/>
                  </a:lnTo>
                  <a:lnTo>
                    <a:pt x="2297372" y="77420"/>
                  </a:lnTo>
                  <a:lnTo>
                    <a:pt x="2307336" y="126746"/>
                  </a:lnTo>
                  <a:lnTo>
                    <a:pt x="2307336" y="443611"/>
                  </a:lnTo>
                  <a:lnTo>
                    <a:pt x="2307336" y="633729"/>
                  </a:lnTo>
                  <a:lnTo>
                    <a:pt x="2297372" y="683055"/>
                  </a:lnTo>
                  <a:lnTo>
                    <a:pt x="2270204" y="723344"/>
                  </a:lnTo>
                  <a:lnTo>
                    <a:pt x="2229915" y="750512"/>
                  </a:lnTo>
                  <a:lnTo>
                    <a:pt x="2180590" y="760476"/>
                  </a:lnTo>
                  <a:lnTo>
                    <a:pt x="961389" y="760476"/>
                  </a:lnTo>
                  <a:lnTo>
                    <a:pt x="1112774" y="934212"/>
                  </a:lnTo>
                  <a:lnTo>
                    <a:pt x="384555" y="760476"/>
                  </a:lnTo>
                  <a:lnTo>
                    <a:pt x="126745" y="760476"/>
                  </a:lnTo>
                  <a:lnTo>
                    <a:pt x="77420" y="750512"/>
                  </a:lnTo>
                  <a:lnTo>
                    <a:pt x="37131" y="723344"/>
                  </a:lnTo>
                  <a:lnTo>
                    <a:pt x="9963" y="683055"/>
                  </a:lnTo>
                  <a:lnTo>
                    <a:pt x="0" y="633729"/>
                  </a:lnTo>
                  <a:lnTo>
                    <a:pt x="0" y="443611"/>
                  </a:lnTo>
                  <a:lnTo>
                    <a:pt x="0" y="126746"/>
                  </a:lnTo>
                  <a:close/>
                </a:path>
              </a:pathLst>
            </a:custGeom>
            <a:ln w="25400">
              <a:solidFill>
                <a:srgbClr val="FFC000"/>
              </a:solidFill>
            </a:ln>
          </p:spPr>
          <p:txBody>
            <a:bodyPr wrap="square" lIns="0" tIns="0" rIns="0" bIns="0" rtlCol="0"/>
            <a:lstStyle/>
            <a:p>
              <a:endParaRPr/>
            </a:p>
          </p:txBody>
        </p:sp>
        <p:pic>
          <p:nvPicPr>
            <p:cNvPr id="7" name="object 7"/>
            <p:cNvPicPr/>
            <p:nvPr/>
          </p:nvPicPr>
          <p:blipFill>
            <a:blip r:embed="rId2" cstate="print"/>
            <a:stretch>
              <a:fillRect/>
            </a:stretch>
          </p:blipFill>
          <p:spPr>
            <a:xfrm>
              <a:off x="2929127" y="1063739"/>
              <a:ext cx="1199400" cy="478548"/>
            </a:xfrm>
            <a:prstGeom prst="rect">
              <a:avLst/>
            </a:prstGeom>
          </p:spPr>
        </p:pic>
        <p:pic>
          <p:nvPicPr>
            <p:cNvPr id="8" name="object 8"/>
            <p:cNvPicPr/>
            <p:nvPr/>
          </p:nvPicPr>
          <p:blipFill>
            <a:blip r:embed="rId3" cstate="print"/>
            <a:stretch>
              <a:fillRect/>
            </a:stretch>
          </p:blipFill>
          <p:spPr>
            <a:xfrm>
              <a:off x="3162299" y="1078992"/>
              <a:ext cx="729970" cy="507491"/>
            </a:xfrm>
            <a:prstGeom prst="rect">
              <a:avLst/>
            </a:prstGeom>
          </p:spPr>
        </p:pic>
      </p:grpSp>
      <p:sp>
        <p:nvSpPr>
          <p:cNvPr id="9" name="object 9"/>
          <p:cNvSpPr txBox="1">
            <a:spLocks noGrp="1"/>
          </p:cNvSpPr>
          <p:nvPr>
            <p:ph type="title"/>
          </p:nvPr>
        </p:nvSpPr>
        <p:spPr>
          <a:xfrm>
            <a:off x="78739" y="353553"/>
            <a:ext cx="3067685" cy="173766"/>
          </a:xfrm>
          <a:prstGeom prst="rect">
            <a:avLst/>
          </a:prstGeom>
        </p:spPr>
        <p:txBody>
          <a:bodyPr vert="horz" wrap="square" lIns="0" tIns="12065" rIns="0" bIns="0" rtlCol="0">
            <a:spAutoFit/>
          </a:bodyPr>
          <a:lstStyle/>
          <a:p>
            <a:pPr marL="12700">
              <a:lnSpc>
                <a:spcPct val="100000"/>
              </a:lnSpc>
              <a:spcBef>
                <a:spcPts val="95"/>
              </a:spcBef>
            </a:pPr>
            <a:r>
              <a:rPr sz="1050" spc="285" dirty="0"/>
              <a:t>3.</a:t>
            </a:r>
            <a:r>
              <a:rPr sz="1050" spc="75" dirty="0"/>
              <a:t>人材確保</a:t>
            </a:r>
            <a:r>
              <a:rPr sz="1050" spc="60" dirty="0"/>
              <a:t>の</a:t>
            </a:r>
            <a:r>
              <a:rPr sz="1050" spc="75" dirty="0"/>
              <a:t>重要性</a:t>
            </a:r>
            <a:r>
              <a:rPr sz="1050" spc="45" dirty="0"/>
              <a:t>と</a:t>
            </a:r>
            <a:r>
              <a:rPr sz="1050" spc="75" dirty="0"/>
              <a:t>現状</a:t>
            </a:r>
            <a:r>
              <a:rPr sz="1050" spc="60" dirty="0"/>
              <a:t>の</a:t>
            </a:r>
            <a:r>
              <a:rPr sz="1050" spc="75" dirty="0"/>
              <a:t>課題</a:t>
            </a:r>
          </a:p>
        </p:txBody>
      </p:sp>
      <p:grpSp>
        <p:nvGrpSpPr>
          <p:cNvPr id="10" name="object 10"/>
          <p:cNvGrpSpPr/>
          <p:nvPr/>
        </p:nvGrpSpPr>
        <p:grpSpPr>
          <a:xfrm>
            <a:off x="231902" y="5258053"/>
            <a:ext cx="3606800" cy="1205230"/>
            <a:chOff x="231902" y="5258053"/>
            <a:chExt cx="3606800" cy="1205230"/>
          </a:xfrm>
        </p:grpSpPr>
        <p:sp>
          <p:nvSpPr>
            <p:cNvPr id="11" name="object 11"/>
            <p:cNvSpPr/>
            <p:nvPr/>
          </p:nvSpPr>
          <p:spPr>
            <a:xfrm>
              <a:off x="244602" y="5270753"/>
              <a:ext cx="3581400" cy="1179830"/>
            </a:xfrm>
            <a:custGeom>
              <a:avLst/>
              <a:gdLst/>
              <a:ahLst/>
              <a:cxnLst/>
              <a:rect l="l" t="t" r="r" b="b"/>
              <a:pathLst>
                <a:path w="3581400" h="1179829">
                  <a:moveTo>
                    <a:pt x="3581400" y="0"/>
                  </a:moveTo>
                  <a:lnTo>
                    <a:pt x="0" y="0"/>
                  </a:lnTo>
                  <a:lnTo>
                    <a:pt x="0" y="1179576"/>
                  </a:lnTo>
                  <a:lnTo>
                    <a:pt x="3581400" y="1179576"/>
                  </a:lnTo>
                  <a:lnTo>
                    <a:pt x="3581400" y="0"/>
                  </a:lnTo>
                  <a:close/>
                </a:path>
              </a:pathLst>
            </a:custGeom>
            <a:solidFill>
              <a:srgbClr val="EBF0DE"/>
            </a:solidFill>
          </p:spPr>
          <p:txBody>
            <a:bodyPr wrap="square" lIns="0" tIns="0" rIns="0" bIns="0" rtlCol="0"/>
            <a:lstStyle/>
            <a:p>
              <a:endParaRPr/>
            </a:p>
          </p:txBody>
        </p:sp>
        <p:sp>
          <p:nvSpPr>
            <p:cNvPr id="12" name="object 12"/>
            <p:cNvSpPr/>
            <p:nvPr/>
          </p:nvSpPr>
          <p:spPr>
            <a:xfrm>
              <a:off x="244602" y="5270753"/>
              <a:ext cx="3581400" cy="1179830"/>
            </a:xfrm>
            <a:custGeom>
              <a:avLst/>
              <a:gdLst/>
              <a:ahLst/>
              <a:cxnLst/>
              <a:rect l="l" t="t" r="r" b="b"/>
              <a:pathLst>
                <a:path w="3581400" h="1179829">
                  <a:moveTo>
                    <a:pt x="0" y="1179576"/>
                  </a:moveTo>
                  <a:lnTo>
                    <a:pt x="3581400" y="1179576"/>
                  </a:lnTo>
                  <a:lnTo>
                    <a:pt x="3581400" y="0"/>
                  </a:lnTo>
                  <a:lnTo>
                    <a:pt x="0" y="0"/>
                  </a:lnTo>
                  <a:lnTo>
                    <a:pt x="0" y="1179576"/>
                  </a:lnTo>
                  <a:close/>
                </a:path>
              </a:pathLst>
            </a:custGeom>
            <a:ln w="25400">
              <a:solidFill>
                <a:srgbClr val="000000"/>
              </a:solidFill>
            </a:ln>
          </p:spPr>
          <p:txBody>
            <a:bodyPr wrap="square" lIns="0" tIns="0" rIns="0" bIns="0" rtlCol="0"/>
            <a:lstStyle/>
            <a:p>
              <a:endParaRPr/>
            </a:p>
          </p:txBody>
        </p:sp>
      </p:grpSp>
      <p:sp>
        <p:nvSpPr>
          <p:cNvPr id="13" name="object 13"/>
          <p:cNvSpPr txBox="1"/>
          <p:nvPr/>
        </p:nvSpPr>
        <p:spPr>
          <a:xfrm>
            <a:off x="321970" y="5400802"/>
            <a:ext cx="2844165" cy="940435"/>
          </a:xfrm>
          <a:prstGeom prst="rect">
            <a:avLst/>
          </a:prstGeom>
        </p:spPr>
        <p:txBody>
          <a:bodyPr vert="horz" wrap="square" lIns="0" tIns="12700" rIns="0" bIns="0" rtlCol="0">
            <a:spAutoFit/>
          </a:bodyPr>
          <a:lstStyle/>
          <a:p>
            <a:pPr marL="12700">
              <a:lnSpc>
                <a:spcPct val="100000"/>
              </a:lnSpc>
              <a:spcBef>
                <a:spcPts val="100"/>
              </a:spcBef>
            </a:pPr>
            <a:r>
              <a:rPr sz="1200" spc="125" dirty="0">
                <a:latin typeface="MS UI Gothic"/>
                <a:cs typeface="MS UI Gothic"/>
              </a:rPr>
              <a:t>・「タウンワーク」や「</a:t>
            </a:r>
            <a:r>
              <a:rPr sz="1200" spc="220" dirty="0">
                <a:latin typeface="MS UI Gothic"/>
                <a:cs typeface="MS UI Gothic"/>
              </a:rPr>
              <a:t>DOMO</a:t>
            </a:r>
            <a:r>
              <a:rPr sz="1200" spc="30" dirty="0">
                <a:latin typeface="MS UI Gothic"/>
                <a:cs typeface="MS UI Gothic"/>
              </a:rPr>
              <a:t>」等の紙面媒体</a:t>
            </a:r>
            <a:endParaRPr sz="1200">
              <a:latin typeface="MS UI Gothic"/>
              <a:cs typeface="MS UI Gothic"/>
            </a:endParaRPr>
          </a:p>
          <a:p>
            <a:pPr marL="12700">
              <a:lnSpc>
                <a:spcPct val="100000"/>
              </a:lnSpc>
            </a:pPr>
            <a:r>
              <a:rPr sz="1200" dirty="0">
                <a:latin typeface="MS UI Gothic"/>
                <a:cs typeface="MS UI Gothic"/>
              </a:rPr>
              <a:t>・</a:t>
            </a:r>
            <a:r>
              <a:rPr sz="1200" spc="220" dirty="0">
                <a:latin typeface="MS UI Gothic"/>
                <a:cs typeface="MS UI Gothic"/>
              </a:rPr>
              <a:t>indeed</a:t>
            </a:r>
            <a:r>
              <a:rPr sz="1200" spc="85" dirty="0">
                <a:latin typeface="MS UI Gothic"/>
                <a:cs typeface="MS UI Gothic"/>
              </a:rPr>
              <a:t>、</a:t>
            </a:r>
            <a:r>
              <a:rPr sz="1200" spc="110" dirty="0">
                <a:latin typeface="MS UI Gothic"/>
                <a:cs typeface="MS UI Gothic"/>
              </a:rPr>
              <a:t>バ</a:t>
            </a:r>
            <a:r>
              <a:rPr sz="1200" spc="90" dirty="0">
                <a:latin typeface="MS UI Gothic"/>
                <a:cs typeface="MS UI Gothic"/>
              </a:rPr>
              <a:t>イト</a:t>
            </a:r>
            <a:r>
              <a:rPr sz="1200" spc="105" dirty="0">
                <a:latin typeface="MS UI Gothic"/>
                <a:cs typeface="MS UI Gothic"/>
              </a:rPr>
              <a:t>ル</a:t>
            </a:r>
            <a:r>
              <a:rPr sz="1200" spc="130" dirty="0">
                <a:latin typeface="MS UI Gothic"/>
                <a:cs typeface="MS UI Gothic"/>
              </a:rPr>
              <a:t>等</a:t>
            </a:r>
            <a:r>
              <a:rPr sz="1200" spc="105" dirty="0">
                <a:latin typeface="MS UI Gothic"/>
                <a:cs typeface="MS UI Gothic"/>
              </a:rPr>
              <a:t>ネ</a:t>
            </a:r>
            <a:r>
              <a:rPr sz="1200" spc="75" dirty="0">
                <a:latin typeface="MS UI Gothic"/>
                <a:cs typeface="MS UI Gothic"/>
              </a:rPr>
              <a:t>ッ</a:t>
            </a:r>
            <a:r>
              <a:rPr sz="1200" spc="90" dirty="0">
                <a:latin typeface="MS UI Gothic"/>
                <a:cs typeface="MS UI Gothic"/>
              </a:rPr>
              <a:t>ト</a:t>
            </a:r>
            <a:endParaRPr sz="1200">
              <a:latin typeface="MS UI Gothic"/>
              <a:cs typeface="MS UI Gothic"/>
            </a:endParaRPr>
          </a:p>
          <a:p>
            <a:pPr marL="12700">
              <a:lnSpc>
                <a:spcPct val="100000"/>
              </a:lnSpc>
            </a:pPr>
            <a:r>
              <a:rPr sz="1200" spc="105" dirty="0">
                <a:latin typeface="MS UI Gothic"/>
                <a:cs typeface="MS UI Gothic"/>
              </a:rPr>
              <a:t>・新聞折込、ポスティング</a:t>
            </a:r>
            <a:endParaRPr sz="1200">
              <a:latin typeface="MS UI Gothic"/>
              <a:cs typeface="MS UI Gothic"/>
            </a:endParaRPr>
          </a:p>
          <a:p>
            <a:pPr marL="12700">
              <a:lnSpc>
                <a:spcPct val="100000"/>
              </a:lnSpc>
            </a:pPr>
            <a:r>
              <a:rPr sz="1200" spc="155" dirty="0">
                <a:latin typeface="MS UI Gothic"/>
                <a:cs typeface="MS UI Gothic"/>
              </a:rPr>
              <a:t>・チラ</a:t>
            </a:r>
            <a:r>
              <a:rPr sz="1200" spc="40" dirty="0">
                <a:latin typeface="MS UI Gothic"/>
                <a:cs typeface="MS UI Gothic"/>
              </a:rPr>
              <a:t>シ掲</a:t>
            </a:r>
            <a:r>
              <a:rPr sz="1200" dirty="0">
                <a:latin typeface="MS UI Gothic"/>
                <a:cs typeface="MS UI Gothic"/>
              </a:rPr>
              <a:t>示</a:t>
            </a:r>
            <a:endParaRPr sz="1200">
              <a:latin typeface="MS UI Gothic"/>
              <a:cs typeface="MS UI Gothic"/>
            </a:endParaRPr>
          </a:p>
          <a:p>
            <a:pPr marL="12700">
              <a:lnSpc>
                <a:spcPct val="100000"/>
              </a:lnSpc>
            </a:pPr>
            <a:r>
              <a:rPr sz="1200" dirty="0">
                <a:latin typeface="MS UI Gothic"/>
                <a:cs typeface="MS UI Gothic"/>
              </a:rPr>
              <a:t>・知人紹介制度</a:t>
            </a:r>
            <a:endParaRPr sz="1200">
              <a:latin typeface="MS UI Gothic"/>
              <a:cs typeface="MS UI Gothic"/>
            </a:endParaRPr>
          </a:p>
        </p:txBody>
      </p:sp>
      <p:sp>
        <p:nvSpPr>
          <p:cNvPr id="14" name="object 14"/>
          <p:cNvSpPr txBox="1"/>
          <p:nvPr/>
        </p:nvSpPr>
        <p:spPr>
          <a:xfrm>
            <a:off x="2990850" y="1105661"/>
            <a:ext cx="1080770" cy="360045"/>
          </a:xfrm>
          <a:prstGeom prst="rect">
            <a:avLst/>
          </a:prstGeom>
          <a:solidFill>
            <a:srgbClr val="FFC000"/>
          </a:solidFill>
          <a:ln w="38100">
            <a:solidFill>
              <a:srgbClr val="FFFFFF"/>
            </a:solidFill>
          </a:ln>
        </p:spPr>
        <p:txBody>
          <a:bodyPr vert="horz" wrap="square" lIns="0" tIns="68580" rIns="0" bIns="0" rtlCol="0">
            <a:spAutoFit/>
          </a:bodyPr>
          <a:lstStyle/>
          <a:p>
            <a:pPr marL="336550">
              <a:lnSpc>
                <a:spcPct val="100000"/>
              </a:lnSpc>
              <a:spcBef>
                <a:spcPts val="540"/>
              </a:spcBef>
            </a:pPr>
            <a:r>
              <a:rPr sz="1600" spc="-5" dirty="0">
                <a:solidFill>
                  <a:srgbClr val="FF0000"/>
                </a:solidFill>
                <a:latin typeface="MS UI Gothic"/>
                <a:cs typeface="MS UI Gothic"/>
              </a:rPr>
              <a:t>課題</a:t>
            </a:r>
            <a:endParaRPr sz="1600">
              <a:latin typeface="MS UI Gothic"/>
              <a:cs typeface="MS UI Gothic"/>
            </a:endParaRPr>
          </a:p>
        </p:txBody>
      </p:sp>
      <p:sp>
        <p:nvSpPr>
          <p:cNvPr id="15" name="object 15"/>
          <p:cNvSpPr txBox="1"/>
          <p:nvPr/>
        </p:nvSpPr>
        <p:spPr>
          <a:xfrm>
            <a:off x="2107692" y="4224528"/>
            <a:ext cx="4680585" cy="585470"/>
          </a:xfrm>
          <a:prstGeom prst="rect">
            <a:avLst/>
          </a:prstGeom>
          <a:solidFill>
            <a:srgbClr val="FF0000"/>
          </a:solidFill>
        </p:spPr>
        <p:txBody>
          <a:bodyPr vert="horz" wrap="square" lIns="0" tIns="57785" rIns="0" bIns="0" rtlCol="0">
            <a:spAutoFit/>
          </a:bodyPr>
          <a:lstStyle/>
          <a:p>
            <a:pPr marL="650875" marR="158115" indent="-480695">
              <a:lnSpc>
                <a:spcPct val="100000"/>
              </a:lnSpc>
              <a:spcBef>
                <a:spcPts val="455"/>
              </a:spcBef>
            </a:pPr>
            <a:r>
              <a:rPr sz="1600" spc="-5" dirty="0">
                <a:solidFill>
                  <a:srgbClr val="FFFFFF"/>
                </a:solidFill>
                <a:latin typeface="MS UI Gothic"/>
                <a:cs typeface="MS UI Gothic"/>
              </a:rPr>
              <a:t>今後</a:t>
            </a:r>
            <a:r>
              <a:rPr sz="1600" spc="135" dirty="0">
                <a:solidFill>
                  <a:srgbClr val="FFFFFF"/>
                </a:solidFill>
                <a:latin typeface="MS UI Gothic"/>
                <a:cs typeface="MS UI Gothic"/>
              </a:rPr>
              <a:t>この何</a:t>
            </a:r>
            <a:r>
              <a:rPr sz="1600" spc="170" dirty="0">
                <a:solidFill>
                  <a:srgbClr val="FFFFFF"/>
                </a:solidFill>
                <a:latin typeface="MS UI Gothic"/>
                <a:cs typeface="MS UI Gothic"/>
              </a:rPr>
              <a:t>十</a:t>
            </a:r>
            <a:r>
              <a:rPr sz="1600" spc="140" dirty="0">
                <a:solidFill>
                  <a:srgbClr val="FFFFFF"/>
                </a:solidFill>
                <a:latin typeface="MS UI Gothic"/>
                <a:cs typeface="MS UI Gothic"/>
              </a:rPr>
              <a:t>倍の</a:t>
            </a:r>
            <a:r>
              <a:rPr sz="1600" spc="-5" dirty="0">
                <a:solidFill>
                  <a:srgbClr val="FFFFFF"/>
                </a:solidFill>
                <a:latin typeface="MS UI Gothic"/>
                <a:cs typeface="MS UI Gothic"/>
              </a:rPr>
              <a:t>案件</a:t>
            </a:r>
            <a:r>
              <a:rPr sz="1600" spc="145" dirty="0">
                <a:solidFill>
                  <a:srgbClr val="FFFFFF"/>
                </a:solidFill>
                <a:latin typeface="MS UI Gothic"/>
                <a:cs typeface="MS UI Gothic"/>
              </a:rPr>
              <a:t>を獲得</a:t>
            </a:r>
            <a:r>
              <a:rPr sz="1600" spc="125" dirty="0">
                <a:solidFill>
                  <a:srgbClr val="FFFFFF"/>
                </a:solidFill>
                <a:latin typeface="MS UI Gothic"/>
                <a:cs typeface="MS UI Gothic"/>
              </a:rPr>
              <a:t>し</a:t>
            </a:r>
            <a:r>
              <a:rPr sz="1600" spc="-5" dirty="0">
                <a:solidFill>
                  <a:srgbClr val="FFFFFF"/>
                </a:solidFill>
                <a:latin typeface="MS UI Gothic"/>
                <a:cs typeface="MS UI Gothic"/>
              </a:rPr>
              <a:t>目標</a:t>
            </a:r>
            <a:r>
              <a:rPr sz="1600" spc="5" dirty="0">
                <a:solidFill>
                  <a:srgbClr val="FFFFFF"/>
                </a:solidFill>
                <a:latin typeface="MS UI Gothic"/>
                <a:cs typeface="MS UI Gothic"/>
              </a:rPr>
              <a:t>達</a:t>
            </a:r>
            <a:r>
              <a:rPr sz="1600" spc="165" dirty="0">
                <a:solidFill>
                  <a:srgbClr val="FFFFFF"/>
                </a:solidFill>
                <a:latin typeface="MS UI Gothic"/>
                <a:cs typeface="MS UI Gothic"/>
              </a:rPr>
              <a:t>成して</a:t>
            </a:r>
            <a:r>
              <a:rPr sz="1600" spc="340" dirty="0">
                <a:solidFill>
                  <a:srgbClr val="FFFFFF"/>
                </a:solidFill>
                <a:latin typeface="MS UI Gothic"/>
                <a:cs typeface="MS UI Gothic"/>
              </a:rPr>
              <a:t>いく </a:t>
            </a:r>
            <a:r>
              <a:rPr sz="1600" spc="275" dirty="0">
                <a:solidFill>
                  <a:srgbClr val="FFFFFF"/>
                </a:solidFill>
                <a:latin typeface="MS UI Gothic"/>
                <a:cs typeface="MS UI Gothic"/>
              </a:rPr>
              <a:t>ため</a:t>
            </a:r>
            <a:r>
              <a:rPr sz="1600" spc="114" dirty="0">
                <a:solidFill>
                  <a:srgbClr val="FFFFFF"/>
                </a:solidFill>
                <a:latin typeface="MS UI Gothic"/>
                <a:cs typeface="MS UI Gothic"/>
              </a:rPr>
              <a:t>に</a:t>
            </a:r>
            <a:r>
              <a:rPr sz="1600" spc="125" dirty="0">
                <a:solidFill>
                  <a:srgbClr val="FFFFFF"/>
                </a:solidFill>
                <a:latin typeface="MS UI Gothic"/>
                <a:cs typeface="MS UI Gothic"/>
              </a:rPr>
              <a:t>は</a:t>
            </a:r>
            <a:r>
              <a:rPr sz="1600" spc="150" dirty="0">
                <a:solidFill>
                  <a:srgbClr val="FFFFFF"/>
                </a:solidFill>
                <a:latin typeface="MS UI Gothic"/>
                <a:cs typeface="MS UI Gothic"/>
              </a:rPr>
              <a:t>採用手法</a:t>
            </a:r>
            <a:r>
              <a:rPr sz="1600" spc="110" dirty="0">
                <a:solidFill>
                  <a:srgbClr val="FFFFFF"/>
                </a:solidFill>
                <a:latin typeface="MS UI Gothic"/>
                <a:cs typeface="MS UI Gothic"/>
              </a:rPr>
              <a:t>を</a:t>
            </a:r>
            <a:r>
              <a:rPr sz="1600" spc="150" dirty="0">
                <a:solidFill>
                  <a:srgbClr val="FFFFFF"/>
                </a:solidFill>
                <a:latin typeface="MS UI Gothic"/>
                <a:cs typeface="MS UI Gothic"/>
              </a:rPr>
              <a:t>広</a:t>
            </a:r>
            <a:r>
              <a:rPr sz="1600" spc="125" dirty="0">
                <a:solidFill>
                  <a:srgbClr val="FFFFFF"/>
                </a:solidFill>
                <a:latin typeface="MS UI Gothic"/>
                <a:cs typeface="MS UI Gothic"/>
              </a:rPr>
              <a:t>げ</a:t>
            </a:r>
            <a:r>
              <a:rPr sz="1600" spc="120" dirty="0">
                <a:solidFill>
                  <a:srgbClr val="FFFFFF"/>
                </a:solidFill>
                <a:latin typeface="MS UI Gothic"/>
                <a:cs typeface="MS UI Gothic"/>
              </a:rPr>
              <a:t>る</a:t>
            </a:r>
            <a:r>
              <a:rPr sz="1600" spc="155" dirty="0">
                <a:solidFill>
                  <a:srgbClr val="FFFFFF"/>
                </a:solidFill>
                <a:latin typeface="MS UI Gothic"/>
                <a:cs typeface="MS UI Gothic"/>
              </a:rPr>
              <a:t>し</a:t>
            </a:r>
            <a:r>
              <a:rPr sz="1600" spc="180" dirty="0">
                <a:solidFill>
                  <a:srgbClr val="FFFFFF"/>
                </a:solidFill>
                <a:latin typeface="MS UI Gothic"/>
                <a:cs typeface="MS UI Gothic"/>
              </a:rPr>
              <a:t>か</a:t>
            </a:r>
            <a:r>
              <a:rPr sz="1600" spc="185" dirty="0">
                <a:solidFill>
                  <a:srgbClr val="FFFFFF"/>
                </a:solidFill>
                <a:latin typeface="MS UI Gothic"/>
                <a:cs typeface="MS UI Gothic"/>
              </a:rPr>
              <a:t>な</a:t>
            </a:r>
            <a:r>
              <a:rPr sz="1600" spc="180" dirty="0">
                <a:solidFill>
                  <a:srgbClr val="FFFFFF"/>
                </a:solidFill>
                <a:latin typeface="MS UI Gothic"/>
                <a:cs typeface="MS UI Gothic"/>
              </a:rPr>
              <a:t>い</a:t>
            </a:r>
            <a:r>
              <a:rPr sz="1600" spc="220" dirty="0">
                <a:solidFill>
                  <a:srgbClr val="FFFFFF"/>
                </a:solidFill>
                <a:latin typeface="MS UI Gothic"/>
                <a:cs typeface="MS UI Gothic"/>
              </a:rPr>
              <a:t>！</a:t>
            </a:r>
            <a:endParaRPr sz="1600">
              <a:latin typeface="MS UI Gothic"/>
              <a:cs typeface="MS UI Gothic"/>
            </a:endParaRPr>
          </a:p>
        </p:txBody>
      </p:sp>
      <p:sp>
        <p:nvSpPr>
          <p:cNvPr id="16" name="object 16"/>
          <p:cNvSpPr txBox="1"/>
          <p:nvPr/>
        </p:nvSpPr>
        <p:spPr>
          <a:xfrm>
            <a:off x="3048761" y="1569466"/>
            <a:ext cx="2094864" cy="635000"/>
          </a:xfrm>
          <a:prstGeom prst="rect">
            <a:avLst/>
          </a:prstGeom>
        </p:spPr>
        <p:txBody>
          <a:bodyPr vert="horz" wrap="square" lIns="0" tIns="12065" rIns="0" bIns="0" rtlCol="0">
            <a:spAutoFit/>
          </a:bodyPr>
          <a:lstStyle/>
          <a:p>
            <a:pPr marL="12065" marR="5080" indent="-1905" algn="ctr">
              <a:lnSpc>
                <a:spcPct val="100000"/>
              </a:lnSpc>
              <a:spcBef>
                <a:spcPts val="95"/>
              </a:spcBef>
            </a:pPr>
            <a:r>
              <a:rPr sz="1000" spc="50" dirty="0">
                <a:latin typeface="MS UI Gothic"/>
                <a:cs typeface="MS UI Gothic"/>
              </a:rPr>
              <a:t>昨年度</a:t>
            </a:r>
            <a:r>
              <a:rPr sz="1000" spc="35" dirty="0">
                <a:latin typeface="MS UI Gothic"/>
                <a:cs typeface="MS UI Gothic"/>
              </a:rPr>
              <a:t>より</a:t>
            </a:r>
            <a:r>
              <a:rPr sz="1000" spc="60" dirty="0">
                <a:latin typeface="MS UI Gothic"/>
                <a:cs typeface="MS UI Gothic"/>
              </a:rPr>
              <a:t>新規外販案件</a:t>
            </a:r>
            <a:r>
              <a:rPr sz="1000" spc="40" dirty="0">
                <a:latin typeface="MS UI Gothic"/>
                <a:cs typeface="MS UI Gothic"/>
              </a:rPr>
              <a:t>を獲得</a:t>
            </a:r>
            <a:r>
              <a:rPr sz="1000" spc="30" dirty="0">
                <a:latin typeface="MS UI Gothic"/>
                <a:cs typeface="MS UI Gothic"/>
              </a:rPr>
              <a:t>し</a:t>
            </a:r>
            <a:r>
              <a:rPr sz="1000" spc="-5" dirty="0">
                <a:latin typeface="MS UI Gothic"/>
                <a:cs typeface="MS UI Gothic"/>
              </a:rPr>
              <a:t>現 </a:t>
            </a:r>
            <a:r>
              <a:rPr sz="1000" spc="25" dirty="0">
                <a:latin typeface="MS UI Gothic"/>
                <a:cs typeface="MS UI Gothic"/>
              </a:rPr>
              <a:t>場運営し</a:t>
            </a:r>
            <a:r>
              <a:rPr sz="1000" spc="180" dirty="0">
                <a:latin typeface="MS UI Gothic"/>
                <a:cs typeface="MS UI Gothic"/>
              </a:rPr>
              <a:t>て</a:t>
            </a:r>
            <a:r>
              <a:rPr sz="1000" spc="185" dirty="0">
                <a:latin typeface="MS UI Gothic"/>
                <a:cs typeface="MS UI Gothic"/>
              </a:rPr>
              <a:t>いる</a:t>
            </a:r>
            <a:r>
              <a:rPr sz="1000" spc="60" dirty="0">
                <a:latin typeface="MS UI Gothic"/>
                <a:cs typeface="MS UI Gothic"/>
              </a:rPr>
              <a:t>が、現状で</a:t>
            </a:r>
            <a:r>
              <a:rPr sz="1000" spc="55" dirty="0">
                <a:latin typeface="MS UI Gothic"/>
                <a:cs typeface="MS UI Gothic"/>
              </a:rPr>
              <a:t>は</a:t>
            </a:r>
            <a:r>
              <a:rPr sz="1000" spc="40" dirty="0">
                <a:latin typeface="MS UI Gothic"/>
                <a:cs typeface="MS UI Gothic"/>
              </a:rPr>
              <a:t>時給者だ </a:t>
            </a:r>
            <a:r>
              <a:rPr sz="1000" spc="135" dirty="0">
                <a:latin typeface="MS UI Gothic"/>
                <a:cs typeface="MS UI Gothic"/>
              </a:rPr>
              <a:t>け</a:t>
            </a:r>
            <a:r>
              <a:rPr sz="1000" spc="150" dirty="0">
                <a:latin typeface="MS UI Gothic"/>
                <a:cs typeface="MS UI Gothic"/>
              </a:rPr>
              <a:t>で</a:t>
            </a:r>
            <a:r>
              <a:rPr sz="1000" spc="120" dirty="0">
                <a:latin typeface="MS UI Gothic"/>
                <a:cs typeface="MS UI Gothic"/>
              </a:rPr>
              <a:t>は</a:t>
            </a:r>
            <a:r>
              <a:rPr sz="1000" spc="114" dirty="0">
                <a:latin typeface="MS UI Gothic"/>
                <a:cs typeface="MS UI Gothic"/>
              </a:rPr>
              <a:t>な</a:t>
            </a:r>
            <a:r>
              <a:rPr sz="1000" spc="340" dirty="0">
                <a:latin typeface="MS UI Gothic"/>
                <a:cs typeface="MS UI Gothic"/>
              </a:rPr>
              <a:t>く</a:t>
            </a:r>
            <a:r>
              <a:rPr sz="1000" spc="75" dirty="0">
                <a:latin typeface="MS UI Gothic"/>
                <a:cs typeface="MS UI Gothic"/>
              </a:rPr>
              <a:t>社員</a:t>
            </a:r>
            <a:r>
              <a:rPr sz="1000" spc="50" dirty="0">
                <a:latin typeface="MS UI Gothic"/>
                <a:cs typeface="MS UI Gothic"/>
              </a:rPr>
              <a:t>フ</a:t>
            </a:r>
            <a:r>
              <a:rPr sz="1000" spc="185" dirty="0">
                <a:latin typeface="MS UI Gothic"/>
                <a:cs typeface="MS UI Gothic"/>
              </a:rPr>
              <a:t>ォ</a:t>
            </a:r>
            <a:r>
              <a:rPr sz="1000" spc="165" dirty="0">
                <a:latin typeface="MS UI Gothic"/>
                <a:cs typeface="MS UI Gothic"/>
              </a:rPr>
              <a:t>ロ</a:t>
            </a:r>
            <a:r>
              <a:rPr sz="1000" spc="185" dirty="0">
                <a:latin typeface="MS UI Gothic"/>
                <a:cs typeface="MS UI Gothic"/>
              </a:rPr>
              <a:t>ー</a:t>
            </a:r>
            <a:r>
              <a:rPr sz="1000" spc="175" dirty="0">
                <a:latin typeface="MS UI Gothic"/>
                <a:cs typeface="MS UI Gothic"/>
              </a:rPr>
              <a:t>が</a:t>
            </a:r>
            <a:r>
              <a:rPr sz="1000" spc="215" dirty="0">
                <a:latin typeface="MS UI Gothic"/>
                <a:cs typeface="MS UI Gothic"/>
              </a:rPr>
              <a:t>多</a:t>
            </a:r>
            <a:r>
              <a:rPr sz="1000" spc="105" dirty="0">
                <a:latin typeface="MS UI Gothic"/>
                <a:cs typeface="MS UI Gothic"/>
              </a:rPr>
              <a:t>く</a:t>
            </a:r>
            <a:r>
              <a:rPr sz="1000" spc="40" dirty="0">
                <a:latin typeface="MS UI Gothic"/>
                <a:cs typeface="MS UI Gothic"/>
              </a:rPr>
              <a:t>発生</a:t>
            </a:r>
            <a:r>
              <a:rPr sz="1000" spc="30" dirty="0">
                <a:latin typeface="MS UI Gothic"/>
                <a:cs typeface="MS UI Gothic"/>
              </a:rPr>
              <a:t>し </a:t>
            </a:r>
            <a:r>
              <a:rPr sz="1000" spc="180" dirty="0">
                <a:latin typeface="MS UI Gothic"/>
                <a:cs typeface="MS UI Gothic"/>
              </a:rPr>
              <a:t>て</a:t>
            </a:r>
            <a:r>
              <a:rPr sz="1000" spc="190" dirty="0">
                <a:latin typeface="MS UI Gothic"/>
                <a:cs typeface="MS UI Gothic"/>
              </a:rPr>
              <a:t>い</a:t>
            </a:r>
            <a:r>
              <a:rPr sz="1000" spc="180" dirty="0">
                <a:latin typeface="MS UI Gothic"/>
                <a:cs typeface="MS UI Gothic"/>
              </a:rPr>
              <a:t>る</a:t>
            </a:r>
            <a:r>
              <a:rPr sz="1000" dirty="0">
                <a:latin typeface="MS UI Gothic"/>
                <a:cs typeface="MS UI Gothic"/>
              </a:rPr>
              <a:t>・・</a:t>
            </a:r>
            <a:r>
              <a:rPr sz="1000" spc="-5" dirty="0">
                <a:latin typeface="MS UI Gothic"/>
                <a:cs typeface="MS UI Gothic"/>
              </a:rPr>
              <a:t>・</a:t>
            </a:r>
            <a:endParaRPr sz="1000">
              <a:latin typeface="MS UI Gothic"/>
              <a:cs typeface="MS UI Gothic"/>
            </a:endParaRPr>
          </a:p>
        </p:txBody>
      </p:sp>
      <p:grpSp>
        <p:nvGrpSpPr>
          <p:cNvPr id="17" name="object 17"/>
          <p:cNvGrpSpPr/>
          <p:nvPr/>
        </p:nvGrpSpPr>
        <p:grpSpPr>
          <a:xfrm>
            <a:off x="217931" y="4892078"/>
            <a:ext cx="2527300" cy="437515"/>
            <a:chOff x="217931" y="4892078"/>
            <a:chExt cx="2527300" cy="437515"/>
          </a:xfrm>
        </p:grpSpPr>
        <p:pic>
          <p:nvPicPr>
            <p:cNvPr id="18" name="object 18"/>
            <p:cNvPicPr/>
            <p:nvPr/>
          </p:nvPicPr>
          <p:blipFill>
            <a:blip r:embed="rId4" cstate="print"/>
            <a:stretch>
              <a:fillRect/>
            </a:stretch>
          </p:blipFill>
          <p:spPr>
            <a:xfrm>
              <a:off x="217931" y="4892078"/>
              <a:ext cx="2526792" cy="437349"/>
            </a:xfrm>
            <a:prstGeom prst="rect">
              <a:avLst/>
            </a:prstGeom>
          </p:spPr>
        </p:pic>
        <p:pic>
          <p:nvPicPr>
            <p:cNvPr id="19" name="object 19"/>
            <p:cNvPicPr/>
            <p:nvPr/>
          </p:nvPicPr>
          <p:blipFill>
            <a:blip r:embed="rId5" cstate="print"/>
            <a:stretch>
              <a:fillRect/>
            </a:stretch>
          </p:blipFill>
          <p:spPr>
            <a:xfrm>
              <a:off x="854963" y="4933175"/>
              <a:ext cx="1251191" cy="396252"/>
            </a:xfrm>
            <a:prstGeom prst="rect">
              <a:avLst/>
            </a:prstGeom>
          </p:spPr>
        </p:pic>
      </p:grpSp>
      <p:sp>
        <p:nvSpPr>
          <p:cNvPr id="20" name="object 20"/>
          <p:cNvSpPr txBox="1"/>
          <p:nvPr/>
        </p:nvSpPr>
        <p:spPr>
          <a:xfrm>
            <a:off x="243840" y="4917947"/>
            <a:ext cx="2425065" cy="335280"/>
          </a:xfrm>
          <a:prstGeom prst="rect">
            <a:avLst/>
          </a:prstGeom>
          <a:solidFill>
            <a:srgbClr val="244060"/>
          </a:solidFill>
        </p:spPr>
        <p:txBody>
          <a:bodyPr vert="horz" wrap="square" lIns="0" tIns="93345" rIns="0" bIns="0" rtlCol="0">
            <a:spAutoFit/>
          </a:bodyPr>
          <a:lstStyle/>
          <a:p>
            <a:pPr marL="720725">
              <a:lnSpc>
                <a:spcPct val="100000"/>
              </a:lnSpc>
              <a:spcBef>
                <a:spcPts val="735"/>
              </a:spcBef>
            </a:pPr>
            <a:r>
              <a:rPr sz="1100" spc="30" dirty="0">
                <a:solidFill>
                  <a:srgbClr val="FFFFFF"/>
                </a:solidFill>
                <a:latin typeface="MS UI Gothic"/>
                <a:cs typeface="MS UI Gothic"/>
              </a:rPr>
              <a:t>従来の採用手法</a:t>
            </a:r>
            <a:endParaRPr sz="1100">
              <a:latin typeface="MS UI Gothic"/>
              <a:cs typeface="MS UI Gothic"/>
            </a:endParaRPr>
          </a:p>
        </p:txBody>
      </p:sp>
      <p:grpSp>
        <p:nvGrpSpPr>
          <p:cNvPr id="21" name="object 21"/>
          <p:cNvGrpSpPr/>
          <p:nvPr/>
        </p:nvGrpSpPr>
        <p:grpSpPr>
          <a:xfrm>
            <a:off x="3429253" y="3376421"/>
            <a:ext cx="2287270" cy="692150"/>
            <a:chOff x="3429253" y="3376421"/>
            <a:chExt cx="2287270" cy="692150"/>
          </a:xfrm>
        </p:grpSpPr>
        <p:pic>
          <p:nvPicPr>
            <p:cNvPr id="22" name="object 22"/>
            <p:cNvPicPr/>
            <p:nvPr/>
          </p:nvPicPr>
          <p:blipFill>
            <a:blip r:embed="rId6" cstate="print"/>
            <a:stretch>
              <a:fillRect/>
            </a:stretch>
          </p:blipFill>
          <p:spPr>
            <a:xfrm>
              <a:off x="3441953" y="3376421"/>
              <a:ext cx="2261616" cy="691895"/>
            </a:xfrm>
            <a:prstGeom prst="rect">
              <a:avLst/>
            </a:prstGeom>
          </p:spPr>
        </p:pic>
        <p:sp>
          <p:nvSpPr>
            <p:cNvPr id="23" name="object 23"/>
            <p:cNvSpPr/>
            <p:nvPr/>
          </p:nvSpPr>
          <p:spPr>
            <a:xfrm>
              <a:off x="3441953" y="3491737"/>
              <a:ext cx="2261870" cy="115570"/>
            </a:xfrm>
            <a:custGeom>
              <a:avLst/>
              <a:gdLst/>
              <a:ahLst/>
              <a:cxnLst/>
              <a:rect l="l" t="t" r="r" b="b"/>
              <a:pathLst>
                <a:path w="2261870" h="115570">
                  <a:moveTo>
                    <a:pt x="2261616" y="0"/>
                  </a:moveTo>
                  <a:lnTo>
                    <a:pt x="2221226" y="30634"/>
                  </a:lnTo>
                  <a:lnTo>
                    <a:pt x="2172759" y="44860"/>
                  </a:lnTo>
                  <a:lnTo>
                    <a:pt x="2107240" y="58175"/>
                  </a:lnTo>
                  <a:lnTo>
                    <a:pt x="2068507" y="64447"/>
                  </a:lnTo>
                  <a:lnTo>
                    <a:pt x="2026015" y="70440"/>
                  </a:lnTo>
                  <a:lnTo>
                    <a:pt x="1979934" y="76136"/>
                  </a:lnTo>
                  <a:lnTo>
                    <a:pt x="1930431" y="81518"/>
                  </a:lnTo>
                  <a:lnTo>
                    <a:pt x="1877676" y="86568"/>
                  </a:lnTo>
                  <a:lnTo>
                    <a:pt x="1821835" y="91270"/>
                  </a:lnTo>
                  <a:lnTo>
                    <a:pt x="1763078" y="95605"/>
                  </a:lnTo>
                  <a:lnTo>
                    <a:pt x="1701574" y="99558"/>
                  </a:lnTo>
                  <a:lnTo>
                    <a:pt x="1637489" y="103110"/>
                  </a:lnTo>
                  <a:lnTo>
                    <a:pt x="1570993" y="106245"/>
                  </a:lnTo>
                  <a:lnTo>
                    <a:pt x="1502255" y="108945"/>
                  </a:lnTo>
                  <a:lnTo>
                    <a:pt x="1431441" y="111192"/>
                  </a:lnTo>
                  <a:lnTo>
                    <a:pt x="1358721" y="112970"/>
                  </a:lnTo>
                  <a:lnTo>
                    <a:pt x="1284264" y="114262"/>
                  </a:lnTo>
                  <a:lnTo>
                    <a:pt x="1208236" y="115049"/>
                  </a:lnTo>
                  <a:lnTo>
                    <a:pt x="1130808" y="115316"/>
                  </a:lnTo>
                  <a:lnTo>
                    <a:pt x="1053379" y="115049"/>
                  </a:lnTo>
                  <a:lnTo>
                    <a:pt x="977351" y="114262"/>
                  </a:lnTo>
                  <a:lnTo>
                    <a:pt x="902894" y="112970"/>
                  </a:lnTo>
                  <a:lnTo>
                    <a:pt x="830174" y="111192"/>
                  </a:lnTo>
                  <a:lnTo>
                    <a:pt x="759360" y="108945"/>
                  </a:lnTo>
                  <a:lnTo>
                    <a:pt x="690622" y="106245"/>
                  </a:lnTo>
                  <a:lnTo>
                    <a:pt x="624126" y="103110"/>
                  </a:lnTo>
                  <a:lnTo>
                    <a:pt x="560041" y="99558"/>
                  </a:lnTo>
                  <a:lnTo>
                    <a:pt x="498537" y="95605"/>
                  </a:lnTo>
                  <a:lnTo>
                    <a:pt x="439780" y="91270"/>
                  </a:lnTo>
                  <a:lnTo>
                    <a:pt x="383939" y="86568"/>
                  </a:lnTo>
                  <a:lnTo>
                    <a:pt x="331184" y="81518"/>
                  </a:lnTo>
                  <a:lnTo>
                    <a:pt x="281681" y="76136"/>
                  </a:lnTo>
                  <a:lnTo>
                    <a:pt x="235600" y="70440"/>
                  </a:lnTo>
                  <a:lnTo>
                    <a:pt x="193108" y="64447"/>
                  </a:lnTo>
                  <a:lnTo>
                    <a:pt x="154375" y="58175"/>
                  </a:lnTo>
                  <a:lnTo>
                    <a:pt x="88856" y="44860"/>
                  </a:lnTo>
                  <a:lnTo>
                    <a:pt x="40389" y="30634"/>
                  </a:lnTo>
                  <a:lnTo>
                    <a:pt x="2608" y="7888"/>
                  </a:lnTo>
                  <a:lnTo>
                    <a:pt x="0" y="0"/>
                  </a:lnTo>
                </a:path>
              </a:pathLst>
            </a:custGeom>
            <a:ln w="25400">
              <a:solidFill>
                <a:srgbClr val="FFFFFF"/>
              </a:solidFill>
            </a:ln>
          </p:spPr>
          <p:txBody>
            <a:bodyPr wrap="square" lIns="0" tIns="0" rIns="0" bIns="0" rtlCol="0"/>
            <a:lstStyle/>
            <a:p>
              <a:endParaRPr/>
            </a:p>
          </p:txBody>
        </p:sp>
        <p:pic>
          <p:nvPicPr>
            <p:cNvPr id="24" name="object 24"/>
            <p:cNvPicPr/>
            <p:nvPr/>
          </p:nvPicPr>
          <p:blipFill>
            <a:blip r:embed="rId7" cstate="print"/>
            <a:stretch>
              <a:fillRect/>
            </a:stretch>
          </p:blipFill>
          <p:spPr>
            <a:xfrm>
              <a:off x="3584447" y="3654551"/>
              <a:ext cx="1944624" cy="294131"/>
            </a:xfrm>
            <a:prstGeom prst="rect">
              <a:avLst/>
            </a:prstGeom>
          </p:spPr>
        </p:pic>
      </p:grpSp>
      <p:sp>
        <p:nvSpPr>
          <p:cNvPr id="25" name="object 25"/>
          <p:cNvSpPr txBox="1"/>
          <p:nvPr/>
        </p:nvSpPr>
        <p:spPr>
          <a:xfrm>
            <a:off x="4037838" y="3679647"/>
            <a:ext cx="1040765" cy="269240"/>
          </a:xfrm>
          <a:prstGeom prst="rect">
            <a:avLst/>
          </a:prstGeom>
        </p:spPr>
        <p:txBody>
          <a:bodyPr vert="horz" wrap="square" lIns="0" tIns="12065" rIns="0" bIns="0" rtlCol="0">
            <a:spAutoFit/>
          </a:bodyPr>
          <a:lstStyle/>
          <a:p>
            <a:pPr marL="12700">
              <a:lnSpc>
                <a:spcPct val="100000"/>
              </a:lnSpc>
              <a:spcBef>
                <a:spcPts val="95"/>
              </a:spcBef>
            </a:pPr>
            <a:r>
              <a:rPr sz="1600" spc="55" dirty="0">
                <a:solidFill>
                  <a:srgbClr val="FFFFFF"/>
                </a:solidFill>
                <a:latin typeface="MS UI Gothic"/>
                <a:cs typeface="MS UI Gothic"/>
              </a:rPr>
              <a:t>現状の課題</a:t>
            </a:r>
            <a:endParaRPr sz="1600">
              <a:latin typeface="MS UI Gothic"/>
              <a:cs typeface="MS UI Gothic"/>
            </a:endParaRPr>
          </a:p>
        </p:txBody>
      </p:sp>
      <p:pic>
        <p:nvPicPr>
          <p:cNvPr id="26" name="object 26"/>
          <p:cNvPicPr/>
          <p:nvPr/>
        </p:nvPicPr>
        <p:blipFill>
          <a:blip r:embed="rId8" cstate="print"/>
          <a:stretch>
            <a:fillRect/>
          </a:stretch>
        </p:blipFill>
        <p:spPr>
          <a:xfrm>
            <a:off x="5203109" y="2645242"/>
            <a:ext cx="303012" cy="400590"/>
          </a:xfrm>
          <a:prstGeom prst="rect">
            <a:avLst/>
          </a:prstGeom>
        </p:spPr>
      </p:pic>
      <p:sp>
        <p:nvSpPr>
          <p:cNvPr id="27" name="object 27"/>
          <p:cNvSpPr txBox="1"/>
          <p:nvPr/>
        </p:nvSpPr>
        <p:spPr>
          <a:xfrm>
            <a:off x="5694426" y="1505458"/>
            <a:ext cx="2385060" cy="330200"/>
          </a:xfrm>
          <a:prstGeom prst="rect">
            <a:avLst/>
          </a:prstGeom>
        </p:spPr>
        <p:txBody>
          <a:bodyPr vert="horz" wrap="square" lIns="0" tIns="12065" rIns="0" bIns="0" rtlCol="0">
            <a:spAutoFit/>
          </a:bodyPr>
          <a:lstStyle/>
          <a:p>
            <a:pPr marL="12700" marR="5080" indent="4445">
              <a:lnSpc>
                <a:spcPct val="100000"/>
              </a:lnSpc>
              <a:spcBef>
                <a:spcPts val="95"/>
              </a:spcBef>
            </a:pPr>
            <a:r>
              <a:rPr sz="1000" spc="35" dirty="0">
                <a:latin typeface="MS UI Gothic"/>
                <a:cs typeface="MS UI Gothic"/>
              </a:rPr>
              <a:t>今後</a:t>
            </a:r>
            <a:r>
              <a:rPr sz="1000" spc="20" dirty="0">
                <a:latin typeface="MS UI Gothic"/>
                <a:cs typeface="MS UI Gothic"/>
              </a:rPr>
              <a:t>、</a:t>
            </a:r>
            <a:r>
              <a:rPr sz="1000" spc="30" dirty="0">
                <a:latin typeface="MS UI Gothic"/>
                <a:cs typeface="MS UI Gothic"/>
              </a:rPr>
              <a:t>よ</a:t>
            </a:r>
            <a:r>
              <a:rPr sz="1000" spc="170" dirty="0">
                <a:latin typeface="MS UI Gothic"/>
                <a:cs typeface="MS UI Gothic"/>
              </a:rPr>
              <a:t>り</a:t>
            </a:r>
            <a:r>
              <a:rPr sz="1000" spc="270" dirty="0">
                <a:latin typeface="MS UI Gothic"/>
                <a:cs typeface="MS UI Gothic"/>
              </a:rPr>
              <a:t>多</a:t>
            </a:r>
            <a:r>
              <a:rPr sz="1000" spc="135" dirty="0">
                <a:latin typeface="MS UI Gothic"/>
                <a:cs typeface="MS UI Gothic"/>
              </a:rPr>
              <a:t>く</a:t>
            </a:r>
            <a:r>
              <a:rPr sz="1000" spc="90" dirty="0">
                <a:latin typeface="MS UI Gothic"/>
                <a:cs typeface="MS UI Gothic"/>
              </a:rPr>
              <a:t>の</a:t>
            </a:r>
            <a:r>
              <a:rPr sz="1000" spc="110" dirty="0">
                <a:latin typeface="MS UI Gothic"/>
                <a:cs typeface="MS UI Gothic"/>
              </a:rPr>
              <a:t>案件</a:t>
            </a:r>
            <a:r>
              <a:rPr sz="1000" spc="75" dirty="0">
                <a:latin typeface="MS UI Gothic"/>
                <a:cs typeface="MS UI Gothic"/>
              </a:rPr>
              <a:t>を</a:t>
            </a:r>
            <a:r>
              <a:rPr sz="1000" spc="40" dirty="0">
                <a:latin typeface="MS UI Gothic"/>
                <a:cs typeface="MS UI Gothic"/>
              </a:rPr>
              <a:t>獲得</a:t>
            </a:r>
            <a:r>
              <a:rPr sz="1000" spc="30" dirty="0">
                <a:latin typeface="MS UI Gothic"/>
                <a:cs typeface="MS UI Gothic"/>
              </a:rPr>
              <a:t>し</a:t>
            </a:r>
            <a:r>
              <a:rPr sz="1000" dirty="0">
                <a:latin typeface="MS UI Gothic"/>
                <a:cs typeface="MS UI Gothic"/>
              </a:rPr>
              <a:t>、現場運営し </a:t>
            </a:r>
            <a:r>
              <a:rPr sz="1000" spc="180" dirty="0">
                <a:latin typeface="MS UI Gothic"/>
                <a:cs typeface="MS UI Gothic"/>
              </a:rPr>
              <a:t>て</a:t>
            </a:r>
            <a:r>
              <a:rPr sz="1000" spc="260" dirty="0">
                <a:latin typeface="MS UI Gothic"/>
                <a:cs typeface="MS UI Gothic"/>
              </a:rPr>
              <a:t>いく</a:t>
            </a:r>
            <a:r>
              <a:rPr sz="1000" spc="185" dirty="0">
                <a:latin typeface="MS UI Gothic"/>
                <a:cs typeface="MS UI Gothic"/>
              </a:rPr>
              <a:t>た</a:t>
            </a:r>
            <a:r>
              <a:rPr sz="1000" spc="150" dirty="0">
                <a:latin typeface="MS UI Gothic"/>
                <a:cs typeface="MS UI Gothic"/>
              </a:rPr>
              <a:t>め</a:t>
            </a:r>
            <a:r>
              <a:rPr sz="1000" spc="180" dirty="0">
                <a:latin typeface="MS UI Gothic"/>
                <a:cs typeface="MS UI Gothic"/>
              </a:rPr>
              <a:t>に</a:t>
            </a:r>
            <a:r>
              <a:rPr sz="1000" spc="50" dirty="0">
                <a:latin typeface="MS UI Gothic"/>
                <a:cs typeface="MS UI Gothic"/>
              </a:rPr>
              <a:t>は人員の確保が最優先</a:t>
            </a:r>
            <a:r>
              <a:rPr sz="1000" spc="45" dirty="0">
                <a:latin typeface="MS UI Gothic"/>
                <a:cs typeface="MS UI Gothic"/>
              </a:rPr>
              <a:t>に</a:t>
            </a:r>
            <a:r>
              <a:rPr sz="1000" spc="114" dirty="0">
                <a:latin typeface="MS UI Gothic"/>
                <a:cs typeface="MS UI Gothic"/>
              </a:rPr>
              <a:t>な</a:t>
            </a:r>
            <a:r>
              <a:rPr sz="1000" spc="190" dirty="0">
                <a:latin typeface="MS UI Gothic"/>
                <a:cs typeface="MS UI Gothic"/>
              </a:rPr>
              <a:t>る</a:t>
            </a:r>
            <a:endParaRPr sz="1000">
              <a:latin typeface="MS UI Gothic"/>
              <a:cs typeface="MS UI Gothic"/>
            </a:endParaRPr>
          </a:p>
        </p:txBody>
      </p:sp>
      <p:grpSp>
        <p:nvGrpSpPr>
          <p:cNvPr id="28" name="object 28"/>
          <p:cNvGrpSpPr/>
          <p:nvPr/>
        </p:nvGrpSpPr>
        <p:grpSpPr>
          <a:xfrm>
            <a:off x="5331714" y="2554477"/>
            <a:ext cx="3481704" cy="814069"/>
            <a:chOff x="5331714" y="2554477"/>
            <a:chExt cx="3481704" cy="814069"/>
          </a:xfrm>
        </p:grpSpPr>
        <p:sp>
          <p:nvSpPr>
            <p:cNvPr id="29" name="object 29"/>
            <p:cNvSpPr/>
            <p:nvPr/>
          </p:nvSpPr>
          <p:spPr>
            <a:xfrm>
              <a:off x="5344414" y="2567177"/>
              <a:ext cx="3456304" cy="788670"/>
            </a:xfrm>
            <a:custGeom>
              <a:avLst/>
              <a:gdLst/>
              <a:ahLst/>
              <a:cxnLst/>
              <a:rect l="l" t="t" r="r" b="b"/>
              <a:pathLst>
                <a:path w="3456304" h="788670">
                  <a:moveTo>
                    <a:pt x="3330447" y="0"/>
                  </a:moveTo>
                  <a:lnTo>
                    <a:pt x="970788" y="0"/>
                  </a:lnTo>
                  <a:lnTo>
                    <a:pt x="921928" y="9854"/>
                  </a:lnTo>
                  <a:lnTo>
                    <a:pt x="882046" y="36734"/>
                  </a:lnTo>
                  <a:lnTo>
                    <a:pt x="855166" y="76616"/>
                  </a:lnTo>
                  <a:lnTo>
                    <a:pt x="845312" y="125475"/>
                  </a:lnTo>
                  <a:lnTo>
                    <a:pt x="845312" y="439166"/>
                  </a:lnTo>
                  <a:lnTo>
                    <a:pt x="0" y="788543"/>
                  </a:lnTo>
                  <a:lnTo>
                    <a:pt x="845312" y="627380"/>
                  </a:lnTo>
                  <a:lnTo>
                    <a:pt x="3455924" y="627380"/>
                  </a:lnTo>
                  <a:lnTo>
                    <a:pt x="3455924" y="125475"/>
                  </a:lnTo>
                  <a:lnTo>
                    <a:pt x="3446069" y="76616"/>
                  </a:lnTo>
                  <a:lnTo>
                    <a:pt x="3419189" y="36734"/>
                  </a:lnTo>
                  <a:lnTo>
                    <a:pt x="3379307" y="9854"/>
                  </a:lnTo>
                  <a:lnTo>
                    <a:pt x="3330447" y="0"/>
                  </a:lnTo>
                  <a:close/>
                </a:path>
                <a:path w="3456304" h="788670">
                  <a:moveTo>
                    <a:pt x="3455924" y="627380"/>
                  </a:moveTo>
                  <a:lnTo>
                    <a:pt x="845312" y="627380"/>
                  </a:lnTo>
                  <a:lnTo>
                    <a:pt x="855166" y="676239"/>
                  </a:lnTo>
                  <a:lnTo>
                    <a:pt x="882046" y="716121"/>
                  </a:lnTo>
                  <a:lnTo>
                    <a:pt x="921928" y="743001"/>
                  </a:lnTo>
                  <a:lnTo>
                    <a:pt x="970788" y="752856"/>
                  </a:lnTo>
                  <a:lnTo>
                    <a:pt x="3330447" y="752856"/>
                  </a:lnTo>
                  <a:lnTo>
                    <a:pt x="3379307" y="743001"/>
                  </a:lnTo>
                  <a:lnTo>
                    <a:pt x="3419189" y="716121"/>
                  </a:lnTo>
                  <a:lnTo>
                    <a:pt x="3446069" y="676239"/>
                  </a:lnTo>
                  <a:lnTo>
                    <a:pt x="3455924" y="627380"/>
                  </a:lnTo>
                  <a:close/>
                </a:path>
              </a:pathLst>
            </a:custGeom>
            <a:solidFill>
              <a:srgbClr val="FFFFCC"/>
            </a:solidFill>
          </p:spPr>
          <p:txBody>
            <a:bodyPr wrap="square" lIns="0" tIns="0" rIns="0" bIns="0" rtlCol="0"/>
            <a:lstStyle/>
            <a:p>
              <a:endParaRPr/>
            </a:p>
          </p:txBody>
        </p:sp>
        <p:sp>
          <p:nvSpPr>
            <p:cNvPr id="30" name="object 30"/>
            <p:cNvSpPr/>
            <p:nvPr/>
          </p:nvSpPr>
          <p:spPr>
            <a:xfrm>
              <a:off x="5344414" y="2567177"/>
              <a:ext cx="3456304" cy="788670"/>
            </a:xfrm>
            <a:custGeom>
              <a:avLst/>
              <a:gdLst/>
              <a:ahLst/>
              <a:cxnLst/>
              <a:rect l="l" t="t" r="r" b="b"/>
              <a:pathLst>
                <a:path w="3456304" h="788670">
                  <a:moveTo>
                    <a:pt x="845312" y="125475"/>
                  </a:moveTo>
                  <a:lnTo>
                    <a:pt x="855166" y="76616"/>
                  </a:lnTo>
                  <a:lnTo>
                    <a:pt x="882046" y="36734"/>
                  </a:lnTo>
                  <a:lnTo>
                    <a:pt x="921928" y="9854"/>
                  </a:lnTo>
                  <a:lnTo>
                    <a:pt x="970788" y="0"/>
                  </a:lnTo>
                  <a:lnTo>
                    <a:pt x="1280414" y="0"/>
                  </a:lnTo>
                  <a:lnTo>
                    <a:pt x="1933066" y="0"/>
                  </a:lnTo>
                  <a:lnTo>
                    <a:pt x="3330447" y="0"/>
                  </a:lnTo>
                  <a:lnTo>
                    <a:pt x="3379307" y="9854"/>
                  </a:lnTo>
                  <a:lnTo>
                    <a:pt x="3419189" y="36734"/>
                  </a:lnTo>
                  <a:lnTo>
                    <a:pt x="3446069" y="76616"/>
                  </a:lnTo>
                  <a:lnTo>
                    <a:pt x="3455924" y="125475"/>
                  </a:lnTo>
                  <a:lnTo>
                    <a:pt x="3455924" y="439166"/>
                  </a:lnTo>
                  <a:lnTo>
                    <a:pt x="3455924" y="627380"/>
                  </a:lnTo>
                  <a:lnTo>
                    <a:pt x="3446069" y="676239"/>
                  </a:lnTo>
                  <a:lnTo>
                    <a:pt x="3419189" y="716121"/>
                  </a:lnTo>
                  <a:lnTo>
                    <a:pt x="3379307" y="743001"/>
                  </a:lnTo>
                  <a:lnTo>
                    <a:pt x="3330447" y="752856"/>
                  </a:lnTo>
                  <a:lnTo>
                    <a:pt x="1933066" y="752856"/>
                  </a:lnTo>
                  <a:lnTo>
                    <a:pt x="1280414" y="752856"/>
                  </a:lnTo>
                  <a:lnTo>
                    <a:pt x="970788" y="752856"/>
                  </a:lnTo>
                  <a:lnTo>
                    <a:pt x="921928" y="743001"/>
                  </a:lnTo>
                  <a:lnTo>
                    <a:pt x="882046" y="716121"/>
                  </a:lnTo>
                  <a:lnTo>
                    <a:pt x="855166" y="676239"/>
                  </a:lnTo>
                  <a:lnTo>
                    <a:pt x="845312" y="627380"/>
                  </a:lnTo>
                  <a:lnTo>
                    <a:pt x="0" y="788543"/>
                  </a:lnTo>
                  <a:lnTo>
                    <a:pt x="845312" y="439166"/>
                  </a:lnTo>
                  <a:lnTo>
                    <a:pt x="845312" y="125475"/>
                  </a:lnTo>
                  <a:close/>
                </a:path>
              </a:pathLst>
            </a:custGeom>
            <a:ln w="25399">
              <a:solidFill>
                <a:srgbClr val="FFC000"/>
              </a:solidFill>
            </a:ln>
          </p:spPr>
          <p:txBody>
            <a:bodyPr wrap="square" lIns="0" tIns="0" rIns="0" bIns="0" rtlCol="0"/>
            <a:lstStyle/>
            <a:p>
              <a:endParaRPr/>
            </a:p>
          </p:txBody>
        </p:sp>
      </p:grpSp>
      <p:sp>
        <p:nvSpPr>
          <p:cNvPr id="31" name="object 31"/>
          <p:cNvSpPr txBox="1"/>
          <p:nvPr/>
        </p:nvSpPr>
        <p:spPr>
          <a:xfrm>
            <a:off x="6293865" y="2713100"/>
            <a:ext cx="2414905" cy="482600"/>
          </a:xfrm>
          <a:prstGeom prst="rect">
            <a:avLst/>
          </a:prstGeom>
        </p:spPr>
        <p:txBody>
          <a:bodyPr vert="horz" wrap="square" lIns="0" tIns="12065" rIns="0" bIns="0" rtlCol="0">
            <a:spAutoFit/>
          </a:bodyPr>
          <a:lstStyle/>
          <a:p>
            <a:pPr marL="12065" marR="5080" algn="ctr">
              <a:lnSpc>
                <a:spcPct val="100000"/>
              </a:lnSpc>
              <a:spcBef>
                <a:spcPts val="95"/>
              </a:spcBef>
            </a:pPr>
            <a:r>
              <a:rPr sz="1000" spc="25" dirty="0">
                <a:latin typeface="MS UI Gothic"/>
                <a:cs typeface="MS UI Gothic"/>
              </a:rPr>
              <a:t>慢性的</a:t>
            </a:r>
            <a:r>
              <a:rPr sz="1000" spc="15" dirty="0">
                <a:latin typeface="MS UI Gothic"/>
                <a:cs typeface="MS UI Gothic"/>
              </a:rPr>
              <a:t>な採用困難地域</a:t>
            </a:r>
            <a:r>
              <a:rPr sz="1000" spc="10" dirty="0">
                <a:latin typeface="MS UI Gothic"/>
                <a:cs typeface="MS UI Gothic"/>
              </a:rPr>
              <a:t>で</a:t>
            </a:r>
            <a:r>
              <a:rPr sz="1000" spc="45" dirty="0">
                <a:latin typeface="MS UI Gothic"/>
                <a:cs typeface="MS UI Gothic"/>
              </a:rPr>
              <a:t>は採用募集</a:t>
            </a:r>
            <a:r>
              <a:rPr sz="1000" spc="50" dirty="0">
                <a:latin typeface="MS UI Gothic"/>
                <a:cs typeface="MS UI Gothic"/>
              </a:rPr>
              <a:t>に</a:t>
            </a:r>
            <a:r>
              <a:rPr sz="1000" spc="70" dirty="0">
                <a:latin typeface="MS UI Gothic"/>
                <a:cs typeface="MS UI Gothic"/>
              </a:rPr>
              <a:t>係る </a:t>
            </a:r>
            <a:r>
              <a:rPr sz="1000" spc="50" dirty="0">
                <a:latin typeface="MS UI Gothic"/>
                <a:cs typeface="MS UI Gothic"/>
              </a:rPr>
              <a:t>経費</a:t>
            </a:r>
            <a:r>
              <a:rPr sz="1000" spc="40" dirty="0">
                <a:latin typeface="MS UI Gothic"/>
                <a:cs typeface="MS UI Gothic"/>
              </a:rPr>
              <a:t>も</a:t>
            </a:r>
            <a:r>
              <a:rPr sz="1000" spc="50" dirty="0">
                <a:latin typeface="MS UI Gothic"/>
                <a:cs typeface="MS UI Gothic"/>
              </a:rPr>
              <a:t>増大</a:t>
            </a:r>
            <a:r>
              <a:rPr sz="1000" spc="40" dirty="0">
                <a:latin typeface="MS UI Gothic"/>
                <a:cs typeface="MS UI Gothic"/>
              </a:rPr>
              <a:t>し</a:t>
            </a:r>
            <a:r>
              <a:rPr sz="1000" spc="185" dirty="0">
                <a:latin typeface="MS UI Gothic"/>
                <a:cs typeface="MS UI Gothic"/>
              </a:rPr>
              <a:t>つつ</a:t>
            </a:r>
            <a:r>
              <a:rPr sz="1000" spc="150" dirty="0">
                <a:latin typeface="MS UI Gothic"/>
                <a:cs typeface="MS UI Gothic"/>
              </a:rPr>
              <a:t>あ</a:t>
            </a:r>
            <a:r>
              <a:rPr sz="1000" spc="190" dirty="0">
                <a:latin typeface="MS UI Gothic"/>
                <a:cs typeface="MS UI Gothic"/>
              </a:rPr>
              <a:t>る</a:t>
            </a:r>
            <a:r>
              <a:rPr sz="1000" spc="15" dirty="0">
                <a:latin typeface="MS UI Gothic"/>
                <a:cs typeface="MS UI Gothic"/>
              </a:rPr>
              <a:t>。</a:t>
            </a:r>
            <a:r>
              <a:rPr sz="1000" spc="25" dirty="0">
                <a:latin typeface="MS UI Gothic"/>
                <a:cs typeface="MS UI Gothic"/>
              </a:rPr>
              <a:t>現状</a:t>
            </a:r>
            <a:r>
              <a:rPr sz="1000" spc="20" dirty="0">
                <a:latin typeface="MS UI Gothic"/>
                <a:cs typeface="MS UI Gothic"/>
              </a:rPr>
              <a:t>の</a:t>
            </a:r>
            <a:r>
              <a:rPr sz="1000" spc="25" dirty="0">
                <a:latin typeface="MS UI Gothic"/>
                <a:cs typeface="MS UI Gothic"/>
              </a:rPr>
              <a:t>採用手法</a:t>
            </a:r>
            <a:r>
              <a:rPr sz="1000" spc="20" dirty="0">
                <a:latin typeface="MS UI Gothic"/>
                <a:cs typeface="MS UI Gothic"/>
              </a:rPr>
              <a:t>に </a:t>
            </a:r>
            <a:r>
              <a:rPr sz="1000" spc="270" dirty="0">
                <a:latin typeface="MS UI Gothic"/>
                <a:cs typeface="MS UI Gothic"/>
              </a:rPr>
              <a:t>も</a:t>
            </a:r>
            <a:r>
              <a:rPr sz="1000" spc="220" dirty="0">
                <a:latin typeface="MS UI Gothic"/>
                <a:cs typeface="MS UI Gothic"/>
              </a:rPr>
              <a:t>う</a:t>
            </a:r>
            <a:r>
              <a:rPr sz="1000" spc="150" dirty="0">
                <a:latin typeface="MS UI Gothic"/>
                <a:cs typeface="MS UI Gothic"/>
              </a:rPr>
              <a:t>ひ</a:t>
            </a:r>
            <a:r>
              <a:rPr sz="1000" spc="155" dirty="0">
                <a:latin typeface="MS UI Gothic"/>
                <a:cs typeface="MS UI Gothic"/>
              </a:rPr>
              <a:t>と</a:t>
            </a:r>
            <a:r>
              <a:rPr sz="1000" spc="185" dirty="0">
                <a:latin typeface="MS UI Gothic"/>
                <a:cs typeface="MS UI Gothic"/>
              </a:rPr>
              <a:t>ア</a:t>
            </a:r>
            <a:r>
              <a:rPr sz="1000" spc="170" dirty="0">
                <a:latin typeface="MS UI Gothic"/>
                <a:cs typeface="MS UI Gothic"/>
              </a:rPr>
              <a:t>ク</a:t>
            </a:r>
            <a:r>
              <a:rPr sz="1000" spc="195" dirty="0">
                <a:latin typeface="MS UI Gothic"/>
                <a:cs typeface="MS UI Gothic"/>
              </a:rPr>
              <a:t>セ</a:t>
            </a:r>
            <a:r>
              <a:rPr sz="1000" spc="160" dirty="0">
                <a:latin typeface="MS UI Gothic"/>
                <a:cs typeface="MS UI Gothic"/>
              </a:rPr>
              <a:t>ン</a:t>
            </a:r>
            <a:r>
              <a:rPr sz="1000" spc="45" dirty="0">
                <a:latin typeface="MS UI Gothic"/>
                <a:cs typeface="MS UI Gothic"/>
              </a:rPr>
              <a:t>ト</a:t>
            </a:r>
            <a:r>
              <a:rPr sz="1000" spc="65" dirty="0">
                <a:latin typeface="MS UI Gothic"/>
                <a:cs typeface="MS UI Gothic"/>
              </a:rPr>
              <a:t>欲</a:t>
            </a:r>
            <a:r>
              <a:rPr sz="1000" spc="50" dirty="0">
                <a:latin typeface="MS UI Gothic"/>
                <a:cs typeface="MS UI Gothic"/>
              </a:rPr>
              <a:t>し</a:t>
            </a:r>
            <a:r>
              <a:rPr sz="1000" spc="15" dirty="0">
                <a:latin typeface="MS UI Gothic"/>
                <a:cs typeface="MS UI Gothic"/>
              </a:rPr>
              <a:t>い</a:t>
            </a:r>
            <a:r>
              <a:rPr sz="1000" spc="10" dirty="0">
                <a:latin typeface="MS UI Gothic"/>
                <a:cs typeface="MS UI Gothic"/>
              </a:rPr>
              <a:t>。。</a:t>
            </a:r>
            <a:r>
              <a:rPr sz="1000" spc="-70" dirty="0">
                <a:latin typeface="MS UI Gothic"/>
                <a:cs typeface="MS UI Gothic"/>
              </a:rPr>
              <a:t>。</a:t>
            </a:r>
            <a:endParaRPr sz="1000">
              <a:latin typeface="MS UI Gothic"/>
              <a:cs typeface="MS UI Gothic"/>
            </a:endParaRPr>
          </a:p>
        </p:txBody>
      </p:sp>
      <p:grpSp>
        <p:nvGrpSpPr>
          <p:cNvPr id="32" name="object 32"/>
          <p:cNvGrpSpPr/>
          <p:nvPr/>
        </p:nvGrpSpPr>
        <p:grpSpPr>
          <a:xfrm>
            <a:off x="5588508" y="947915"/>
            <a:ext cx="1199515" cy="523240"/>
            <a:chOff x="5588508" y="947915"/>
            <a:chExt cx="1199515" cy="523240"/>
          </a:xfrm>
        </p:grpSpPr>
        <p:pic>
          <p:nvPicPr>
            <p:cNvPr id="33" name="object 33"/>
            <p:cNvPicPr/>
            <p:nvPr/>
          </p:nvPicPr>
          <p:blipFill>
            <a:blip r:embed="rId2" cstate="print"/>
            <a:stretch>
              <a:fillRect/>
            </a:stretch>
          </p:blipFill>
          <p:spPr>
            <a:xfrm>
              <a:off x="5588508" y="947915"/>
              <a:ext cx="1199400" cy="478548"/>
            </a:xfrm>
            <a:prstGeom prst="rect">
              <a:avLst/>
            </a:prstGeom>
          </p:spPr>
        </p:pic>
        <p:pic>
          <p:nvPicPr>
            <p:cNvPr id="34" name="object 34"/>
            <p:cNvPicPr/>
            <p:nvPr/>
          </p:nvPicPr>
          <p:blipFill>
            <a:blip r:embed="rId9" cstate="print"/>
            <a:stretch>
              <a:fillRect/>
            </a:stretch>
          </p:blipFill>
          <p:spPr>
            <a:xfrm>
              <a:off x="5821680" y="963167"/>
              <a:ext cx="729970" cy="507491"/>
            </a:xfrm>
            <a:prstGeom prst="rect">
              <a:avLst/>
            </a:prstGeom>
          </p:spPr>
        </p:pic>
      </p:grpSp>
      <p:sp>
        <p:nvSpPr>
          <p:cNvPr id="35" name="object 35"/>
          <p:cNvSpPr txBox="1"/>
          <p:nvPr/>
        </p:nvSpPr>
        <p:spPr>
          <a:xfrm>
            <a:off x="5650229" y="989838"/>
            <a:ext cx="1080770" cy="360045"/>
          </a:xfrm>
          <a:prstGeom prst="rect">
            <a:avLst/>
          </a:prstGeom>
          <a:solidFill>
            <a:srgbClr val="FFC000"/>
          </a:solidFill>
          <a:ln w="38100">
            <a:solidFill>
              <a:srgbClr val="FFFFFF"/>
            </a:solidFill>
          </a:ln>
        </p:spPr>
        <p:txBody>
          <a:bodyPr vert="horz" wrap="square" lIns="0" tIns="69215" rIns="0" bIns="0" rtlCol="0">
            <a:spAutoFit/>
          </a:bodyPr>
          <a:lstStyle/>
          <a:p>
            <a:pPr marL="337185">
              <a:lnSpc>
                <a:spcPct val="100000"/>
              </a:lnSpc>
              <a:spcBef>
                <a:spcPts val="545"/>
              </a:spcBef>
            </a:pPr>
            <a:r>
              <a:rPr sz="1600" spc="-10" dirty="0">
                <a:solidFill>
                  <a:srgbClr val="FF0000"/>
                </a:solidFill>
                <a:latin typeface="MS UI Gothic"/>
                <a:cs typeface="MS UI Gothic"/>
              </a:rPr>
              <a:t>課題</a:t>
            </a:r>
            <a:endParaRPr sz="1600">
              <a:latin typeface="MS UI Gothic"/>
              <a:cs typeface="MS UI Gothic"/>
            </a:endParaRPr>
          </a:p>
        </p:txBody>
      </p:sp>
      <p:grpSp>
        <p:nvGrpSpPr>
          <p:cNvPr id="36" name="object 36"/>
          <p:cNvGrpSpPr/>
          <p:nvPr/>
        </p:nvGrpSpPr>
        <p:grpSpPr>
          <a:xfrm>
            <a:off x="6187440" y="2138172"/>
            <a:ext cx="1198245" cy="524510"/>
            <a:chOff x="6187440" y="2138172"/>
            <a:chExt cx="1198245" cy="524510"/>
          </a:xfrm>
        </p:grpSpPr>
        <p:pic>
          <p:nvPicPr>
            <p:cNvPr id="37" name="object 37"/>
            <p:cNvPicPr/>
            <p:nvPr/>
          </p:nvPicPr>
          <p:blipFill>
            <a:blip r:embed="rId10" cstate="print"/>
            <a:stretch>
              <a:fillRect/>
            </a:stretch>
          </p:blipFill>
          <p:spPr>
            <a:xfrm>
              <a:off x="6187440" y="2138172"/>
              <a:ext cx="1197876" cy="480060"/>
            </a:xfrm>
            <a:prstGeom prst="rect">
              <a:avLst/>
            </a:prstGeom>
          </p:spPr>
        </p:pic>
        <p:pic>
          <p:nvPicPr>
            <p:cNvPr id="38" name="object 38"/>
            <p:cNvPicPr/>
            <p:nvPr/>
          </p:nvPicPr>
          <p:blipFill>
            <a:blip r:embed="rId11" cstate="print"/>
            <a:stretch>
              <a:fillRect/>
            </a:stretch>
          </p:blipFill>
          <p:spPr>
            <a:xfrm>
              <a:off x="6420612" y="2154936"/>
              <a:ext cx="729970" cy="507491"/>
            </a:xfrm>
            <a:prstGeom prst="rect">
              <a:avLst/>
            </a:prstGeom>
          </p:spPr>
        </p:pic>
        <p:sp>
          <p:nvSpPr>
            <p:cNvPr id="39" name="object 39"/>
            <p:cNvSpPr/>
            <p:nvPr/>
          </p:nvSpPr>
          <p:spPr>
            <a:xfrm>
              <a:off x="6249162" y="2180082"/>
              <a:ext cx="1079500" cy="361315"/>
            </a:xfrm>
            <a:custGeom>
              <a:avLst/>
              <a:gdLst/>
              <a:ahLst/>
              <a:cxnLst/>
              <a:rect l="l" t="t" r="r" b="b"/>
              <a:pathLst>
                <a:path w="1079500" h="361314">
                  <a:moveTo>
                    <a:pt x="1078991" y="0"/>
                  </a:moveTo>
                  <a:lnTo>
                    <a:pt x="0" y="0"/>
                  </a:lnTo>
                  <a:lnTo>
                    <a:pt x="0" y="361188"/>
                  </a:lnTo>
                  <a:lnTo>
                    <a:pt x="1078991" y="361188"/>
                  </a:lnTo>
                  <a:lnTo>
                    <a:pt x="1078991" y="0"/>
                  </a:lnTo>
                  <a:close/>
                </a:path>
              </a:pathLst>
            </a:custGeom>
            <a:solidFill>
              <a:srgbClr val="FFC000"/>
            </a:solidFill>
          </p:spPr>
          <p:txBody>
            <a:bodyPr wrap="square" lIns="0" tIns="0" rIns="0" bIns="0" rtlCol="0"/>
            <a:lstStyle/>
            <a:p>
              <a:endParaRPr/>
            </a:p>
          </p:txBody>
        </p:sp>
        <p:sp>
          <p:nvSpPr>
            <p:cNvPr id="40" name="object 40"/>
            <p:cNvSpPr/>
            <p:nvPr/>
          </p:nvSpPr>
          <p:spPr>
            <a:xfrm>
              <a:off x="6249162" y="2180082"/>
              <a:ext cx="1079500" cy="361315"/>
            </a:xfrm>
            <a:custGeom>
              <a:avLst/>
              <a:gdLst/>
              <a:ahLst/>
              <a:cxnLst/>
              <a:rect l="l" t="t" r="r" b="b"/>
              <a:pathLst>
                <a:path w="1079500" h="361314">
                  <a:moveTo>
                    <a:pt x="0" y="361188"/>
                  </a:moveTo>
                  <a:lnTo>
                    <a:pt x="1078991" y="361188"/>
                  </a:lnTo>
                  <a:lnTo>
                    <a:pt x="1078991" y="0"/>
                  </a:lnTo>
                  <a:lnTo>
                    <a:pt x="0" y="0"/>
                  </a:lnTo>
                  <a:lnTo>
                    <a:pt x="0" y="361188"/>
                  </a:lnTo>
                  <a:close/>
                </a:path>
              </a:pathLst>
            </a:custGeom>
            <a:ln w="38099">
              <a:solidFill>
                <a:srgbClr val="FFFFFF"/>
              </a:solidFill>
            </a:ln>
          </p:spPr>
          <p:txBody>
            <a:bodyPr wrap="square" lIns="0" tIns="0" rIns="0" bIns="0" rtlCol="0"/>
            <a:lstStyle/>
            <a:p>
              <a:endParaRPr/>
            </a:p>
          </p:txBody>
        </p:sp>
      </p:grpSp>
      <p:sp>
        <p:nvSpPr>
          <p:cNvPr id="41" name="object 41"/>
          <p:cNvSpPr txBox="1"/>
          <p:nvPr/>
        </p:nvSpPr>
        <p:spPr>
          <a:xfrm>
            <a:off x="6249161" y="2180082"/>
            <a:ext cx="1079500" cy="361315"/>
          </a:xfrm>
          <a:prstGeom prst="rect">
            <a:avLst/>
          </a:prstGeom>
        </p:spPr>
        <p:txBody>
          <a:bodyPr vert="horz" wrap="square" lIns="0" tIns="69850" rIns="0" bIns="0" rtlCol="0">
            <a:spAutoFit/>
          </a:bodyPr>
          <a:lstStyle/>
          <a:p>
            <a:pPr marL="336550">
              <a:lnSpc>
                <a:spcPct val="100000"/>
              </a:lnSpc>
              <a:spcBef>
                <a:spcPts val="550"/>
              </a:spcBef>
            </a:pPr>
            <a:r>
              <a:rPr sz="1600" spc="-5" dirty="0">
                <a:solidFill>
                  <a:srgbClr val="FF0000"/>
                </a:solidFill>
                <a:latin typeface="MS UI Gothic"/>
                <a:cs typeface="MS UI Gothic"/>
              </a:rPr>
              <a:t>課題</a:t>
            </a:r>
            <a:endParaRPr sz="1600">
              <a:latin typeface="MS UI Gothic"/>
              <a:cs typeface="MS UI Gothic"/>
            </a:endParaRPr>
          </a:p>
        </p:txBody>
      </p:sp>
      <p:grpSp>
        <p:nvGrpSpPr>
          <p:cNvPr id="42" name="object 42"/>
          <p:cNvGrpSpPr/>
          <p:nvPr/>
        </p:nvGrpSpPr>
        <p:grpSpPr>
          <a:xfrm>
            <a:off x="5070602" y="5258053"/>
            <a:ext cx="3606800" cy="1205230"/>
            <a:chOff x="5070602" y="5258053"/>
            <a:chExt cx="3606800" cy="1205230"/>
          </a:xfrm>
        </p:grpSpPr>
        <p:sp>
          <p:nvSpPr>
            <p:cNvPr id="43" name="object 43"/>
            <p:cNvSpPr/>
            <p:nvPr/>
          </p:nvSpPr>
          <p:spPr>
            <a:xfrm>
              <a:off x="5083302" y="5270753"/>
              <a:ext cx="3581400" cy="1179830"/>
            </a:xfrm>
            <a:custGeom>
              <a:avLst/>
              <a:gdLst/>
              <a:ahLst/>
              <a:cxnLst/>
              <a:rect l="l" t="t" r="r" b="b"/>
              <a:pathLst>
                <a:path w="3581400" h="1179829">
                  <a:moveTo>
                    <a:pt x="3581400" y="0"/>
                  </a:moveTo>
                  <a:lnTo>
                    <a:pt x="0" y="0"/>
                  </a:lnTo>
                  <a:lnTo>
                    <a:pt x="0" y="1179576"/>
                  </a:lnTo>
                  <a:lnTo>
                    <a:pt x="3581400" y="1179576"/>
                  </a:lnTo>
                  <a:lnTo>
                    <a:pt x="3581400" y="0"/>
                  </a:lnTo>
                  <a:close/>
                </a:path>
              </a:pathLst>
            </a:custGeom>
            <a:solidFill>
              <a:srgbClr val="F1DCDB"/>
            </a:solidFill>
          </p:spPr>
          <p:txBody>
            <a:bodyPr wrap="square" lIns="0" tIns="0" rIns="0" bIns="0" rtlCol="0"/>
            <a:lstStyle/>
            <a:p>
              <a:endParaRPr/>
            </a:p>
          </p:txBody>
        </p:sp>
        <p:sp>
          <p:nvSpPr>
            <p:cNvPr id="44" name="object 44"/>
            <p:cNvSpPr/>
            <p:nvPr/>
          </p:nvSpPr>
          <p:spPr>
            <a:xfrm>
              <a:off x="5083302" y="5270753"/>
              <a:ext cx="3581400" cy="1179830"/>
            </a:xfrm>
            <a:custGeom>
              <a:avLst/>
              <a:gdLst/>
              <a:ahLst/>
              <a:cxnLst/>
              <a:rect l="l" t="t" r="r" b="b"/>
              <a:pathLst>
                <a:path w="3581400" h="1179829">
                  <a:moveTo>
                    <a:pt x="0" y="1179576"/>
                  </a:moveTo>
                  <a:lnTo>
                    <a:pt x="3581400" y="1179576"/>
                  </a:lnTo>
                  <a:lnTo>
                    <a:pt x="3581400" y="0"/>
                  </a:lnTo>
                  <a:lnTo>
                    <a:pt x="0" y="0"/>
                  </a:lnTo>
                  <a:lnTo>
                    <a:pt x="0" y="1179576"/>
                  </a:lnTo>
                  <a:close/>
                </a:path>
              </a:pathLst>
            </a:custGeom>
            <a:ln w="25400">
              <a:solidFill>
                <a:srgbClr val="000000"/>
              </a:solidFill>
            </a:ln>
          </p:spPr>
          <p:txBody>
            <a:bodyPr wrap="square" lIns="0" tIns="0" rIns="0" bIns="0" rtlCol="0"/>
            <a:lstStyle/>
            <a:p>
              <a:endParaRPr/>
            </a:p>
          </p:txBody>
        </p:sp>
      </p:grpSp>
      <p:sp>
        <p:nvSpPr>
          <p:cNvPr id="45" name="object 45"/>
          <p:cNvSpPr txBox="1"/>
          <p:nvPr/>
        </p:nvSpPr>
        <p:spPr>
          <a:xfrm>
            <a:off x="5161534" y="5320360"/>
            <a:ext cx="3302000" cy="1098550"/>
          </a:xfrm>
          <a:prstGeom prst="rect">
            <a:avLst/>
          </a:prstGeom>
        </p:spPr>
        <p:txBody>
          <a:bodyPr vert="horz" wrap="square" lIns="0" tIns="12700" rIns="0" bIns="0" rtlCol="0">
            <a:spAutoFit/>
          </a:bodyPr>
          <a:lstStyle/>
          <a:p>
            <a:pPr marL="12700">
              <a:lnSpc>
                <a:spcPct val="100000"/>
              </a:lnSpc>
              <a:spcBef>
                <a:spcPts val="100"/>
              </a:spcBef>
            </a:pPr>
            <a:r>
              <a:rPr sz="1200" b="1" spc="-70" dirty="0">
                <a:latin typeface="Microsoft YaHei UI"/>
                <a:cs typeface="Microsoft YaHei UI"/>
              </a:rPr>
              <a:t>これからのアルバイト募集</a:t>
            </a:r>
            <a:endParaRPr sz="1200">
              <a:latin typeface="Microsoft YaHei UI"/>
              <a:cs typeface="Microsoft YaHei UI"/>
            </a:endParaRPr>
          </a:p>
          <a:p>
            <a:pPr marL="114300">
              <a:lnSpc>
                <a:spcPct val="100000"/>
              </a:lnSpc>
              <a:spcBef>
                <a:spcPts val="5"/>
              </a:spcBef>
            </a:pPr>
            <a:r>
              <a:rPr sz="1200" spc="135" dirty="0">
                <a:latin typeface="MS UI Gothic"/>
                <a:cs typeface="MS UI Gothic"/>
              </a:rPr>
              <a:t>従来のものも使用しつつ新しい手法として</a:t>
            </a:r>
            <a:endParaRPr sz="1200">
              <a:latin typeface="MS UI Gothic"/>
              <a:cs typeface="MS UI Gothic"/>
            </a:endParaRPr>
          </a:p>
          <a:p>
            <a:pPr marL="12700">
              <a:lnSpc>
                <a:spcPct val="100000"/>
              </a:lnSpc>
            </a:pPr>
            <a:r>
              <a:rPr sz="1200" b="1" spc="-105" dirty="0">
                <a:solidFill>
                  <a:srgbClr val="FF0000"/>
                </a:solidFill>
                <a:latin typeface="Microsoft YaHei UI"/>
                <a:cs typeface="Microsoft YaHei UI"/>
              </a:rPr>
              <a:t>★ＬＩＮＥ</a:t>
            </a:r>
            <a:r>
              <a:rPr sz="1200" b="1" spc="-110" dirty="0">
                <a:solidFill>
                  <a:srgbClr val="FF0000"/>
                </a:solidFill>
                <a:latin typeface="Microsoft YaHei UI"/>
                <a:cs typeface="Microsoft YaHei UI"/>
              </a:rPr>
              <a:t>を活用しての募集・マッチング</a:t>
            </a:r>
            <a:endParaRPr sz="1200">
              <a:latin typeface="Microsoft YaHei UI"/>
              <a:cs typeface="Microsoft YaHei UI"/>
            </a:endParaRPr>
          </a:p>
          <a:p>
            <a:pPr marL="12700">
              <a:lnSpc>
                <a:spcPct val="100000"/>
              </a:lnSpc>
            </a:pPr>
            <a:r>
              <a:rPr sz="1200" b="1" spc="-75" dirty="0">
                <a:latin typeface="Microsoft YaHei UI"/>
                <a:cs typeface="Microsoft YaHei UI"/>
              </a:rPr>
              <a:t>・スキマバイトサービス</a:t>
            </a:r>
            <a:endParaRPr sz="1200">
              <a:latin typeface="Microsoft YaHei UI"/>
              <a:cs typeface="Microsoft YaHei UI"/>
            </a:endParaRPr>
          </a:p>
          <a:p>
            <a:pPr marL="12700" marR="5080">
              <a:lnSpc>
                <a:spcPts val="1270"/>
              </a:lnSpc>
              <a:spcBef>
                <a:spcPts val="185"/>
              </a:spcBef>
            </a:pPr>
            <a:r>
              <a:rPr sz="1200" b="1" spc="-600" dirty="0">
                <a:latin typeface="Microsoft YaHei UI"/>
                <a:cs typeface="Microsoft YaHei UI"/>
              </a:rPr>
              <a:t>（</a:t>
            </a:r>
            <a:r>
              <a:rPr sz="1200" b="1" spc="65" dirty="0">
                <a:latin typeface="Microsoft YaHei UI"/>
                <a:cs typeface="Microsoft YaHei UI"/>
              </a:rPr>
              <a:t>Timee</a:t>
            </a:r>
            <a:r>
              <a:rPr sz="1200" b="1" spc="-60" dirty="0">
                <a:latin typeface="Microsoft YaHei UI"/>
                <a:cs typeface="Microsoft YaHei UI"/>
              </a:rPr>
              <a:t>・シェアフル・</a:t>
            </a:r>
            <a:r>
              <a:rPr sz="1200" b="1" spc="85" dirty="0">
                <a:latin typeface="Microsoft YaHei UI"/>
                <a:cs typeface="Microsoft YaHei UI"/>
              </a:rPr>
              <a:t>LIN</a:t>
            </a:r>
            <a:r>
              <a:rPr sz="1200" b="1" spc="80" dirty="0">
                <a:latin typeface="Microsoft YaHei UI"/>
                <a:cs typeface="Microsoft YaHei UI"/>
              </a:rPr>
              <a:t>E</a:t>
            </a:r>
            <a:r>
              <a:rPr sz="1200" b="1" spc="-175" dirty="0">
                <a:latin typeface="Microsoft YaHei UI"/>
                <a:cs typeface="Microsoft YaHei UI"/>
              </a:rPr>
              <a:t>スキマニ</a:t>
            </a:r>
            <a:r>
              <a:rPr sz="1200" b="1" spc="-170" dirty="0">
                <a:latin typeface="Microsoft YaHei UI"/>
                <a:cs typeface="Microsoft YaHei UI"/>
              </a:rPr>
              <a:t>）</a:t>
            </a:r>
            <a:r>
              <a:rPr sz="1050" b="1" spc="5" dirty="0">
                <a:latin typeface="Microsoft YaHei UI"/>
                <a:cs typeface="Microsoft YaHei UI"/>
              </a:rPr>
              <a:t>等を活</a:t>
            </a:r>
            <a:r>
              <a:rPr sz="1050" b="1" spc="-10" dirty="0">
                <a:latin typeface="Microsoft YaHei UI"/>
                <a:cs typeface="Microsoft YaHei UI"/>
              </a:rPr>
              <a:t>用</a:t>
            </a:r>
            <a:r>
              <a:rPr sz="1050" b="1" spc="-320" dirty="0">
                <a:latin typeface="Microsoft YaHei UI"/>
                <a:cs typeface="Microsoft YaHei UI"/>
              </a:rPr>
              <a:t>し </a:t>
            </a:r>
            <a:r>
              <a:rPr sz="1050" b="1" spc="-5" dirty="0">
                <a:latin typeface="Microsoft YaHei UI"/>
                <a:cs typeface="Microsoft YaHei UI"/>
              </a:rPr>
              <a:t>て</a:t>
            </a:r>
            <a:r>
              <a:rPr sz="1050" b="1" spc="-10" dirty="0">
                <a:latin typeface="Microsoft YaHei UI"/>
                <a:cs typeface="Microsoft YaHei UI"/>
              </a:rPr>
              <a:t>いき</a:t>
            </a:r>
            <a:r>
              <a:rPr sz="1050" b="1" spc="-20" dirty="0">
                <a:latin typeface="Microsoft YaHei UI"/>
                <a:cs typeface="Microsoft YaHei UI"/>
              </a:rPr>
              <a:t>ま</a:t>
            </a:r>
            <a:r>
              <a:rPr sz="1050" b="1" spc="-35" dirty="0">
                <a:latin typeface="Microsoft YaHei UI"/>
                <a:cs typeface="Microsoft YaHei UI"/>
              </a:rPr>
              <a:t>す</a:t>
            </a:r>
            <a:r>
              <a:rPr sz="1050" b="1" spc="-420" dirty="0">
                <a:latin typeface="Microsoft YaHei UI"/>
                <a:cs typeface="Microsoft YaHei UI"/>
              </a:rPr>
              <a:t>。</a:t>
            </a:r>
            <a:endParaRPr sz="1050">
              <a:latin typeface="Microsoft YaHei UI"/>
              <a:cs typeface="Microsoft YaHei UI"/>
            </a:endParaRPr>
          </a:p>
        </p:txBody>
      </p:sp>
      <p:grpSp>
        <p:nvGrpSpPr>
          <p:cNvPr id="46" name="object 46"/>
          <p:cNvGrpSpPr/>
          <p:nvPr/>
        </p:nvGrpSpPr>
        <p:grpSpPr>
          <a:xfrm>
            <a:off x="5056632" y="4892078"/>
            <a:ext cx="2527300" cy="437515"/>
            <a:chOff x="5056632" y="4892078"/>
            <a:chExt cx="2527300" cy="437515"/>
          </a:xfrm>
        </p:grpSpPr>
        <p:pic>
          <p:nvPicPr>
            <p:cNvPr id="47" name="object 47"/>
            <p:cNvPicPr/>
            <p:nvPr/>
          </p:nvPicPr>
          <p:blipFill>
            <a:blip r:embed="rId4" cstate="print"/>
            <a:stretch>
              <a:fillRect/>
            </a:stretch>
          </p:blipFill>
          <p:spPr>
            <a:xfrm>
              <a:off x="5056632" y="4892078"/>
              <a:ext cx="2526791" cy="437349"/>
            </a:xfrm>
            <a:prstGeom prst="rect">
              <a:avLst/>
            </a:prstGeom>
          </p:spPr>
        </p:pic>
        <p:pic>
          <p:nvPicPr>
            <p:cNvPr id="48" name="object 48"/>
            <p:cNvPicPr/>
            <p:nvPr/>
          </p:nvPicPr>
          <p:blipFill>
            <a:blip r:embed="rId12" cstate="print"/>
            <a:stretch>
              <a:fillRect/>
            </a:stretch>
          </p:blipFill>
          <p:spPr>
            <a:xfrm>
              <a:off x="5850636" y="4933175"/>
              <a:ext cx="938771" cy="396252"/>
            </a:xfrm>
            <a:prstGeom prst="rect">
              <a:avLst/>
            </a:prstGeom>
          </p:spPr>
        </p:pic>
      </p:grpSp>
      <p:sp>
        <p:nvSpPr>
          <p:cNvPr id="49" name="object 49"/>
          <p:cNvSpPr txBox="1"/>
          <p:nvPr/>
        </p:nvSpPr>
        <p:spPr>
          <a:xfrm>
            <a:off x="5082540" y="4917947"/>
            <a:ext cx="2425065" cy="335280"/>
          </a:xfrm>
          <a:prstGeom prst="rect">
            <a:avLst/>
          </a:prstGeom>
          <a:solidFill>
            <a:srgbClr val="244060"/>
          </a:solidFill>
        </p:spPr>
        <p:txBody>
          <a:bodyPr vert="horz" wrap="square" lIns="0" tIns="93345" rIns="0" bIns="0" rtlCol="0">
            <a:spAutoFit/>
          </a:bodyPr>
          <a:lstStyle/>
          <a:p>
            <a:pPr marL="1905" algn="ctr">
              <a:lnSpc>
                <a:spcPct val="100000"/>
              </a:lnSpc>
              <a:spcBef>
                <a:spcPts val="735"/>
              </a:spcBef>
            </a:pPr>
            <a:r>
              <a:rPr sz="1100" spc="180" dirty="0">
                <a:solidFill>
                  <a:srgbClr val="FFFFFF"/>
                </a:solidFill>
                <a:latin typeface="MS UI Gothic"/>
                <a:cs typeface="MS UI Gothic"/>
              </a:rPr>
              <a:t>これからは</a:t>
            </a:r>
            <a:endParaRPr sz="1100">
              <a:latin typeface="MS UI Gothic"/>
              <a:cs typeface="MS UI Gothic"/>
            </a:endParaRPr>
          </a:p>
        </p:txBody>
      </p:sp>
      <p:grpSp>
        <p:nvGrpSpPr>
          <p:cNvPr id="50" name="object 50"/>
          <p:cNvGrpSpPr/>
          <p:nvPr/>
        </p:nvGrpSpPr>
        <p:grpSpPr>
          <a:xfrm>
            <a:off x="3958082" y="5605526"/>
            <a:ext cx="1003935" cy="510540"/>
            <a:chOff x="3958082" y="5605526"/>
            <a:chExt cx="1003935" cy="510540"/>
          </a:xfrm>
        </p:grpSpPr>
        <p:sp>
          <p:nvSpPr>
            <p:cNvPr id="51" name="object 51"/>
            <p:cNvSpPr/>
            <p:nvPr/>
          </p:nvSpPr>
          <p:spPr>
            <a:xfrm>
              <a:off x="3970782" y="5618226"/>
              <a:ext cx="978535" cy="485140"/>
            </a:xfrm>
            <a:custGeom>
              <a:avLst/>
              <a:gdLst/>
              <a:ahLst/>
              <a:cxnLst/>
              <a:rect l="l" t="t" r="r" b="b"/>
              <a:pathLst>
                <a:path w="978535" h="485139">
                  <a:moveTo>
                    <a:pt x="736091" y="0"/>
                  </a:moveTo>
                  <a:lnTo>
                    <a:pt x="736091" y="121158"/>
                  </a:lnTo>
                  <a:lnTo>
                    <a:pt x="0" y="121158"/>
                  </a:lnTo>
                  <a:lnTo>
                    <a:pt x="0" y="363474"/>
                  </a:lnTo>
                  <a:lnTo>
                    <a:pt x="736091" y="363474"/>
                  </a:lnTo>
                  <a:lnTo>
                    <a:pt x="736091" y="484632"/>
                  </a:lnTo>
                  <a:lnTo>
                    <a:pt x="978407" y="242315"/>
                  </a:lnTo>
                  <a:lnTo>
                    <a:pt x="736091" y="0"/>
                  </a:lnTo>
                  <a:close/>
                </a:path>
              </a:pathLst>
            </a:custGeom>
            <a:solidFill>
              <a:srgbClr val="FF0000"/>
            </a:solidFill>
          </p:spPr>
          <p:txBody>
            <a:bodyPr wrap="square" lIns="0" tIns="0" rIns="0" bIns="0" rtlCol="0"/>
            <a:lstStyle/>
            <a:p>
              <a:endParaRPr/>
            </a:p>
          </p:txBody>
        </p:sp>
        <p:sp>
          <p:nvSpPr>
            <p:cNvPr id="52" name="object 52"/>
            <p:cNvSpPr/>
            <p:nvPr/>
          </p:nvSpPr>
          <p:spPr>
            <a:xfrm>
              <a:off x="3970782" y="5618226"/>
              <a:ext cx="978535" cy="485140"/>
            </a:xfrm>
            <a:custGeom>
              <a:avLst/>
              <a:gdLst/>
              <a:ahLst/>
              <a:cxnLst/>
              <a:rect l="l" t="t" r="r" b="b"/>
              <a:pathLst>
                <a:path w="978535" h="485139">
                  <a:moveTo>
                    <a:pt x="0" y="121158"/>
                  </a:moveTo>
                  <a:lnTo>
                    <a:pt x="736091" y="121158"/>
                  </a:lnTo>
                  <a:lnTo>
                    <a:pt x="736091" y="0"/>
                  </a:lnTo>
                  <a:lnTo>
                    <a:pt x="978407" y="242315"/>
                  </a:lnTo>
                  <a:lnTo>
                    <a:pt x="736091" y="484632"/>
                  </a:lnTo>
                  <a:lnTo>
                    <a:pt x="736091" y="363474"/>
                  </a:lnTo>
                  <a:lnTo>
                    <a:pt x="0" y="363474"/>
                  </a:lnTo>
                  <a:lnTo>
                    <a:pt x="0" y="121158"/>
                  </a:lnTo>
                  <a:close/>
                </a:path>
              </a:pathLst>
            </a:custGeom>
            <a:ln w="25400">
              <a:solidFill>
                <a:srgbClr val="0F243E"/>
              </a:solidFill>
            </a:ln>
          </p:spPr>
          <p:txBody>
            <a:bodyPr wrap="square" lIns="0" tIns="0" rIns="0" bIns="0" rtlCol="0"/>
            <a:lstStyle/>
            <a:p>
              <a:endParaRPr/>
            </a:p>
          </p:txBody>
        </p:sp>
      </p:grpSp>
      <p:grpSp>
        <p:nvGrpSpPr>
          <p:cNvPr id="53" name="object 53"/>
          <p:cNvGrpSpPr/>
          <p:nvPr/>
        </p:nvGrpSpPr>
        <p:grpSpPr>
          <a:xfrm>
            <a:off x="5151628" y="3330702"/>
            <a:ext cx="3826510" cy="848360"/>
            <a:chOff x="5151628" y="3330702"/>
            <a:chExt cx="3826510" cy="848360"/>
          </a:xfrm>
        </p:grpSpPr>
        <p:sp>
          <p:nvSpPr>
            <p:cNvPr id="54" name="object 54"/>
            <p:cNvSpPr/>
            <p:nvPr/>
          </p:nvSpPr>
          <p:spPr>
            <a:xfrm>
              <a:off x="5164328" y="3343402"/>
              <a:ext cx="3801110" cy="822960"/>
            </a:xfrm>
            <a:custGeom>
              <a:avLst/>
              <a:gdLst/>
              <a:ahLst/>
              <a:cxnLst/>
              <a:rect l="l" t="t" r="r" b="b"/>
              <a:pathLst>
                <a:path w="3801109" h="822960">
                  <a:moveTo>
                    <a:pt x="0" y="0"/>
                  </a:moveTo>
                  <a:lnTo>
                    <a:pt x="1025398" y="383286"/>
                  </a:lnTo>
                  <a:lnTo>
                    <a:pt x="1025398" y="696976"/>
                  </a:lnTo>
                  <a:lnTo>
                    <a:pt x="1035252" y="745835"/>
                  </a:lnTo>
                  <a:lnTo>
                    <a:pt x="1062132" y="785717"/>
                  </a:lnTo>
                  <a:lnTo>
                    <a:pt x="1102014" y="812597"/>
                  </a:lnTo>
                  <a:lnTo>
                    <a:pt x="1150874" y="822452"/>
                  </a:lnTo>
                  <a:lnTo>
                    <a:pt x="3675126" y="822452"/>
                  </a:lnTo>
                  <a:lnTo>
                    <a:pt x="3723985" y="812597"/>
                  </a:lnTo>
                  <a:lnTo>
                    <a:pt x="3763867" y="785717"/>
                  </a:lnTo>
                  <a:lnTo>
                    <a:pt x="3790747" y="745835"/>
                  </a:lnTo>
                  <a:lnTo>
                    <a:pt x="3800602" y="696976"/>
                  </a:lnTo>
                  <a:lnTo>
                    <a:pt x="3800602" y="195072"/>
                  </a:lnTo>
                  <a:lnTo>
                    <a:pt x="1025398" y="195072"/>
                  </a:lnTo>
                  <a:lnTo>
                    <a:pt x="0" y="0"/>
                  </a:lnTo>
                  <a:close/>
                </a:path>
                <a:path w="3801109" h="822960">
                  <a:moveTo>
                    <a:pt x="3675126" y="69596"/>
                  </a:moveTo>
                  <a:lnTo>
                    <a:pt x="1150874" y="69596"/>
                  </a:lnTo>
                  <a:lnTo>
                    <a:pt x="1102014" y="79450"/>
                  </a:lnTo>
                  <a:lnTo>
                    <a:pt x="1062132" y="106330"/>
                  </a:lnTo>
                  <a:lnTo>
                    <a:pt x="1035252" y="146212"/>
                  </a:lnTo>
                  <a:lnTo>
                    <a:pt x="1025398" y="195072"/>
                  </a:lnTo>
                  <a:lnTo>
                    <a:pt x="3800602" y="195072"/>
                  </a:lnTo>
                  <a:lnTo>
                    <a:pt x="3790747" y="146212"/>
                  </a:lnTo>
                  <a:lnTo>
                    <a:pt x="3763867" y="106330"/>
                  </a:lnTo>
                  <a:lnTo>
                    <a:pt x="3723985" y="79450"/>
                  </a:lnTo>
                  <a:lnTo>
                    <a:pt x="3675126" y="69596"/>
                  </a:lnTo>
                  <a:close/>
                </a:path>
              </a:pathLst>
            </a:custGeom>
            <a:solidFill>
              <a:srgbClr val="FFFFCC"/>
            </a:solidFill>
          </p:spPr>
          <p:txBody>
            <a:bodyPr wrap="square" lIns="0" tIns="0" rIns="0" bIns="0" rtlCol="0"/>
            <a:lstStyle/>
            <a:p>
              <a:endParaRPr/>
            </a:p>
          </p:txBody>
        </p:sp>
        <p:sp>
          <p:nvSpPr>
            <p:cNvPr id="55" name="object 55"/>
            <p:cNvSpPr/>
            <p:nvPr/>
          </p:nvSpPr>
          <p:spPr>
            <a:xfrm>
              <a:off x="5164328" y="3343402"/>
              <a:ext cx="3801110" cy="822960"/>
            </a:xfrm>
            <a:custGeom>
              <a:avLst/>
              <a:gdLst/>
              <a:ahLst/>
              <a:cxnLst/>
              <a:rect l="l" t="t" r="r" b="b"/>
              <a:pathLst>
                <a:path w="3801109" h="822960">
                  <a:moveTo>
                    <a:pt x="1025398" y="195072"/>
                  </a:moveTo>
                  <a:lnTo>
                    <a:pt x="1035252" y="146212"/>
                  </a:lnTo>
                  <a:lnTo>
                    <a:pt x="1062132" y="106330"/>
                  </a:lnTo>
                  <a:lnTo>
                    <a:pt x="1102014" y="79450"/>
                  </a:lnTo>
                  <a:lnTo>
                    <a:pt x="1150874" y="69596"/>
                  </a:lnTo>
                  <a:lnTo>
                    <a:pt x="1487931" y="69596"/>
                  </a:lnTo>
                  <a:lnTo>
                    <a:pt x="2181732" y="69596"/>
                  </a:lnTo>
                  <a:lnTo>
                    <a:pt x="3675126" y="69596"/>
                  </a:lnTo>
                  <a:lnTo>
                    <a:pt x="3723985" y="79450"/>
                  </a:lnTo>
                  <a:lnTo>
                    <a:pt x="3763867" y="106330"/>
                  </a:lnTo>
                  <a:lnTo>
                    <a:pt x="3790747" y="146212"/>
                  </a:lnTo>
                  <a:lnTo>
                    <a:pt x="3800602" y="195072"/>
                  </a:lnTo>
                  <a:lnTo>
                    <a:pt x="3800602" y="383286"/>
                  </a:lnTo>
                  <a:lnTo>
                    <a:pt x="3800602" y="696976"/>
                  </a:lnTo>
                  <a:lnTo>
                    <a:pt x="3790747" y="745835"/>
                  </a:lnTo>
                  <a:lnTo>
                    <a:pt x="3763867" y="785717"/>
                  </a:lnTo>
                  <a:lnTo>
                    <a:pt x="3723985" y="812597"/>
                  </a:lnTo>
                  <a:lnTo>
                    <a:pt x="3675126" y="822452"/>
                  </a:lnTo>
                  <a:lnTo>
                    <a:pt x="2181732" y="822452"/>
                  </a:lnTo>
                  <a:lnTo>
                    <a:pt x="1487931" y="822452"/>
                  </a:lnTo>
                  <a:lnTo>
                    <a:pt x="1150874" y="822452"/>
                  </a:lnTo>
                  <a:lnTo>
                    <a:pt x="1102014" y="812597"/>
                  </a:lnTo>
                  <a:lnTo>
                    <a:pt x="1062132" y="785717"/>
                  </a:lnTo>
                  <a:lnTo>
                    <a:pt x="1035252" y="745835"/>
                  </a:lnTo>
                  <a:lnTo>
                    <a:pt x="1025398" y="696976"/>
                  </a:lnTo>
                  <a:lnTo>
                    <a:pt x="1025398" y="383286"/>
                  </a:lnTo>
                  <a:lnTo>
                    <a:pt x="0" y="0"/>
                  </a:lnTo>
                  <a:lnTo>
                    <a:pt x="1025398" y="195072"/>
                  </a:lnTo>
                  <a:close/>
                </a:path>
              </a:pathLst>
            </a:custGeom>
            <a:ln w="25400">
              <a:solidFill>
                <a:srgbClr val="FFC000"/>
              </a:solidFill>
            </a:ln>
          </p:spPr>
          <p:txBody>
            <a:bodyPr wrap="square" lIns="0" tIns="0" rIns="0" bIns="0" rtlCol="0"/>
            <a:lstStyle/>
            <a:p>
              <a:endParaRPr/>
            </a:p>
          </p:txBody>
        </p:sp>
      </p:grpSp>
      <p:sp>
        <p:nvSpPr>
          <p:cNvPr id="56" name="object 56"/>
          <p:cNvSpPr txBox="1"/>
          <p:nvPr/>
        </p:nvSpPr>
        <p:spPr>
          <a:xfrm>
            <a:off x="6296405" y="3481832"/>
            <a:ext cx="2408555" cy="635000"/>
          </a:xfrm>
          <a:prstGeom prst="rect">
            <a:avLst/>
          </a:prstGeom>
        </p:spPr>
        <p:txBody>
          <a:bodyPr vert="horz" wrap="square" lIns="0" tIns="12065" rIns="0" bIns="0" rtlCol="0">
            <a:spAutoFit/>
          </a:bodyPr>
          <a:lstStyle/>
          <a:p>
            <a:pPr marL="12700">
              <a:lnSpc>
                <a:spcPct val="100000"/>
              </a:lnSpc>
              <a:spcBef>
                <a:spcPts val="95"/>
              </a:spcBef>
            </a:pPr>
            <a:r>
              <a:rPr sz="1000" b="1" spc="135" dirty="0">
                <a:solidFill>
                  <a:srgbClr val="FF0000"/>
                </a:solidFill>
                <a:latin typeface="Microsoft YaHei UI"/>
                <a:cs typeface="Microsoft YaHei UI"/>
              </a:rPr>
              <a:t>・</a:t>
            </a:r>
            <a:r>
              <a:rPr sz="1000" b="1" spc="-25" dirty="0">
                <a:solidFill>
                  <a:srgbClr val="FF0000"/>
                </a:solidFill>
                <a:latin typeface="Microsoft YaHei UI"/>
                <a:cs typeface="Microsoft YaHei UI"/>
              </a:rPr>
              <a:t>案件にス</a:t>
            </a:r>
            <a:r>
              <a:rPr sz="1000" b="1" spc="-20" dirty="0">
                <a:solidFill>
                  <a:srgbClr val="FF0000"/>
                </a:solidFill>
                <a:latin typeface="Microsoft YaHei UI"/>
                <a:cs typeface="Microsoft YaHei UI"/>
              </a:rPr>
              <a:t>ピ</a:t>
            </a:r>
            <a:r>
              <a:rPr sz="1000" b="1" spc="-45" dirty="0">
                <a:solidFill>
                  <a:srgbClr val="FF0000"/>
                </a:solidFill>
                <a:latin typeface="Microsoft YaHei UI"/>
                <a:cs typeface="Microsoft YaHei UI"/>
              </a:rPr>
              <a:t>ー</a:t>
            </a:r>
            <a:r>
              <a:rPr sz="1000" b="1" spc="-165" dirty="0">
                <a:solidFill>
                  <a:srgbClr val="FF0000"/>
                </a:solidFill>
                <a:latin typeface="Microsoft YaHei UI"/>
                <a:cs typeface="Microsoft YaHei UI"/>
              </a:rPr>
              <a:t>ド</a:t>
            </a:r>
            <a:r>
              <a:rPr sz="1000" b="1" spc="-15" dirty="0">
                <a:solidFill>
                  <a:srgbClr val="FF0000"/>
                </a:solidFill>
                <a:latin typeface="Microsoft YaHei UI"/>
                <a:cs typeface="Microsoft YaHei UI"/>
              </a:rPr>
              <a:t>感を</a:t>
            </a:r>
            <a:r>
              <a:rPr sz="1000" b="1" spc="-10" dirty="0">
                <a:solidFill>
                  <a:srgbClr val="FF0000"/>
                </a:solidFill>
                <a:latin typeface="Microsoft YaHei UI"/>
                <a:cs typeface="Microsoft YaHei UI"/>
              </a:rPr>
              <a:t>も</a:t>
            </a:r>
            <a:r>
              <a:rPr sz="1000" b="1" spc="-105" dirty="0">
                <a:solidFill>
                  <a:srgbClr val="FF0000"/>
                </a:solidFill>
                <a:latin typeface="Microsoft YaHei UI"/>
                <a:cs typeface="Microsoft YaHei UI"/>
              </a:rPr>
              <a:t>っ</a:t>
            </a:r>
            <a:r>
              <a:rPr sz="1000" b="1" spc="-15" dirty="0">
                <a:solidFill>
                  <a:srgbClr val="FF0000"/>
                </a:solidFill>
                <a:latin typeface="Microsoft YaHei UI"/>
                <a:cs typeface="Microsoft YaHei UI"/>
              </a:rPr>
              <a:t>て充足させ</a:t>
            </a:r>
            <a:r>
              <a:rPr sz="1000" b="1" spc="-5" dirty="0">
                <a:solidFill>
                  <a:srgbClr val="FF0000"/>
                </a:solidFill>
                <a:latin typeface="Microsoft YaHei UI"/>
                <a:cs typeface="Microsoft YaHei UI"/>
              </a:rPr>
              <a:t>たい</a:t>
            </a:r>
            <a:endParaRPr sz="1000">
              <a:latin typeface="Microsoft YaHei UI"/>
              <a:cs typeface="Microsoft YaHei UI"/>
            </a:endParaRPr>
          </a:p>
          <a:p>
            <a:pPr marL="12700">
              <a:lnSpc>
                <a:spcPct val="100000"/>
              </a:lnSpc>
            </a:pPr>
            <a:r>
              <a:rPr sz="1000" b="1" spc="135" dirty="0">
                <a:solidFill>
                  <a:srgbClr val="FF0000"/>
                </a:solidFill>
                <a:latin typeface="Microsoft YaHei UI"/>
                <a:cs typeface="Microsoft YaHei UI"/>
              </a:rPr>
              <a:t>・</a:t>
            </a:r>
            <a:r>
              <a:rPr sz="1000" b="1" spc="-45" dirty="0">
                <a:solidFill>
                  <a:srgbClr val="FF0000"/>
                </a:solidFill>
                <a:latin typeface="Microsoft YaHei UI"/>
                <a:cs typeface="Microsoft YaHei UI"/>
              </a:rPr>
              <a:t>既存スタ</a:t>
            </a:r>
            <a:r>
              <a:rPr sz="1000" b="1" spc="-155" dirty="0">
                <a:solidFill>
                  <a:srgbClr val="FF0000"/>
                </a:solidFill>
                <a:latin typeface="Microsoft YaHei UI"/>
                <a:cs typeface="Microsoft YaHei UI"/>
              </a:rPr>
              <a:t>ッ</a:t>
            </a:r>
            <a:r>
              <a:rPr sz="1000" b="1" spc="-90" dirty="0">
                <a:solidFill>
                  <a:srgbClr val="FF0000"/>
                </a:solidFill>
                <a:latin typeface="Microsoft YaHei UI"/>
                <a:cs typeface="Microsoft YaHei UI"/>
              </a:rPr>
              <a:t>フ</a:t>
            </a:r>
            <a:r>
              <a:rPr sz="1000" b="1" spc="-20" dirty="0">
                <a:solidFill>
                  <a:srgbClr val="FF0000"/>
                </a:solidFill>
                <a:latin typeface="Microsoft YaHei UI"/>
                <a:cs typeface="Microsoft YaHei UI"/>
              </a:rPr>
              <a:t>に他現場で</a:t>
            </a:r>
            <a:r>
              <a:rPr sz="1000" b="1" spc="-15" dirty="0">
                <a:solidFill>
                  <a:srgbClr val="FF0000"/>
                </a:solidFill>
                <a:latin typeface="Microsoft YaHei UI"/>
                <a:cs typeface="Microsoft YaHei UI"/>
              </a:rPr>
              <a:t>も</a:t>
            </a:r>
            <a:r>
              <a:rPr sz="1000" b="1" spc="-40" dirty="0">
                <a:solidFill>
                  <a:srgbClr val="FF0000"/>
                </a:solidFill>
                <a:latin typeface="Microsoft YaHei UI"/>
                <a:cs typeface="Microsoft YaHei UI"/>
              </a:rPr>
              <a:t>活躍し</a:t>
            </a:r>
            <a:r>
              <a:rPr sz="1000" b="1" spc="-35" dirty="0">
                <a:solidFill>
                  <a:srgbClr val="FF0000"/>
                </a:solidFill>
                <a:latin typeface="Microsoft YaHei UI"/>
                <a:cs typeface="Microsoft YaHei UI"/>
              </a:rPr>
              <a:t>て</a:t>
            </a:r>
            <a:r>
              <a:rPr sz="1000" b="1" spc="-70" dirty="0">
                <a:solidFill>
                  <a:srgbClr val="FF0000"/>
                </a:solidFill>
                <a:latin typeface="Microsoft YaHei UI"/>
                <a:cs typeface="Microsoft YaHei UI"/>
              </a:rPr>
              <a:t>ほ</a:t>
            </a:r>
            <a:r>
              <a:rPr sz="1000" b="1" spc="-65" dirty="0">
                <a:solidFill>
                  <a:srgbClr val="FF0000"/>
                </a:solidFill>
                <a:latin typeface="Microsoft YaHei UI"/>
                <a:cs typeface="Microsoft YaHei UI"/>
              </a:rPr>
              <a:t>し</a:t>
            </a:r>
            <a:r>
              <a:rPr sz="1000" b="1" spc="-550" dirty="0">
                <a:solidFill>
                  <a:srgbClr val="FF0000"/>
                </a:solidFill>
                <a:latin typeface="Microsoft YaHei UI"/>
                <a:cs typeface="Microsoft YaHei UI"/>
              </a:rPr>
              <a:t>い</a:t>
            </a:r>
            <a:endParaRPr sz="1000">
              <a:latin typeface="Microsoft YaHei UI"/>
              <a:cs typeface="Microsoft YaHei UI"/>
            </a:endParaRPr>
          </a:p>
          <a:p>
            <a:pPr marL="12700">
              <a:lnSpc>
                <a:spcPct val="100000"/>
              </a:lnSpc>
            </a:pPr>
            <a:r>
              <a:rPr sz="1000" b="1" spc="135" dirty="0">
                <a:solidFill>
                  <a:srgbClr val="FF0000"/>
                </a:solidFill>
                <a:latin typeface="Microsoft YaHei UI"/>
                <a:cs typeface="Microsoft YaHei UI"/>
              </a:rPr>
              <a:t>・</a:t>
            </a:r>
            <a:r>
              <a:rPr sz="1000" b="1" spc="-20" dirty="0">
                <a:solidFill>
                  <a:srgbClr val="FF0000"/>
                </a:solidFill>
                <a:latin typeface="Microsoft YaHei UI"/>
                <a:cs typeface="Microsoft YaHei UI"/>
              </a:rPr>
              <a:t>時給者の方で現場運営し</a:t>
            </a:r>
            <a:r>
              <a:rPr sz="1000" b="1" spc="-25" dirty="0">
                <a:solidFill>
                  <a:srgbClr val="FF0000"/>
                </a:solidFill>
                <a:latin typeface="Microsoft YaHei UI"/>
                <a:cs typeface="Microsoft YaHei UI"/>
              </a:rPr>
              <a:t>て</a:t>
            </a:r>
            <a:r>
              <a:rPr sz="1000" b="1" spc="-5" dirty="0">
                <a:solidFill>
                  <a:srgbClr val="FF0000"/>
                </a:solidFill>
                <a:latin typeface="Microsoft YaHei UI"/>
                <a:cs typeface="Microsoft YaHei UI"/>
              </a:rPr>
              <a:t>いき</a:t>
            </a:r>
            <a:r>
              <a:rPr sz="1000" b="1" spc="5" dirty="0">
                <a:solidFill>
                  <a:srgbClr val="FF0000"/>
                </a:solidFill>
                <a:latin typeface="Microsoft YaHei UI"/>
                <a:cs typeface="Microsoft YaHei UI"/>
              </a:rPr>
              <a:t>た</a:t>
            </a:r>
            <a:r>
              <a:rPr sz="1000" b="1" spc="-5" dirty="0">
                <a:solidFill>
                  <a:srgbClr val="FF0000"/>
                </a:solidFill>
                <a:latin typeface="Microsoft YaHei UI"/>
                <a:cs typeface="Microsoft YaHei UI"/>
              </a:rPr>
              <a:t>い！</a:t>
            </a:r>
            <a:endParaRPr sz="1000">
              <a:latin typeface="Microsoft YaHei UI"/>
              <a:cs typeface="Microsoft YaHei UI"/>
            </a:endParaRPr>
          </a:p>
          <a:p>
            <a:pPr marL="12700">
              <a:lnSpc>
                <a:spcPct val="100000"/>
              </a:lnSpc>
            </a:pPr>
            <a:r>
              <a:rPr sz="1000" b="1" spc="135" dirty="0">
                <a:solidFill>
                  <a:srgbClr val="FF0000"/>
                </a:solidFill>
                <a:latin typeface="Microsoft YaHei UI"/>
                <a:cs typeface="Microsoft YaHei UI"/>
              </a:rPr>
              <a:t>・</a:t>
            </a:r>
            <a:r>
              <a:rPr sz="1000" b="1" spc="-40" dirty="0">
                <a:solidFill>
                  <a:srgbClr val="FF0000"/>
                </a:solidFill>
                <a:latin typeface="Microsoft YaHei UI"/>
                <a:cs typeface="Microsoft YaHei UI"/>
              </a:rPr>
              <a:t>情報発信、連絡手段を見直したい！</a:t>
            </a:r>
            <a:r>
              <a:rPr sz="1000" b="1" spc="434" dirty="0">
                <a:solidFill>
                  <a:srgbClr val="FF0000"/>
                </a:solidFill>
                <a:latin typeface="Microsoft YaHei UI"/>
                <a:cs typeface="Microsoft YaHei UI"/>
              </a:rPr>
              <a:t> </a:t>
            </a:r>
            <a:r>
              <a:rPr sz="1000" b="1" spc="5" dirty="0">
                <a:solidFill>
                  <a:srgbClr val="FF0000"/>
                </a:solidFill>
                <a:latin typeface="Microsoft YaHei UI"/>
                <a:cs typeface="Microsoft YaHei UI"/>
              </a:rPr>
              <a:t>etc</a:t>
            </a:r>
            <a:endParaRPr sz="1000">
              <a:latin typeface="Microsoft YaHei UI"/>
              <a:cs typeface="Microsoft YaHei UI"/>
            </a:endParaRPr>
          </a:p>
        </p:txBody>
      </p:sp>
      <p:sp>
        <p:nvSpPr>
          <p:cNvPr id="57" name="object 57"/>
          <p:cNvSpPr txBox="1"/>
          <p:nvPr/>
        </p:nvSpPr>
        <p:spPr>
          <a:xfrm>
            <a:off x="357936" y="1202817"/>
            <a:ext cx="1788160" cy="177800"/>
          </a:xfrm>
          <a:prstGeom prst="rect">
            <a:avLst/>
          </a:prstGeom>
        </p:spPr>
        <p:txBody>
          <a:bodyPr vert="horz" wrap="square" lIns="0" tIns="12065" rIns="0" bIns="0" rtlCol="0">
            <a:spAutoFit/>
          </a:bodyPr>
          <a:lstStyle/>
          <a:p>
            <a:pPr marL="12700">
              <a:lnSpc>
                <a:spcPct val="100000"/>
              </a:lnSpc>
              <a:spcBef>
                <a:spcPts val="95"/>
              </a:spcBef>
            </a:pPr>
            <a:r>
              <a:rPr sz="1000" spc="130" dirty="0">
                <a:latin typeface="MS UI Gothic"/>
                <a:cs typeface="MS UI Gothic"/>
              </a:rPr>
              <a:t>データ</a:t>
            </a:r>
            <a:r>
              <a:rPr sz="1000" spc="90" dirty="0">
                <a:latin typeface="MS UI Gothic"/>
                <a:cs typeface="MS UI Gothic"/>
              </a:rPr>
              <a:t>：</a:t>
            </a:r>
            <a:r>
              <a:rPr sz="1000" spc="20" dirty="0">
                <a:latin typeface="MS UI Gothic"/>
                <a:cs typeface="MS UI Gothic"/>
              </a:rPr>
              <a:t>直近の大型案件の推移。</a:t>
            </a:r>
            <a:endParaRPr sz="1000">
              <a:latin typeface="MS UI Gothic"/>
              <a:cs typeface="MS UI Gothic"/>
            </a:endParaRPr>
          </a:p>
        </p:txBody>
      </p:sp>
      <p:pic>
        <p:nvPicPr>
          <p:cNvPr id="58" name="object 58"/>
          <p:cNvPicPr/>
          <p:nvPr/>
        </p:nvPicPr>
        <p:blipFill>
          <a:blip r:embed="rId13" cstate="print"/>
          <a:stretch>
            <a:fillRect/>
          </a:stretch>
        </p:blipFill>
        <p:spPr>
          <a:xfrm>
            <a:off x="3867911" y="2282951"/>
            <a:ext cx="1301496" cy="1356360"/>
          </a:xfrm>
          <a:prstGeom prst="rect">
            <a:avLst/>
          </a:prstGeom>
        </p:spPr>
      </p:pic>
      <p:graphicFrame>
        <p:nvGraphicFramePr>
          <p:cNvPr id="59" name="object 59"/>
          <p:cNvGraphicFramePr>
            <a:graphicFrameLocks noGrp="1"/>
          </p:cNvGraphicFramePr>
          <p:nvPr/>
        </p:nvGraphicFramePr>
        <p:xfrm>
          <a:off x="316991" y="1418836"/>
          <a:ext cx="2122169" cy="857035"/>
        </p:xfrm>
        <a:graphic>
          <a:graphicData uri="http://schemas.openxmlformats.org/drawingml/2006/table">
            <a:tbl>
              <a:tblPr firstRow="1" bandRow="1">
                <a:tableStyleId>{2D5ABB26-0587-4C30-8999-92F81FD0307C}</a:tableStyleId>
              </a:tblPr>
              <a:tblGrid>
                <a:gridCol w="872490">
                  <a:extLst>
                    <a:ext uri="{9D8B030D-6E8A-4147-A177-3AD203B41FA5}">
                      <a16:colId xmlns:a16="http://schemas.microsoft.com/office/drawing/2014/main" val="20000"/>
                    </a:ext>
                  </a:extLst>
                </a:gridCol>
                <a:gridCol w="628650">
                  <a:extLst>
                    <a:ext uri="{9D8B030D-6E8A-4147-A177-3AD203B41FA5}">
                      <a16:colId xmlns:a16="http://schemas.microsoft.com/office/drawing/2014/main" val="20001"/>
                    </a:ext>
                  </a:extLst>
                </a:gridCol>
                <a:gridCol w="621029">
                  <a:extLst>
                    <a:ext uri="{9D8B030D-6E8A-4147-A177-3AD203B41FA5}">
                      <a16:colId xmlns:a16="http://schemas.microsoft.com/office/drawing/2014/main" val="20002"/>
                    </a:ext>
                  </a:extLst>
                </a:gridCol>
              </a:tblGrid>
              <a:tr h="171495">
                <a:tc gridSpan="3">
                  <a:txBody>
                    <a:bodyPr/>
                    <a:lstStyle/>
                    <a:p>
                      <a:pPr marL="856615">
                        <a:lnSpc>
                          <a:spcPct val="100000"/>
                        </a:lnSpc>
                        <a:spcBef>
                          <a:spcPts val="240"/>
                        </a:spcBef>
                      </a:pPr>
                      <a:r>
                        <a:rPr sz="750" spc="-5" dirty="0">
                          <a:latin typeface="MS PGothic"/>
                          <a:cs typeface="MS PGothic"/>
                        </a:rPr>
                        <a:t>工数</a:t>
                      </a:r>
                      <a:r>
                        <a:rPr sz="750" spc="25" dirty="0">
                          <a:latin typeface="MS PGothic"/>
                          <a:cs typeface="MS PGothic"/>
                        </a:rPr>
                        <a:t>：</a:t>
                      </a:r>
                      <a:r>
                        <a:rPr sz="750" dirty="0">
                          <a:latin typeface="MS PGothic"/>
                          <a:cs typeface="MS PGothic"/>
                        </a:rPr>
                        <a:t>１</a:t>
                      </a:r>
                      <a:r>
                        <a:rPr sz="750" spc="-5" dirty="0">
                          <a:latin typeface="MS PGothic"/>
                          <a:cs typeface="MS PGothic"/>
                        </a:rPr>
                        <a:t>現場</a:t>
                      </a:r>
                      <a:r>
                        <a:rPr sz="750" spc="-20" dirty="0">
                          <a:latin typeface="MS PGothic"/>
                          <a:cs typeface="MS PGothic"/>
                        </a:rPr>
                        <a:t>あ</a:t>
                      </a:r>
                      <a:r>
                        <a:rPr sz="750" spc="-5" dirty="0">
                          <a:latin typeface="MS PGothic"/>
                          <a:cs typeface="MS PGothic"/>
                        </a:rPr>
                        <a:t>た</a:t>
                      </a:r>
                      <a:r>
                        <a:rPr sz="750" spc="10" dirty="0">
                          <a:latin typeface="MS PGothic"/>
                          <a:cs typeface="MS PGothic"/>
                        </a:rPr>
                        <a:t>り</a:t>
                      </a:r>
                      <a:r>
                        <a:rPr sz="750" dirty="0">
                          <a:latin typeface="MS PGothic"/>
                          <a:cs typeface="MS PGothic"/>
                        </a:rPr>
                        <a:t>１</a:t>
                      </a:r>
                      <a:r>
                        <a:rPr sz="750" spc="10" dirty="0">
                          <a:latin typeface="MS PGothic"/>
                          <a:cs typeface="MS PGothic"/>
                        </a:rPr>
                        <a:t>で</a:t>
                      </a:r>
                      <a:r>
                        <a:rPr sz="750" spc="-50" dirty="0">
                          <a:latin typeface="MS PGothic"/>
                          <a:cs typeface="MS PGothic"/>
                        </a:rPr>
                        <a:t>カ</a:t>
                      </a:r>
                      <a:r>
                        <a:rPr sz="750" spc="-20" dirty="0">
                          <a:latin typeface="MS PGothic"/>
                          <a:cs typeface="MS PGothic"/>
                        </a:rPr>
                        <a:t>ウン</a:t>
                      </a:r>
                      <a:r>
                        <a:rPr sz="750" dirty="0">
                          <a:latin typeface="MS PGothic"/>
                          <a:cs typeface="MS PGothic"/>
                        </a:rPr>
                        <a:t>ト</a:t>
                      </a:r>
                      <a:endParaRPr sz="750">
                        <a:latin typeface="MS PGothic"/>
                        <a:cs typeface="MS PGothic"/>
                      </a:endParaRPr>
                    </a:p>
                  </a:txBody>
                  <a:tcPr marL="0" marR="0" marT="30480" marB="0">
                    <a:lnL w="9525">
                      <a:solidFill>
                        <a:srgbClr val="000000"/>
                      </a:solidFill>
                      <a:prstDash val="solid"/>
                    </a:lnL>
                    <a:lnR w="19050">
                      <a:solidFill>
                        <a:srgbClr val="000000"/>
                      </a:solidFill>
                      <a:prstDash val="solid"/>
                    </a:lnR>
                    <a:lnT w="9525">
                      <a:solidFill>
                        <a:srgbClr val="DFDFDF"/>
                      </a:solidFill>
                      <a:prstDash val="solid"/>
                    </a:lnT>
                    <a:lnB w="1905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175122">
                <a:tc>
                  <a:txBody>
                    <a:bodyPr/>
                    <a:lstStyle/>
                    <a:p>
                      <a:pPr marL="178435">
                        <a:lnSpc>
                          <a:spcPts val="1140"/>
                        </a:lnSpc>
                        <a:spcBef>
                          <a:spcPts val="140"/>
                        </a:spcBef>
                      </a:pPr>
                      <a:r>
                        <a:rPr sz="1000" spc="-10" dirty="0">
                          <a:latin typeface="MS UI Gothic"/>
                          <a:cs typeface="MS UI Gothic"/>
                        </a:rPr>
                        <a:t>亀田病院</a:t>
                      </a:r>
                      <a:endParaRPr sz="1000">
                        <a:latin typeface="MS UI Gothic"/>
                        <a:cs typeface="MS UI Gothic"/>
                      </a:endParaRPr>
                    </a:p>
                  </a:txBody>
                  <a:tcPr marL="0" marR="0" marT="17780" marB="0">
                    <a:lnL w="9525">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205740">
                        <a:lnSpc>
                          <a:spcPts val="1140"/>
                        </a:lnSpc>
                        <a:spcBef>
                          <a:spcPts val="140"/>
                        </a:spcBef>
                      </a:pPr>
                      <a:r>
                        <a:rPr sz="1000" spc="40" dirty="0">
                          <a:latin typeface="MS UI Gothic"/>
                          <a:cs typeface="MS UI Gothic"/>
                        </a:rPr>
                        <a:t>３</a:t>
                      </a:r>
                      <a:r>
                        <a:rPr sz="1000" spc="65" dirty="0">
                          <a:latin typeface="MS UI Gothic"/>
                          <a:cs typeface="MS UI Gothic"/>
                        </a:rPr>
                        <a:t>月</a:t>
                      </a:r>
                      <a:endParaRPr sz="1000">
                        <a:latin typeface="MS UI Gothic"/>
                        <a:cs typeface="MS UI Gothic"/>
                      </a:endParaRPr>
                    </a:p>
                  </a:txBody>
                  <a:tcPr marL="0" marR="0" marT="17780" marB="0">
                    <a:lnL w="19050">
                      <a:solidFill>
                        <a:srgbClr val="000000"/>
                      </a:solidFill>
                      <a:prstDash val="solid"/>
                    </a:lnL>
                    <a:lnR w="9525">
                      <a:solidFill>
                        <a:srgbClr val="000000"/>
                      </a:solidFill>
                      <a:prstDash val="solid"/>
                    </a:lnR>
                    <a:lnT w="19050">
                      <a:solidFill>
                        <a:srgbClr val="000000"/>
                      </a:solidFill>
                      <a:prstDash val="solid"/>
                    </a:lnT>
                    <a:lnB w="19050">
                      <a:solidFill>
                        <a:srgbClr val="000000"/>
                      </a:solidFill>
                      <a:prstDash val="solid"/>
                    </a:lnB>
                  </a:tcPr>
                </a:tc>
                <a:tc>
                  <a:txBody>
                    <a:bodyPr/>
                    <a:lstStyle/>
                    <a:p>
                      <a:pPr marL="201930">
                        <a:lnSpc>
                          <a:spcPts val="1140"/>
                        </a:lnSpc>
                        <a:spcBef>
                          <a:spcPts val="140"/>
                        </a:spcBef>
                      </a:pPr>
                      <a:r>
                        <a:rPr sz="1000" spc="40" dirty="0">
                          <a:latin typeface="MS UI Gothic"/>
                          <a:cs typeface="MS UI Gothic"/>
                        </a:rPr>
                        <a:t>４</a:t>
                      </a:r>
                      <a:r>
                        <a:rPr sz="1000" spc="65" dirty="0">
                          <a:latin typeface="MS UI Gothic"/>
                          <a:cs typeface="MS UI Gothic"/>
                        </a:rPr>
                        <a:t>月</a:t>
                      </a:r>
                      <a:endParaRPr sz="1000">
                        <a:latin typeface="MS UI Gothic"/>
                        <a:cs typeface="MS UI Gothic"/>
                      </a:endParaRPr>
                    </a:p>
                  </a:txBody>
                  <a:tcPr marL="0" marR="0" marT="17780" marB="0">
                    <a:lnL w="9525">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171346">
                <a:tc>
                  <a:txBody>
                    <a:bodyPr/>
                    <a:lstStyle/>
                    <a:p>
                      <a:pPr marL="33655">
                        <a:lnSpc>
                          <a:spcPts val="1110"/>
                        </a:lnSpc>
                        <a:spcBef>
                          <a:spcPts val="135"/>
                        </a:spcBef>
                      </a:pPr>
                      <a:r>
                        <a:rPr sz="1000" spc="-10" dirty="0">
                          <a:latin typeface="MS UI Gothic"/>
                          <a:cs typeface="MS UI Gothic"/>
                        </a:rPr>
                        <a:t>総工数</a:t>
                      </a:r>
                      <a:endParaRPr sz="1000">
                        <a:latin typeface="MS UI Gothic"/>
                        <a:cs typeface="MS UI Gothic"/>
                      </a:endParaRPr>
                    </a:p>
                  </a:txBody>
                  <a:tcPr marL="0" marR="0" marT="17145" marB="0">
                    <a:lnL w="9525">
                      <a:solidFill>
                        <a:srgbClr val="000000"/>
                      </a:solidFill>
                      <a:prstDash val="solid"/>
                    </a:lnL>
                    <a:lnR w="19050">
                      <a:solidFill>
                        <a:srgbClr val="000000"/>
                      </a:solidFill>
                      <a:prstDash val="solid"/>
                    </a:lnR>
                    <a:lnT w="19050">
                      <a:solidFill>
                        <a:srgbClr val="000000"/>
                      </a:solidFill>
                      <a:prstDash val="solid"/>
                    </a:lnT>
                    <a:lnB w="9525">
                      <a:solidFill>
                        <a:srgbClr val="000000"/>
                      </a:solidFill>
                      <a:prstDash val="solid"/>
                    </a:lnB>
                  </a:tcPr>
                </a:tc>
                <a:tc>
                  <a:txBody>
                    <a:bodyPr/>
                    <a:lstStyle/>
                    <a:p>
                      <a:pPr marR="26034" algn="r">
                        <a:lnSpc>
                          <a:spcPts val="1110"/>
                        </a:lnSpc>
                        <a:spcBef>
                          <a:spcPts val="135"/>
                        </a:spcBef>
                      </a:pPr>
                      <a:r>
                        <a:rPr sz="1000" spc="235" dirty="0">
                          <a:latin typeface="MS UI Gothic"/>
                          <a:cs typeface="MS UI Gothic"/>
                        </a:rPr>
                        <a:t>164</a:t>
                      </a:r>
                      <a:endParaRPr sz="1000">
                        <a:latin typeface="MS UI Gothic"/>
                        <a:cs typeface="MS UI Gothic"/>
                      </a:endParaRPr>
                    </a:p>
                  </a:txBody>
                  <a:tcPr marL="0" marR="0" marT="17145" marB="0">
                    <a:lnL w="19050">
                      <a:solidFill>
                        <a:srgbClr val="000000"/>
                      </a:solidFill>
                      <a:prstDash val="solid"/>
                    </a:lnL>
                    <a:lnR w="9525">
                      <a:solidFill>
                        <a:srgbClr val="000000"/>
                      </a:solidFill>
                      <a:prstDash val="solid"/>
                    </a:lnR>
                    <a:lnT w="19050">
                      <a:solidFill>
                        <a:srgbClr val="000000"/>
                      </a:solidFill>
                      <a:prstDash val="solid"/>
                    </a:lnT>
                    <a:lnB w="9525">
                      <a:solidFill>
                        <a:srgbClr val="000000"/>
                      </a:solidFill>
                      <a:prstDash val="solid"/>
                    </a:lnB>
                  </a:tcPr>
                </a:tc>
                <a:tc>
                  <a:txBody>
                    <a:bodyPr/>
                    <a:lstStyle/>
                    <a:p>
                      <a:pPr marR="22225" algn="r">
                        <a:lnSpc>
                          <a:spcPts val="1110"/>
                        </a:lnSpc>
                        <a:spcBef>
                          <a:spcPts val="135"/>
                        </a:spcBef>
                      </a:pPr>
                      <a:r>
                        <a:rPr sz="1000" spc="270" dirty="0">
                          <a:latin typeface="MS UI Gothic"/>
                          <a:cs typeface="MS UI Gothic"/>
                        </a:rPr>
                        <a:t>295</a:t>
                      </a:r>
                      <a:endParaRPr sz="1000">
                        <a:latin typeface="MS UI Gothic"/>
                        <a:cs typeface="MS UI Gothic"/>
                      </a:endParaRPr>
                    </a:p>
                  </a:txBody>
                  <a:tcPr marL="0" marR="0" marT="17145" marB="0">
                    <a:lnL w="9525">
                      <a:solidFill>
                        <a:srgbClr val="000000"/>
                      </a:solidFill>
                      <a:prstDash val="solid"/>
                    </a:lnL>
                    <a:lnR w="19050">
                      <a:solidFill>
                        <a:srgbClr val="000000"/>
                      </a:solidFill>
                      <a:prstDash val="solid"/>
                    </a:lnR>
                    <a:lnT w="19050">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167727">
                <a:tc>
                  <a:txBody>
                    <a:bodyPr/>
                    <a:lstStyle/>
                    <a:p>
                      <a:pPr marL="33655">
                        <a:lnSpc>
                          <a:spcPts val="1110"/>
                        </a:lnSpc>
                        <a:spcBef>
                          <a:spcPts val="110"/>
                        </a:spcBef>
                      </a:pPr>
                      <a:r>
                        <a:rPr sz="1000" spc="135" dirty="0">
                          <a:latin typeface="MS UI Gothic"/>
                          <a:cs typeface="MS UI Gothic"/>
                        </a:rPr>
                        <a:t>ヘ</a:t>
                      </a:r>
                      <a:r>
                        <a:rPr sz="1000" spc="195" dirty="0">
                          <a:latin typeface="MS UI Gothic"/>
                          <a:cs typeface="MS UI Gothic"/>
                        </a:rPr>
                        <a:t>ル</a:t>
                      </a:r>
                      <a:r>
                        <a:rPr sz="1000" spc="260" dirty="0">
                          <a:latin typeface="MS UI Gothic"/>
                          <a:cs typeface="MS UI Gothic"/>
                        </a:rPr>
                        <a:t>プ</a:t>
                      </a:r>
                      <a:r>
                        <a:rPr sz="1000" spc="15" dirty="0">
                          <a:latin typeface="MS UI Gothic"/>
                          <a:cs typeface="MS UI Gothic"/>
                        </a:rPr>
                        <a:t>工</a:t>
                      </a:r>
                      <a:r>
                        <a:rPr sz="1000" spc="25" dirty="0">
                          <a:latin typeface="MS UI Gothic"/>
                          <a:cs typeface="MS UI Gothic"/>
                        </a:rPr>
                        <a:t>数</a:t>
                      </a:r>
                      <a:endParaRPr sz="1000">
                        <a:latin typeface="MS UI Gothic"/>
                        <a:cs typeface="MS UI Gothic"/>
                      </a:endParaRPr>
                    </a:p>
                  </a:txBody>
                  <a:tcPr marL="0" marR="0" marT="13970" marB="0">
                    <a:lnL w="9525">
                      <a:solidFill>
                        <a:srgbClr val="000000"/>
                      </a:solidFill>
                      <a:prstDash val="solid"/>
                    </a:lnL>
                    <a:lnR w="19050">
                      <a:solidFill>
                        <a:srgbClr val="000000"/>
                      </a:solidFill>
                      <a:prstDash val="solid"/>
                    </a:lnR>
                    <a:lnT w="9525">
                      <a:solidFill>
                        <a:srgbClr val="000000"/>
                      </a:solidFill>
                      <a:prstDash val="solid"/>
                    </a:lnT>
                    <a:lnB w="9525">
                      <a:solidFill>
                        <a:srgbClr val="000000"/>
                      </a:solidFill>
                      <a:prstDash val="solid"/>
                    </a:lnB>
                  </a:tcPr>
                </a:tc>
                <a:tc>
                  <a:txBody>
                    <a:bodyPr/>
                    <a:lstStyle/>
                    <a:p>
                      <a:pPr marR="26034" algn="r">
                        <a:lnSpc>
                          <a:spcPts val="1110"/>
                        </a:lnSpc>
                        <a:spcBef>
                          <a:spcPts val="110"/>
                        </a:spcBef>
                      </a:pPr>
                      <a:r>
                        <a:rPr sz="1000" spc="270" dirty="0">
                          <a:latin typeface="MS UI Gothic"/>
                          <a:cs typeface="MS UI Gothic"/>
                        </a:rPr>
                        <a:t>78</a:t>
                      </a:r>
                      <a:endParaRPr sz="1000">
                        <a:latin typeface="MS UI Gothic"/>
                        <a:cs typeface="MS UI Gothic"/>
                      </a:endParaRPr>
                    </a:p>
                  </a:txBody>
                  <a:tcPr marL="0" marR="0" marT="13970" marB="0">
                    <a:lnL w="1905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R="20955" algn="r">
                        <a:lnSpc>
                          <a:spcPts val="1110"/>
                        </a:lnSpc>
                        <a:spcBef>
                          <a:spcPts val="110"/>
                        </a:spcBef>
                      </a:pPr>
                      <a:r>
                        <a:rPr sz="1000" spc="200" dirty="0">
                          <a:latin typeface="MS UI Gothic"/>
                          <a:cs typeface="MS UI Gothic"/>
                        </a:rPr>
                        <a:t>117</a:t>
                      </a:r>
                      <a:endParaRPr sz="1000">
                        <a:latin typeface="MS UI Gothic"/>
                        <a:cs typeface="MS UI Gothic"/>
                      </a:endParaRPr>
                    </a:p>
                  </a:txBody>
                  <a:tcPr marL="0" marR="0" marT="13970" marB="0">
                    <a:lnL w="9525">
                      <a:solidFill>
                        <a:srgbClr val="000000"/>
                      </a:solidFill>
                      <a:prstDash val="solid"/>
                    </a:lnL>
                    <a:lnR w="1905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171345">
                <a:tc>
                  <a:txBody>
                    <a:bodyPr/>
                    <a:lstStyle/>
                    <a:p>
                      <a:pPr marL="33655">
                        <a:lnSpc>
                          <a:spcPts val="1140"/>
                        </a:lnSpc>
                        <a:spcBef>
                          <a:spcPts val="105"/>
                        </a:spcBef>
                      </a:pPr>
                      <a:r>
                        <a:rPr sz="1000" spc="135" dirty="0">
                          <a:latin typeface="MS UI Gothic"/>
                          <a:cs typeface="MS UI Gothic"/>
                        </a:rPr>
                        <a:t>ヘ</a:t>
                      </a:r>
                      <a:r>
                        <a:rPr sz="1000" spc="195" dirty="0">
                          <a:latin typeface="MS UI Gothic"/>
                          <a:cs typeface="MS UI Gothic"/>
                        </a:rPr>
                        <a:t>ル</a:t>
                      </a:r>
                      <a:r>
                        <a:rPr sz="1000" spc="260" dirty="0">
                          <a:latin typeface="MS UI Gothic"/>
                          <a:cs typeface="MS UI Gothic"/>
                        </a:rPr>
                        <a:t>プ</a:t>
                      </a:r>
                      <a:r>
                        <a:rPr sz="1000" spc="15" dirty="0">
                          <a:latin typeface="MS UI Gothic"/>
                          <a:cs typeface="MS UI Gothic"/>
                        </a:rPr>
                        <a:t>割</a:t>
                      </a:r>
                      <a:r>
                        <a:rPr sz="1000" spc="25" dirty="0">
                          <a:latin typeface="MS UI Gothic"/>
                          <a:cs typeface="MS UI Gothic"/>
                        </a:rPr>
                        <a:t>合</a:t>
                      </a:r>
                      <a:endParaRPr sz="1000">
                        <a:latin typeface="MS UI Gothic"/>
                        <a:cs typeface="MS UI Gothic"/>
                      </a:endParaRPr>
                    </a:p>
                  </a:txBody>
                  <a:tcPr marL="0" marR="0" marT="13335" marB="0">
                    <a:lnL w="9525">
                      <a:solidFill>
                        <a:srgbClr val="000000"/>
                      </a:solidFill>
                      <a:prstDash val="solid"/>
                    </a:lnL>
                    <a:lnR w="19050">
                      <a:solidFill>
                        <a:srgbClr val="000000"/>
                      </a:solidFill>
                      <a:prstDash val="solid"/>
                    </a:lnR>
                    <a:lnT w="9525">
                      <a:solidFill>
                        <a:srgbClr val="000000"/>
                      </a:solidFill>
                      <a:prstDash val="solid"/>
                    </a:lnT>
                    <a:lnB w="19050">
                      <a:solidFill>
                        <a:srgbClr val="000000"/>
                      </a:solidFill>
                      <a:prstDash val="solid"/>
                    </a:lnB>
                    <a:solidFill>
                      <a:srgbClr val="F9BE8F"/>
                    </a:solidFill>
                  </a:tcPr>
                </a:tc>
                <a:tc>
                  <a:txBody>
                    <a:bodyPr/>
                    <a:lstStyle/>
                    <a:p>
                      <a:pPr marR="25400" algn="r">
                        <a:lnSpc>
                          <a:spcPts val="1140"/>
                        </a:lnSpc>
                        <a:spcBef>
                          <a:spcPts val="105"/>
                        </a:spcBef>
                      </a:pPr>
                      <a:r>
                        <a:rPr sz="1000" spc="290" dirty="0">
                          <a:latin typeface="MS UI Gothic"/>
                          <a:cs typeface="MS UI Gothic"/>
                        </a:rPr>
                        <a:t>47.6%</a:t>
                      </a:r>
                      <a:endParaRPr sz="1000">
                        <a:latin typeface="MS UI Gothic"/>
                        <a:cs typeface="MS UI Gothic"/>
                      </a:endParaRPr>
                    </a:p>
                  </a:txBody>
                  <a:tcPr marL="0" marR="0" marT="13335" marB="0">
                    <a:lnL w="19050">
                      <a:solidFill>
                        <a:srgbClr val="000000"/>
                      </a:solidFill>
                      <a:prstDash val="solid"/>
                    </a:lnL>
                    <a:lnR w="19050">
                      <a:solidFill>
                        <a:srgbClr val="000000"/>
                      </a:solidFill>
                      <a:prstDash val="solid"/>
                    </a:lnR>
                    <a:lnT w="9525">
                      <a:solidFill>
                        <a:srgbClr val="000000"/>
                      </a:solidFill>
                      <a:prstDash val="solid"/>
                    </a:lnT>
                    <a:lnB w="19050">
                      <a:solidFill>
                        <a:srgbClr val="000000"/>
                      </a:solidFill>
                      <a:prstDash val="solid"/>
                    </a:lnB>
                    <a:solidFill>
                      <a:srgbClr val="F9BE8F"/>
                    </a:solidFill>
                  </a:tcPr>
                </a:tc>
                <a:tc>
                  <a:txBody>
                    <a:bodyPr/>
                    <a:lstStyle/>
                    <a:p>
                      <a:pPr marR="21590" algn="r">
                        <a:lnSpc>
                          <a:spcPts val="1140"/>
                        </a:lnSpc>
                        <a:spcBef>
                          <a:spcPts val="105"/>
                        </a:spcBef>
                      </a:pPr>
                      <a:r>
                        <a:rPr sz="1000" spc="290" dirty="0">
                          <a:latin typeface="MS UI Gothic"/>
                          <a:cs typeface="MS UI Gothic"/>
                        </a:rPr>
                        <a:t>39.7%</a:t>
                      </a:r>
                      <a:endParaRPr sz="1000">
                        <a:latin typeface="MS UI Gothic"/>
                        <a:cs typeface="MS UI Gothic"/>
                      </a:endParaRPr>
                    </a:p>
                  </a:txBody>
                  <a:tcPr marL="0" marR="0" marT="13335" marB="0">
                    <a:lnL w="19050">
                      <a:solidFill>
                        <a:srgbClr val="000000"/>
                      </a:solidFill>
                      <a:prstDash val="solid"/>
                    </a:lnL>
                    <a:lnR w="19050">
                      <a:solidFill>
                        <a:srgbClr val="000000"/>
                      </a:solidFill>
                      <a:prstDash val="solid"/>
                    </a:lnR>
                    <a:lnT w="9525">
                      <a:solidFill>
                        <a:srgbClr val="000000"/>
                      </a:solidFill>
                      <a:prstDash val="solid"/>
                    </a:lnT>
                    <a:lnB w="19050">
                      <a:solidFill>
                        <a:srgbClr val="000000"/>
                      </a:solidFill>
                      <a:prstDash val="solid"/>
                    </a:lnB>
                    <a:solidFill>
                      <a:srgbClr val="F9BE8F"/>
                    </a:solidFill>
                  </a:tcPr>
                </a:tc>
                <a:extLst>
                  <a:ext uri="{0D108BD9-81ED-4DB2-BD59-A6C34878D82A}">
                    <a16:rowId xmlns:a16="http://schemas.microsoft.com/office/drawing/2014/main" val="10004"/>
                  </a:ext>
                </a:extLst>
              </a:tr>
            </a:tbl>
          </a:graphicData>
        </a:graphic>
      </p:graphicFrame>
      <p:sp>
        <p:nvSpPr>
          <p:cNvPr id="62" name="object 62"/>
          <p:cNvSpPr txBox="1">
            <a:spLocks noGrp="1"/>
          </p:cNvSpPr>
          <p:nvPr>
            <p:ph type="sldNum" sz="quarter" idx="7"/>
          </p:nvPr>
        </p:nvSpPr>
        <p:spPr>
          <a:xfrm>
            <a:off x="8756650" y="6700474"/>
            <a:ext cx="434340" cy="134909"/>
          </a:xfrm>
          <a:prstGeom prst="rect">
            <a:avLst/>
          </a:prstGeom>
        </p:spPr>
        <p:txBody>
          <a:bodyPr vert="horz" wrap="square" lIns="0" tIns="0" rIns="0" bIns="0" rtlCol="0">
            <a:spAutoFit/>
          </a:bodyPr>
          <a:lstStyle>
            <a:defPPr>
              <a:defRPr lang="ja-JP"/>
            </a:defPPr>
            <a:lvl1pPr marL="0" algn="l" defTabSz="914400" rtl="0" eaLnBrk="1" latinLnBrk="0" hangingPunct="1">
              <a:defRPr kumimoji="1" sz="1050" b="0" i="0" kern="1200">
                <a:solidFill>
                  <a:schemeClr val="tx1"/>
                </a:solidFill>
                <a:latin typeface="MS UI Gothic"/>
                <a:ea typeface="+mn-ea"/>
                <a:cs typeface="MS UI Gothic"/>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12700">
              <a:lnSpc>
                <a:spcPts val="1240"/>
              </a:lnSpc>
            </a:pPr>
            <a:r>
              <a:rPr lang="ja-JP" altLang="en-US" sz="900" spc="95"/>
              <a:t>－</a:t>
            </a:r>
            <a:fld id="{81D60167-4931-47E6-BA6A-407CBD079E47}" type="slidenum">
              <a:rPr sz="900" spc="95" smtClean="0"/>
              <a:pPr marL="12700">
                <a:lnSpc>
                  <a:spcPts val="1240"/>
                </a:lnSpc>
              </a:pPr>
              <a:t>14</a:t>
            </a:fld>
            <a:r>
              <a:rPr sz="900" spc="95"/>
              <a:t>－</a:t>
            </a:r>
            <a:endParaRPr sz="900" spc="95" dirty="0"/>
          </a:p>
        </p:txBody>
      </p:sp>
      <p:sp>
        <p:nvSpPr>
          <p:cNvPr id="63" name="object 63"/>
          <p:cNvSpPr txBox="1">
            <a:spLocks noGrp="1"/>
          </p:cNvSpPr>
          <p:nvPr>
            <p:ph type="ftr" sz="quarter" idx="5"/>
          </p:nvPr>
        </p:nvSpPr>
        <p:spPr>
          <a:xfrm>
            <a:off x="186334" y="6744868"/>
            <a:ext cx="1945005" cy="114300"/>
          </a:xfrm>
          <a:prstGeom prst="rect">
            <a:avLst/>
          </a:prstGeom>
        </p:spPr>
        <p:txBody>
          <a:bodyPr vert="horz" wrap="square" lIns="0" tIns="0" rIns="0" bIns="0" rtlCol="0">
            <a:spAutoFit/>
          </a:bodyPr>
          <a:lstStyle>
            <a:defPPr>
              <a:defRPr lang="ja-JP"/>
            </a:defPPr>
            <a:lvl1pPr marL="0" algn="l" defTabSz="914400" rtl="0" eaLnBrk="1" latinLnBrk="0" hangingPunct="1">
              <a:defRPr kumimoji="1" sz="700" b="0" i="0" kern="1200">
                <a:solidFill>
                  <a:schemeClr val="tx1"/>
                </a:solidFill>
                <a:latin typeface="Calibri"/>
                <a:ea typeface="+mn-ea"/>
                <a:cs typeface="Calibri"/>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12700">
              <a:lnSpc>
                <a:spcPts val="760"/>
              </a:lnSpc>
            </a:pPr>
            <a:r>
              <a:rPr lang="en-US" spc="-10"/>
              <a:t>Copyright(C)</a:t>
            </a:r>
            <a:r>
              <a:rPr lang="en-US" spc="40"/>
              <a:t> </a:t>
            </a:r>
            <a:r>
              <a:rPr lang="en-US" spc="-5"/>
              <a:t>MMInternational</a:t>
            </a:r>
            <a:r>
              <a:rPr lang="en-US" spc="60"/>
              <a:t> </a:t>
            </a:r>
            <a:r>
              <a:rPr lang="en-US" spc="-5"/>
              <a:t>Inc.</a:t>
            </a:r>
            <a:r>
              <a:rPr lang="en-US"/>
              <a:t> </a:t>
            </a:r>
            <a:r>
              <a:rPr lang="en-US" spc="-5"/>
              <a:t>All</a:t>
            </a:r>
            <a:r>
              <a:rPr lang="en-US" spc="10"/>
              <a:t> </a:t>
            </a:r>
            <a:r>
              <a:rPr lang="en-US" spc="-10"/>
              <a:t>rights</a:t>
            </a:r>
            <a:r>
              <a:rPr lang="en-US" spc="35"/>
              <a:t> </a:t>
            </a:r>
            <a:r>
              <a:rPr lang="en-US" spc="-5"/>
              <a:t>reserved</a:t>
            </a:r>
            <a:endParaRPr spc="-5" dirty="0"/>
          </a:p>
        </p:txBody>
      </p:sp>
      <p:graphicFrame>
        <p:nvGraphicFramePr>
          <p:cNvPr id="60" name="object 60"/>
          <p:cNvGraphicFramePr>
            <a:graphicFrameLocks noGrp="1"/>
          </p:cNvGraphicFramePr>
          <p:nvPr/>
        </p:nvGraphicFramePr>
        <p:xfrm>
          <a:off x="316992" y="2595362"/>
          <a:ext cx="2723513" cy="1369506"/>
        </p:xfrm>
        <a:graphic>
          <a:graphicData uri="http://schemas.openxmlformats.org/drawingml/2006/table">
            <a:tbl>
              <a:tblPr firstRow="1" bandRow="1">
                <a:tableStyleId>{2D5ABB26-0587-4C30-8999-92F81FD0307C}</a:tableStyleId>
              </a:tblPr>
              <a:tblGrid>
                <a:gridCol w="872490">
                  <a:extLst>
                    <a:ext uri="{9D8B030D-6E8A-4147-A177-3AD203B41FA5}">
                      <a16:colId xmlns:a16="http://schemas.microsoft.com/office/drawing/2014/main" val="20000"/>
                    </a:ext>
                  </a:extLst>
                </a:gridCol>
                <a:gridCol w="617220">
                  <a:extLst>
                    <a:ext uri="{9D8B030D-6E8A-4147-A177-3AD203B41FA5}">
                      <a16:colId xmlns:a16="http://schemas.microsoft.com/office/drawing/2014/main" val="20001"/>
                    </a:ext>
                  </a:extLst>
                </a:gridCol>
                <a:gridCol w="617219">
                  <a:extLst>
                    <a:ext uri="{9D8B030D-6E8A-4147-A177-3AD203B41FA5}">
                      <a16:colId xmlns:a16="http://schemas.microsoft.com/office/drawing/2014/main" val="20002"/>
                    </a:ext>
                  </a:extLst>
                </a:gridCol>
                <a:gridCol w="616584">
                  <a:extLst>
                    <a:ext uri="{9D8B030D-6E8A-4147-A177-3AD203B41FA5}">
                      <a16:colId xmlns:a16="http://schemas.microsoft.com/office/drawing/2014/main" val="20003"/>
                    </a:ext>
                  </a:extLst>
                </a:gridCol>
              </a:tblGrid>
              <a:tr h="171665">
                <a:tc gridSpan="4">
                  <a:txBody>
                    <a:bodyPr/>
                    <a:lstStyle/>
                    <a:p>
                      <a:pPr marL="1397635">
                        <a:lnSpc>
                          <a:spcPct val="100000"/>
                        </a:lnSpc>
                        <a:spcBef>
                          <a:spcPts val="240"/>
                        </a:spcBef>
                      </a:pPr>
                      <a:r>
                        <a:rPr sz="750" spc="-5" dirty="0">
                          <a:latin typeface="MS UI Gothic"/>
                          <a:cs typeface="MS UI Gothic"/>
                        </a:rPr>
                        <a:t>工数</a:t>
                      </a:r>
                      <a:r>
                        <a:rPr sz="750" spc="25" dirty="0">
                          <a:latin typeface="MS UI Gothic"/>
                          <a:cs typeface="MS UI Gothic"/>
                        </a:rPr>
                        <a:t>：</a:t>
                      </a:r>
                      <a:r>
                        <a:rPr sz="750" spc="-15" dirty="0">
                          <a:latin typeface="MS UI Gothic"/>
                          <a:cs typeface="MS UI Gothic"/>
                        </a:rPr>
                        <a:t>１</a:t>
                      </a:r>
                      <a:r>
                        <a:rPr sz="750" spc="-5" dirty="0">
                          <a:latin typeface="MS UI Gothic"/>
                          <a:cs typeface="MS UI Gothic"/>
                        </a:rPr>
                        <a:t>現場</a:t>
                      </a:r>
                      <a:r>
                        <a:rPr sz="750" spc="10" dirty="0">
                          <a:latin typeface="MS UI Gothic"/>
                          <a:cs typeface="MS UI Gothic"/>
                        </a:rPr>
                        <a:t>あた</a:t>
                      </a:r>
                      <a:r>
                        <a:rPr sz="750" spc="-30" dirty="0">
                          <a:latin typeface="MS UI Gothic"/>
                          <a:cs typeface="MS UI Gothic"/>
                        </a:rPr>
                        <a:t>り</a:t>
                      </a:r>
                      <a:r>
                        <a:rPr sz="750" spc="-15" dirty="0">
                          <a:latin typeface="MS UI Gothic"/>
                          <a:cs typeface="MS UI Gothic"/>
                        </a:rPr>
                        <a:t>１</a:t>
                      </a:r>
                      <a:r>
                        <a:rPr sz="750" spc="10" dirty="0">
                          <a:latin typeface="MS UI Gothic"/>
                          <a:cs typeface="MS UI Gothic"/>
                        </a:rPr>
                        <a:t>で</a:t>
                      </a:r>
                      <a:r>
                        <a:rPr sz="750" spc="-20" dirty="0">
                          <a:latin typeface="MS UI Gothic"/>
                          <a:cs typeface="MS UI Gothic"/>
                        </a:rPr>
                        <a:t>カ</a:t>
                      </a:r>
                      <a:r>
                        <a:rPr sz="750" dirty="0">
                          <a:latin typeface="MS UI Gothic"/>
                          <a:cs typeface="MS UI Gothic"/>
                        </a:rPr>
                        <a:t>ウ</a:t>
                      </a:r>
                      <a:r>
                        <a:rPr sz="750" spc="5" dirty="0">
                          <a:latin typeface="MS UI Gothic"/>
                          <a:cs typeface="MS UI Gothic"/>
                        </a:rPr>
                        <a:t>ン</a:t>
                      </a:r>
                      <a:r>
                        <a:rPr sz="750" dirty="0">
                          <a:latin typeface="MS UI Gothic"/>
                          <a:cs typeface="MS UI Gothic"/>
                        </a:rPr>
                        <a:t>ト</a:t>
                      </a:r>
                      <a:endParaRPr sz="750">
                        <a:latin typeface="MS UI Gothic"/>
                        <a:cs typeface="MS UI Gothic"/>
                      </a:endParaRPr>
                    </a:p>
                  </a:txBody>
                  <a:tcPr marL="0" marR="0" marT="30480" marB="0">
                    <a:lnL w="9525">
                      <a:solidFill>
                        <a:srgbClr val="000000"/>
                      </a:solidFill>
                      <a:prstDash val="solid"/>
                    </a:lnL>
                    <a:lnR w="19050">
                      <a:solidFill>
                        <a:srgbClr val="000000"/>
                      </a:solidFill>
                      <a:prstDash val="solid"/>
                    </a:lnR>
                    <a:lnT w="9525">
                      <a:solidFill>
                        <a:srgbClr val="DFDFDF"/>
                      </a:solidFill>
                      <a:prstDash val="solid"/>
                    </a:lnT>
                    <a:lnB w="190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175456">
                <a:tc>
                  <a:txBody>
                    <a:bodyPr/>
                    <a:lstStyle/>
                    <a:p>
                      <a:pPr marL="300990">
                        <a:lnSpc>
                          <a:spcPts val="1140"/>
                        </a:lnSpc>
                        <a:spcBef>
                          <a:spcPts val="140"/>
                        </a:spcBef>
                      </a:pPr>
                      <a:r>
                        <a:rPr sz="1000" spc="160" dirty="0">
                          <a:latin typeface="MS UI Gothic"/>
                          <a:cs typeface="MS UI Gothic"/>
                        </a:rPr>
                        <a:t>H1T</a:t>
                      </a:r>
                      <a:endParaRPr sz="1000">
                        <a:latin typeface="MS UI Gothic"/>
                        <a:cs typeface="MS UI Gothic"/>
                      </a:endParaRPr>
                    </a:p>
                  </a:txBody>
                  <a:tcPr marL="0" marR="0" marT="17780" marB="0">
                    <a:lnL w="9525">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144145">
                        <a:lnSpc>
                          <a:spcPts val="1140"/>
                        </a:lnSpc>
                        <a:spcBef>
                          <a:spcPts val="140"/>
                        </a:spcBef>
                      </a:pPr>
                      <a:r>
                        <a:rPr sz="1000" spc="-25" dirty="0">
                          <a:latin typeface="MS UI Gothic"/>
                          <a:cs typeface="MS UI Gothic"/>
                        </a:rPr>
                        <a:t>１</a:t>
                      </a:r>
                      <a:r>
                        <a:rPr sz="1000" spc="20" dirty="0">
                          <a:latin typeface="MS UI Gothic"/>
                          <a:cs typeface="MS UI Gothic"/>
                        </a:rPr>
                        <a:t>月～</a:t>
                      </a:r>
                      <a:endParaRPr sz="1000">
                        <a:latin typeface="MS UI Gothic"/>
                        <a:cs typeface="MS UI Gothic"/>
                      </a:endParaRPr>
                    </a:p>
                  </a:txBody>
                  <a:tcPr marL="0" marR="0" marT="1778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137160">
                        <a:lnSpc>
                          <a:spcPts val="1140"/>
                        </a:lnSpc>
                        <a:spcBef>
                          <a:spcPts val="140"/>
                        </a:spcBef>
                      </a:pPr>
                      <a:r>
                        <a:rPr sz="1000" spc="90" dirty="0">
                          <a:latin typeface="MS UI Gothic"/>
                          <a:cs typeface="MS UI Gothic"/>
                        </a:rPr>
                        <a:t>２</a:t>
                      </a:r>
                      <a:r>
                        <a:rPr sz="1000" spc="20" dirty="0">
                          <a:latin typeface="MS UI Gothic"/>
                          <a:cs typeface="MS UI Gothic"/>
                        </a:rPr>
                        <a:t>月～</a:t>
                      </a:r>
                      <a:endParaRPr sz="1000">
                        <a:latin typeface="MS UI Gothic"/>
                        <a:cs typeface="MS UI Gothic"/>
                      </a:endParaRPr>
                    </a:p>
                  </a:txBody>
                  <a:tcPr marL="0" marR="0" marT="1778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136525">
                        <a:lnSpc>
                          <a:spcPts val="1140"/>
                        </a:lnSpc>
                        <a:spcBef>
                          <a:spcPts val="140"/>
                        </a:spcBef>
                      </a:pPr>
                      <a:r>
                        <a:rPr sz="1000" spc="90" dirty="0">
                          <a:latin typeface="MS UI Gothic"/>
                          <a:cs typeface="MS UI Gothic"/>
                        </a:rPr>
                        <a:t>３</a:t>
                      </a:r>
                      <a:r>
                        <a:rPr sz="1000" spc="20" dirty="0">
                          <a:latin typeface="MS UI Gothic"/>
                          <a:cs typeface="MS UI Gothic"/>
                        </a:rPr>
                        <a:t>月～</a:t>
                      </a:r>
                      <a:endParaRPr sz="1000">
                        <a:latin typeface="MS UI Gothic"/>
                        <a:cs typeface="MS UI Gothic"/>
                      </a:endParaRPr>
                    </a:p>
                  </a:txBody>
                  <a:tcPr marL="0" marR="0" marT="1778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171662">
                <a:tc>
                  <a:txBody>
                    <a:bodyPr/>
                    <a:lstStyle/>
                    <a:p>
                      <a:pPr marL="33655">
                        <a:lnSpc>
                          <a:spcPts val="1110"/>
                        </a:lnSpc>
                        <a:spcBef>
                          <a:spcPts val="140"/>
                        </a:spcBef>
                      </a:pPr>
                      <a:r>
                        <a:rPr sz="1000" spc="-5" dirty="0">
                          <a:latin typeface="MS UI Gothic"/>
                          <a:cs typeface="MS UI Gothic"/>
                        </a:rPr>
                        <a:t>時給者</a:t>
                      </a:r>
                      <a:endParaRPr sz="1000">
                        <a:latin typeface="MS UI Gothic"/>
                        <a:cs typeface="MS UI Gothic"/>
                      </a:endParaRPr>
                    </a:p>
                  </a:txBody>
                  <a:tcPr marL="0" marR="0" marT="17780" marB="0">
                    <a:lnL w="9525">
                      <a:solidFill>
                        <a:srgbClr val="000000"/>
                      </a:solidFill>
                      <a:prstDash val="solid"/>
                    </a:lnL>
                    <a:lnR w="19050">
                      <a:solidFill>
                        <a:srgbClr val="000000"/>
                      </a:solidFill>
                      <a:prstDash val="solid"/>
                    </a:lnR>
                    <a:lnT w="19050">
                      <a:solidFill>
                        <a:srgbClr val="000000"/>
                      </a:solidFill>
                      <a:prstDash val="solid"/>
                    </a:lnT>
                    <a:lnB w="9525">
                      <a:solidFill>
                        <a:srgbClr val="000000"/>
                      </a:solidFill>
                      <a:prstDash val="solid"/>
                    </a:lnB>
                  </a:tcPr>
                </a:tc>
                <a:tc>
                  <a:txBody>
                    <a:bodyPr/>
                    <a:lstStyle/>
                    <a:p>
                      <a:pPr marR="20955" algn="r">
                        <a:lnSpc>
                          <a:spcPts val="1110"/>
                        </a:lnSpc>
                        <a:spcBef>
                          <a:spcPts val="140"/>
                        </a:spcBef>
                      </a:pPr>
                      <a:r>
                        <a:rPr sz="1000" spc="225" dirty="0">
                          <a:latin typeface="MS UI Gothic"/>
                          <a:cs typeface="MS UI Gothic"/>
                        </a:rPr>
                        <a:t>13</a:t>
                      </a:r>
                      <a:endParaRPr sz="1000">
                        <a:latin typeface="MS UI Gothic"/>
                        <a:cs typeface="MS UI Gothic"/>
                      </a:endParaRPr>
                    </a:p>
                  </a:txBody>
                  <a:tcPr marL="0" marR="0" marT="17780" marB="0">
                    <a:lnL w="19050">
                      <a:solidFill>
                        <a:srgbClr val="000000"/>
                      </a:solidFill>
                      <a:prstDash val="solid"/>
                    </a:lnL>
                    <a:lnR w="19050">
                      <a:solidFill>
                        <a:srgbClr val="000000"/>
                      </a:solidFill>
                      <a:prstDash val="solid"/>
                    </a:lnR>
                    <a:lnT w="19050">
                      <a:solidFill>
                        <a:srgbClr val="000000"/>
                      </a:solidFill>
                      <a:prstDash val="solid"/>
                    </a:lnT>
                    <a:lnB w="9525">
                      <a:solidFill>
                        <a:srgbClr val="000000"/>
                      </a:solidFill>
                      <a:prstDash val="solid"/>
                    </a:lnB>
                  </a:tcPr>
                </a:tc>
                <a:tc>
                  <a:txBody>
                    <a:bodyPr/>
                    <a:lstStyle/>
                    <a:p>
                      <a:pPr marR="22225" algn="r">
                        <a:lnSpc>
                          <a:spcPts val="1110"/>
                        </a:lnSpc>
                        <a:spcBef>
                          <a:spcPts val="140"/>
                        </a:spcBef>
                      </a:pPr>
                      <a:r>
                        <a:rPr sz="1000" spc="275" dirty="0">
                          <a:latin typeface="MS UI Gothic"/>
                          <a:cs typeface="MS UI Gothic"/>
                        </a:rPr>
                        <a:t>22</a:t>
                      </a:r>
                      <a:endParaRPr sz="1000">
                        <a:latin typeface="MS UI Gothic"/>
                        <a:cs typeface="MS UI Gothic"/>
                      </a:endParaRPr>
                    </a:p>
                  </a:txBody>
                  <a:tcPr marL="0" marR="0" marT="17780" marB="0">
                    <a:lnL w="19050">
                      <a:solidFill>
                        <a:srgbClr val="000000"/>
                      </a:solidFill>
                      <a:prstDash val="solid"/>
                    </a:lnL>
                    <a:lnR w="19050">
                      <a:solidFill>
                        <a:srgbClr val="000000"/>
                      </a:solidFill>
                      <a:prstDash val="solid"/>
                    </a:lnR>
                    <a:lnT w="19050">
                      <a:solidFill>
                        <a:srgbClr val="000000"/>
                      </a:solidFill>
                      <a:prstDash val="solid"/>
                    </a:lnT>
                    <a:lnB w="9525">
                      <a:solidFill>
                        <a:srgbClr val="000000"/>
                      </a:solidFill>
                      <a:prstDash val="solid"/>
                    </a:lnB>
                  </a:tcPr>
                </a:tc>
                <a:tc>
                  <a:txBody>
                    <a:bodyPr/>
                    <a:lstStyle/>
                    <a:p>
                      <a:pPr marR="22225" algn="r">
                        <a:lnSpc>
                          <a:spcPts val="1110"/>
                        </a:lnSpc>
                        <a:spcBef>
                          <a:spcPts val="140"/>
                        </a:spcBef>
                      </a:pPr>
                      <a:r>
                        <a:rPr sz="1000" spc="275" dirty="0">
                          <a:latin typeface="MS UI Gothic"/>
                          <a:cs typeface="MS UI Gothic"/>
                        </a:rPr>
                        <a:t>30</a:t>
                      </a:r>
                      <a:endParaRPr sz="1000">
                        <a:latin typeface="MS UI Gothic"/>
                        <a:cs typeface="MS UI Gothic"/>
                      </a:endParaRPr>
                    </a:p>
                  </a:txBody>
                  <a:tcPr marL="0" marR="0" marT="17780" marB="0">
                    <a:lnL w="19050">
                      <a:solidFill>
                        <a:srgbClr val="000000"/>
                      </a:solidFill>
                      <a:prstDash val="solid"/>
                    </a:lnL>
                    <a:lnR w="19050">
                      <a:solidFill>
                        <a:srgbClr val="000000"/>
                      </a:solidFill>
                      <a:prstDash val="solid"/>
                    </a:lnR>
                    <a:lnT w="19050">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167869">
                <a:tc>
                  <a:txBody>
                    <a:bodyPr/>
                    <a:lstStyle/>
                    <a:p>
                      <a:pPr marL="33655">
                        <a:lnSpc>
                          <a:spcPts val="1110"/>
                        </a:lnSpc>
                        <a:spcBef>
                          <a:spcPts val="110"/>
                        </a:spcBef>
                      </a:pPr>
                      <a:r>
                        <a:rPr sz="1000" spc="-5" dirty="0">
                          <a:latin typeface="MS UI Gothic"/>
                          <a:cs typeface="MS UI Gothic"/>
                        </a:rPr>
                        <a:t>社員</a:t>
                      </a:r>
                      <a:endParaRPr sz="1000">
                        <a:latin typeface="MS UI Gothic"/>
                        <a:cs typeface="MS UI Gothic"/>
                      </a:endParaRPr>
                    </a:p>
                  </a:txBody>
                  <a:tcPr marL="0" marR="0" marT="13970" marB="0">
                    <a:lnL w="9525">
                      <a:solidFill>
                        <a:srgbClr val="000000"/>
                      </a:solidFill>
                      <a:prstDash val="solid"/>
                    </a:lnL>
                    <a:lnR w="19050">
                      <a:solidFill>
                        <a:srgbClr val="000000"/>
                      </a:solidFill>
                      <a:prstDash val="solid"/>
                    </a:lnR>
                    <a:lnT w="9525">
                      <a:solidFill>
                        <a:srgbClr val="000000"/>
                      </a:solidFill>
                      <a:prstDash val="solid"/>
                    </a:lnT>
                    <a:lnB w="9525">
                      <a:solidFill>
                        <a:srgbClr val="000000"/>
                      </a:solidFill>
                      <a:prstDash val="solid"/>
                    </a:lnB>
                  </a:tcPr>
                </a:tc>
                <a:tc>
                  <a:txBody>
                    <a:bodyPr/>
                    <a:lstStyle/>
                    <a:p>
                      <a:pPr marR="20955" algn="r">
                        <a:lnSpc>
                          <a:spcPts val="1110"/>
                        </a:lnSpc>
                        <a:spcBef>
                          <a:spcPts val="110"/>
                        </a:spcBef>
                      </a:pPr>
                      <a:r>
                        <a:rPr sz="1000" spc="225" dirty="0">
                          <a:latin typeface="MS UI Gothic"/>
                          <a:cs typeface="MS UI Gothic"/>
                        </a:rPr>
                        <a:t>14</a:t>
                      </a:r>
                      <a:endParaRPr sz="1000">
                        <a:latin typeface="MS UI Gothic"/>
                        <a:cs typeface="MS UI Gothic"/>
                      </a:endParaRPr>
                    </a:p>
                  </a:txBody>
                  <a:tcPr marL="0" marR="0" marT="13970" marB="0">
                    <a:lnL w="19050">
                      <a:solidFill>
                        <a:srgbClr val="000000"/>
                      </a:solidFill>
                      <a:prstDash val="solid"/>
                    </a:lnL>
                    <a:lnR w="19050">
                      <a:solidFill>
                        <a:srgbClr val="000000"/>
                      </a:solidFill>
                      <a:prstDash val="solid"/>
                    </a:lnR>
                    <a:lnT w="9525">
                      <a:solidFill>
                        <a:srgbClr val="000000"/>
                      </a:solidFill>
                      <a:prstDash val="solid"/>
                    </a:lnT>
                    <a:lnB w="9525">
                      <a:solidFill>
                        <a:srgbClr val="000000"/>
                      </a:solidFill>
                      <a:prstDash val="solid"/>
                    </a:lnB>
                  </a:tcPr>
                </a:tc>
                <a:tc>
                  <a:txBody>
                    <a:bodyPr/>
                    <a:lstStyle/>
                    <a:p>
                      <a:pPr marR="20955" algn="r">
                        <a:lnSpc>
                          <a:spcPts val="1110"/>
                        </a:lnSpc>
                        <a:spcBef>
                          <a:spcPts val="110"/>
                        </a:spcBef>
                      </a:pPr>
                      <a:r>
                        <a:rPr sz="1000" spc="225" dirty="0">
                          <a:latin typeface="MS UI Gothic"/>
                          <a:cs typeface="MS UI Gothic"/>
                        </a:rPr>
                        <a:t>14</a:t>
                      </a:r>
                      <a:endParaRPr sz="1000">
                        <a:latin typeface="MS UI Gothic"/>
                        <a:cs typeface="MS UI Gothic"/>
                      </a:endParaRPr>
                    </a:p>
                  </a:txBody>
                  <a:tcPr marL="0" marR="0" marT="13970" marB="0">
                    <a:lnL w="19050">
                      <a:solidFill>
                        <a:srgbClr val="000000"/>
                      </a:solidFill>
                      <a:prstDash val="solid"/>
                    </a:lnL>
                    <a:lnR w="19050">
                      <a:solidFill>
                        <a:srgbClr val="000000"/>
                      </a:solidFill>
                      <a:prstDash val="solid"/>
                    </a:lnR>
                    <a:lnT w="9525">
                      <a:solidFill>
                        <a:srgbClr val="000000"/>
                      </a:solidFill>
                      <a:prstDash val="solid"/>
                    </a:lnT>
                    <a:lnB w="9525">
                      <a:solidFill>
                        <a:srgbClr val="000000"/>
                      </a:solidFill>
                      <a:prstDash val="solid"/>
                    </a:lnB>
                  </a:tcPr>
                </a:tc>
                <a:tc>
                  <a:txBody>
                    <a:bodyPr/>
                    <a:lstStyle/>
                    <a:p>
                      <a:pPr marR="22860" algn="r">
                        <a:lnSpc>
                          <a:spcPts val="1110"/>
                        </a:lnSpc>
                        <a:spcBef>
                          <a:spcPts val="110"/>
                        </a:spcBef>
                      </a:pPr>
                      <a:r>
                        <a:rPr sz="1000" dirty="0">
                          <a:latin typeface="MS UI Gothic"/>
                          <a:cs typeface="MS UI Gothic"/>
                        </a:rPr>
                        <a:t>8</a:t>
                      </a:r>
                      <a:endParaRPr sz="1000">
                        <a:latin typeface="MS UI Gothic"/>
                        <a:cs typeface="MS UI Gothic"/>
                      </a:endParaRPr>
                    </a:p>
                  </a:txBody>
                  <a:tcPr marL="0" marR="0" marT="13970" marB="0">
                    <a:lnL w="19050">
                      <a:solidFill>
                        <a:srgbClr val="000000"/>
                      </a:solidFill>
                      <a:prstDash val="solid"/>
                    </a:lnL>
                    <a:lnR w="1905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171662">
                <a:tc>
                  <a:txBody>
                    <a:bodyPr/>
                    <a:lstStyle/>
                    <a:p>
                      <a:pPr marL="33655">
                        <a:lnSpc>
                          <a:spcPts val="1140"/>
                        </a:lnSpc>
                        <a:spcBef>
                          <a:spcPts val="110"/>
                        </a:spcBef>
                      </a:pPr>
                      <a:r>
                        <a:rPr sz="1000" spc="-5" dirty="0">
                          <a:latin typeface="MS UI Gothic"/>
                          <a:cs typeface="MS UI Gothic"/>
                        </a:rPr>
                        <a:t>合計店舗数</a:t>
                      </a:r>
                      <a:endParaRPr sz="1000">
                        <a:latin typeface="MS UI Gothic"/>
                        <a:cs typeface="MS UI Gothic"/>
                      </a:endParaRPr>
                    </a:p>
                  </a:txBody>
                  <a:tcPr marL="0" marR="0" marT="13970" marB="0">
                    <a:lnL w="9525">
                      <a:solidFill>
                        <a:srgbClr val="000000"/>
                      </a:solidFill>
                      <a:prstDash val="solid"/>
                    </a:lnL>
                    <a:lnR w="19050">
                      <a:solidFill>
                        <a:srgbClr val="000000"/>
                      </a:solidFill>
                      <a:prstDash val="solid"/>
                    </a:lnR>
                    <a:lnT w="9525">
                      <a:solidFill>
                        <a:srgbClr val="000000"/>
                      </a:solidFill>
                      <a:prstDash val="solid"/>
                    </a:lnT>
                    <a:lnB w="19050">
                      <a:solidFill>
                        <a:srgbClr val="000000"/>
                      </a:solidFill>
                      <a:prstDash val="solid"/>
                    </a:lnB>
                  </a:tcPr>
                </a:tc>
                <a:tc>
                  <a:txBody>
                    <a:bodyPr/>
                    <a:lstStyle/>
                    <a:p>
                      <a:pPr marR="22225" algn="r">
                        <a:lnSpc>
                          <a:spcPts val="1140"/>
                        </a:lnSpc>
                        <a:spcBef>
                          <a:spcPts val="110"/>
                        </a:spcBef>
                      </a:pPr>
                      <a:r>
                        <a:rPr sz="1000" spc="275" dirty="0">
                          <a:latin typeface="MS UI Gothic"/>
                          <a:cs typeface="MS UI Gothic"/>
                        </a:rPr>
                        <a:t>27</a:t>
                      </a:r>
                      <a:endParaRPr sz="1000">
                        <a:latin typeface="MS UI Gothic"/>
                        <a:cs typeface="MS UI Gothic"/>
                      </a:endParaRPr>
                    </a:p>
                  </a:txBody>
                  <a:tcPr marL="0" marR="0" marT="13970" marB="0">
                    <a:lnL w="19050">
                      <a:solidFill>
                        <a:srgbClr val="000000"/>
                      </a:solidFill>
                      <a:prstDash val="solid"/>
                    </a:lnL>
                    <a:lnR w="19050">
                      <a:solidFill>
                        <a:srgbClr val="000000"/>
                      </a:solidFill>
                      <a:prstDash val="solid"/>
                    </a:lnR>
                    <a:lnT w="9525">
                      <a:solidFill>
                        <a:srgbClr val="000000"/>
                      </a:solidFill>
                      <a:prstDash val="solid"/>
                    </a:lnT>
                    <a:lnB w="19050">
                      <a:solidFill>
                        <a:srgbClr val="000000"/>
                      </a:solidFill>
                      <a:prstDash val="solid"/>
                    </a:lnB>
                  </a:tcPr>
                </a:tc>
                <a:tc>
                  <a:txBody>
                    <a:bodyPr/>
                    <a:lstStyle/>
                    <a:p>
                      <a:pPr marR="22225" algn="r">
                        <a:lnSpc>
                          <a:spcPts val="1140"/>
                        </a:lnSpc>
                        <a:spcBef>
                          <a:spcPts val="110"/>
                        </a:spcBef>
                      </a:pPr>
                      <a:r>
                        <a:rPr sz="1000" spc="275" dirty="0">
                          <a:latin typeface="MS UI Gothic"/>
                          <a:cs typeface="MS UI Gothic"/>
                        </a:rPr>
                        <a:t>36</a:t>
                      </a:r>
                      <a:endParaRPr sz="1000">
                        <a:latin typeface="MS UI Gothic"/>
                        <a:cs typeface="MS UI Gothic"/>
                      </a:endParaRPr>
                    </a:p>
                  </a:txBody>
                  <a:tcPr marL="0" marR="0" marT="13970" marB="0">
                    <a:lnL w="19050">
                      <a:solidFill>
                        <a:srgbClr val="000000"/>
                      </a:solidFill>
                      <a:prstDash val="solid"/>
                    </a:lnL>
                    <a:lnR w="19050">
                      <a:solidFill>
                        <a:srgbClr val="000000"/>
                      </a:solidFill>
                      <a:prstDash val="solid"/>
                    </a:lnR>
                    <a:lnT w="9525">
                      <a:solidFill>
                        <a:srgbClr val="000000"/>
                      </a:solidFill>
                      <a:prstDash val="solid"/>
                    </a:lnT>
                    <a:lnB w="19050">
                      <a:solidFill>
                        <a:srgbClr val="000000"/>
                      </a:solidFill>
                      <a:prstDash val="solid"/>
                    </a:lnB>
                  </a:tcPr>
                </a:tc>
                <a:tc>
                  <a:txBody>
                    <a:bodyPr/>
                    <a:lstStyle/>
                    <a:p>
                      <a:pPr marR="22225" algn="r">
                        <a:lnSpc>
                          <a:spcPts val="1140"/>
                        </a:lnSpc>
                        <a:spcBef>
                          <a:spcPts val="110"/>
                        </a:spcBef>
                      </a:pPr>
                      <a:r>
                        <a:rPr sz="1000" spc="275" dirty="0">
                          <a:latin typeface="MS UI Gothic"/>
                          <a:cs typeface="MS UI Gothic"/>
                        </a:rPr>
                        <a:t>38</a:t>
                      </a:r>
                      <a:endParaRPr sz="1000">
                        <a:latin typeface="MS UI Gothic"/>
                        <a:cs typeface="MS UI Gothic"/>
                      </a:endParaRPr>
                    </a:p>
                  </a:txBody>
                  <a:tcPr marL="0" marR="0" marT="13970" marB="0">
                    <a:lnL w="19050">
                      <a:solidFill>
                        <a:srgbClr val="000000"/>
                      </a:solidFill>
                      <a:prstDash val="solid"/>
                    </a:lnL>
                    <a:lnR w="19050">
                      <a:solidFill>
                        <a:srgbClr val="000000"/>
                      </a:solidFill>
                      <a:prstDash val="solid"/>
                    </a:lnR>
                    <a:lnT w="9525">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r h="171662">
                <a:tc>
                  <a:txBody>
                    <a:bodyPr/>
                    <a:lstStyle/>
                    <a:p>
                      <a:pPr marL="33655">
                        <a:lnSpc>
                          <a:spcPts val="1110"/>
                        </a:lnSpc>
                        <a:spcBef>
                          <a:spcPts val="140"/>
                        </a:spcBef>
                      </a:pPr>
                      <a:r>
                        <a:rPr sz="1000" spc="-5" dirty="0">
                          <a:latin typeface="MS UI Gothic"/>
                          <a:cs typeface="MS UI Gothic"/>
                        </a:rPr>
                        <a:t>総工数</a:t>
                      </a:r>
                      <a:endParaRPr sz="1000">
                        <a:latin typeface="MS UI Gothic"/>
                        <a:cs typeface="MS UI Gothic"/>
                      </a:endParaRPr>
                    </a:p>
                  </a:txBody>
                  <a:tcPr marL="0" marR="0" marT="17780" marB="0">
                    <a:lnL w="9525">
                      <a:solidFill>
                        <a:srgbClr val="000000"/>
                      </a:solidFill>
                      <a:prstDash val="solid"/>
                    </a:lnL>
                    <a:lnR w="19050">
                      <a:solidFill>
                        <a:srgbClr val="000000"/>
                      </a:solidFill>
                      <a:prstDash val="solid"/>
                    </a:lnR>
                    <a:lnT w="19050">
                      <a:solidFill>
                        <a:srgbClr val="000000"/>
                      </a:solidFill>
                      <a:prstDash val="solid"/>
                    </a:lnT>
                    <a:lnB w="9525">
                      <a:solidFill>
                        <a:srgbClr val="000000"/>
                      </a:solidFill>
                      <a:prstDash val="solid"/>
                    </a:lnB>
                  </a:tcPr>
                </a:tc>
                <a:tc>
                  <a:txBody>
                    <a:bodyPr/>
                    <a:lstStyle/>
                    <a:p>
                      <a:pPr marR="22860" algn="r">
                        <a:lnSpc>
                          <a:spcPts val="1110"/>
                        </a:lnSpc>
                        <a:spcBef>
                          <a:spcPts val="140"/>
                        </a:spcBef>
                      </a:pPr>
                      <a:r>
                        <a:rPr sz="1000" spc="235" dirty="0">
                          <a:latin typeface="MS UI Gothic"/>
                          <a:cs typeface="MS UI Gothic"/>
                        </a:rPr>
                        <a:t>713</a:t>
                      </a:r>
                      <a:endParaRPr sz="1000">
                        <a:latin typeface="MS UI Gothic"/>
                        <a:cs typeface="MS UI Gothic"/>
                      </a:endParaRPr>
                    </a:p>
                  </a:txBody>
                  <a:tcPr marL="0" marR="0" marT="17780" marB="0">
                    <a:lnL w="19050">
                      <a:solidFill>
                        <a:srgbClr val="000000"/>
                      </a:solidFill>
                      <a:prstDash val="solid"/>
                    </a:lnL>
                    <a:lnR w="19050">
                      <a:solidFill>
                        <a:srgbClr val="000000"/>
                      </a:solidFill>
                      <a:prstDash val="solid"/>
                    </a:lnR>
                    <a:lnT w="19050">
                      <a:solidFill>
                        <a:srgbClr val="000000"/>
                      </a:solidFill>
                      <a:prstDash val="solid"/>
                    </a:lnT>
                    <a:lnB w="9525">
                      <a:solidFill>
                        <a:srgbClr val="000000"/>
                      </a:solidFill>
                      <a:prstDash val="solid"/>
                    </a:lnB>
                  </a:tcPr>
                </a:tc>
                <a:tc>
                  <a:txBody>
                    <a:bodyPr/>
                    <a:lstStyle/>
                    <a:p>
                      <a:pPr marR="22225" algn="r">
                        <a:lnSpc>
                          <a:spcPts val="1110"/>
                        </a:lnSpc>
                        <a:spcBef>
                          <a:spcPts val="140"/>
                        </a:spcBef>
                      </a:pPr>
                      <a:r>
                        <a:rPr sz="1000" spc="275" dirty="0">
                          <a:latin typeface="MS UI Gothic"/>
                          <a:cs typeface="MS UI Gothic"/>
                        </a:rPr>
                        <a:t>890</a:t>
                      </a:r>
                      <a:endParaRPr sz="1000">
                        <a:latin typeface="MS UI Gothic"/>
                        <a:cs typeface="MS UI Gothic"/>
                      </a:endParaRPr>
                    </a:p>
                  </a:txBody>
                  <a:tcPr marL="0" marR="0" marT="17780" marB="0">
                    <a:lnL w="19050">
                      <a:solidFill>
                        <a:srgbClr val="000000"/>
                      </a:solidFill>
                      <a:prstDash val="solid"/>
                    </a:lnL>
                    <a:lnR w="19050">
                      <a:solidFill>
                        <a:srgbClr val="000000"/>
                      </a:solidFill>
                      <a:prstDash val="solid"/>
                    </a:lnR>
                    <a:lnT w="19050">
                      <a:solidFill>
                        <a:srgbClr val="000000"/>
                      </a:solidFill>
                      <a:prstDash val="solid"/>
                    </a:lnT>
                    <a:lnB w="9525">
                      <a:solidFill>
                        <a:srgbClr val="000000"/>
                      </a:solidFill>
                      <a:prstDash val="solid"/>
                    </a:lnB>
                  </a:tcPr>
                </a:tc>
                <a:tc>
                  <a:txBody>
                    <a:bodyPr/>
                    <a:lstStyle/>
                    <a:p>
                      <a:pPr marR="24130" algn="r">
                        <a:lnSpc>
                          <a:spcPts val="1110"/>
                        </a:lnSpc>
                        <a:spcBef>
                          <a:spcPts val="140"/>
                        </a:spcBef>
                      </a:pPr>
                      <a:r>
                        <a:rPr sz="1000" spc="229" dirty="0">
                          <a:latin typeface="MS UI Gothic"/>
                          <a:cs typeface="MS UI Gothic"/>
                        </a:rPr>
                        <a:t>951</a:t>
                      </a:r>
                      <a:endParaRPr sz="1000">
                        <a:latin typeface="MS UI Gothic"/>
                        <a:cs typeface="MS UI Gothic"/>
                      </a:endParaRPr>
                    </a:p>
                  </a:txBody>
                  <a:tcPr marL="0" marR="0" marT="17780" marB="0">
                    <a:lnL w="19050">
                      <a:solidFill>
                        <a:srgbClr val="000000"/>
                      </a:solidFill>
                      <a:prstDash val="solid"/>
                    </a:lnL>
                    <a:lnR w="19050">
                      <a:solidFill>
                        <a:srgbClr val="000000"/>
                      </a:solidFill>
                      <a:prstDash val="solid"/>
                    </a:lnR>
                    <a:lnT w="19050">
                      <a:solidFill>
                        <a:srgbClr val="000000"/>
                      </a:solidFill>
                      <a:prstDash val="solid"/>
                    </a:lnT>
                    <a:lnB w="9525">
                      <a:solidFill>
                        <a:srgbClr val="000000"/>
                      </a:solidFill>
                      <a:prstDash val="solid"/>
                    </a:lnB>
                  </a:tcPr>
                </a:tc>
                <a:extLst>
                  <a:ext uri="{0D108BD9-81ED-4DB2-BD59-A6C34878D82A}">
                    <a16:rowId xmlns:a16="http://schemas.microsoft.com/office/drawing/2014/main" val="10005"/>
                  </a:ext>
                </a:extLst>
              </a:tr>
              <a:tr h="167869">
                <a:tc>
                  <a:txBody>
                    <a:bodyPr/>
                    <a:lstStyle/>
                    <a:p>
                      <a:pPr marL="33655">
                        <a:lnSpc>
                          <a:spcPts val="1110"/>
                        </a:lnSpc>
                        <a:spcBef>
                          <a:spcPts val="110"/>
                        </a:spcBef>
                      </a:pPr>
                      <a:r>
                        <a:rPr sz="1000" spc="135" dirty="0">
                          <a:latin typeface="MS UI Gothic"/>
                          <a:cs typeface="MS UI Gothic"/>
                        </a:rPr>
                        <a:t>ヘ</a:t>
                      </a:r>
                      <a:r>
                        <a:rPr sz="1000" spc="200" dirty="0">
                          <a:latin typeface="MS UI Gothic"/>
                          <a:cs typeface="MS UI Gothic"/>
                        </a:rPr>
                        <a:t>ル</a:t>
                      </a:r>
                      <a:r>
                        <a:rPr sz="1000" spc="260" dirty="0">
                          <a:latin typeface="MS UI Gothic"/>
                          <a:cs typeface="MS UI Gothic"/>
                        </a:rPr>
                        <a:t>プ</a:t>
                      </a:r>
                      <a:r>
                        <a:rPr sz="1000" spc="20" dirty="0">
                          <a:latin typeface="MS UI Gothic"/>
                          <a:cs typeface="MS UI Gothic"/>
                        </a:rPr>
                        <a:t>工数</a:t>
                      </a:r>
                      <a:endParaRPr sz="1000">
                        <a:latin typeface="MS UI Gothic"/>
                        <a:cs typeface="MS UI Gothic"/>
                      </a:endParaRPr>
                    </a:p>
                  </a:txBody>
                  <a:tcPr marL="0" marR="0" marT="13970" marB="0">
                    <a:lnL w="9525">
                      <a:solidFill>
                        <a:srgbClr val="000000"/>
                      </a:solidFill>
                      <a:prstDash val="solid"/>
                    </a:lnL>
                    <a:lnR w="19050">
                      <a:solidFill>
                        <a:srgbClr val="000000"/>
                      </a:solidFill>
                      <a:prstDash val="solid"/>
                    </a:lnR>
                    <a:lnT w="9525">
                      <a:solidFill>
                        <a:srgbClr val="000000"/>
                      </a:solidFill>
                      <a:prstDash val="solid"/>
                    </a:lnT>
                    <a:lnB w="9525">
                      <a:solidFill>
                        <a:srgbClr val="000000"/>
                      </a:solidFill>
                      <a:prstDash val="solid"/>
                    </a:lnB>
                  </a:tcPr>
                </a:tc>
                <a:tc>
                  <a:txBody>
                    <a:bodyPr/>
                    <a:lstStyle/>
                    <a:p>
                      <a:pPr marR="20320" algn="r">
                        <a:lnSpc>
                          <a:spcPts val="1110"/>
                        </a:lnSpc>
                        <a:spcBef>
                          <a:spcPts val="110"/>
                        </a:spcBef>
                      </a:pPr>
                      <a:r>
                        <a:rPr sz="1000" spc="200" dirty="0">
                          <a:latin typeface="MS UI Gothic"/>
                          <a:cs typeface="MS UI Gothic"/>
                        </a:rPr>
                        <a:t>119</a:t>
                      </a:r>
                      <a:endParaRPr sz="1000">
                        <a:latin typeface="MS UI Gothic"/>
                        <a:cs typeface="MS UI Gothic"/>
                      </a:endParaRPr>
                    </a:p>
                  </a:txBody>
                  <a:tcPr marL="0" marR="0" marT="13970" marB="0">
                    <a:lnL w="19050">
                      <a:solidFill>
                        <a:srgbClr val="000000"/>
                      </a:solidFill>
                      <a:prstDash val="solid"/>
                    </a:lnL>
                    <a:lnR w="19050">
                      <a:solidFill>
                        <a:srgbClr val="000000"/>
                      </a:solidFill>
                      <a:prstDash val="solid"/>
                    </a:lnR>
                    <a:lnT w="9525">
                      <a:solidFill>
                        <a:srgbClr val="000000"/>
                      </a:solidFill>
                      <a:prstDash val="solid"/>
                    </a:lnT>
                    <a:lnB w="9525">
                      <a:solidFill>
                        <a:srgbClr val="000000"/>
                      </a:solidFill>
                      <a:prstDash val="solid"/>
                    </a:lnB>
                  </a:tcPr>
                </a:tc>
                <a:tc>
                  <a:txBody>
                    <a:bodyPr/>
                    <a:lstStyle/>
                    <a:p>
                      <a:pPr marR="23495" algn="r">
                        <a:lnSpc>
                          <a:spcPts val="1110"/>
                        </a:lnSpc>
                        <a:spcBef>
                          <a:spcPts val="110"/>
                        </a:spcBef>
                      </a:pPr>
                      <a:r>
                        <a:rPr sz="1000" spc="235" dirty="0">
                          <a:latin typeface="MS UI Gothic"/>
                          <a:cs typeface="MS UI Gothic"/>
                        </a:rPr>
                        <a:t>172</a:t>
                      </a:r>
                      <a:endParaRPr sz="1000">
                        <a:latin typeface="MS UI Gothic"/>
                        <a:cs typeface="MS UI Gothic"/>
                      </a:endParaRPr>
                    </a:p>
                  </a:txBody>
                  <a:tcPr marL="0" marR="0" marT="13970" marB="0">
                    <a:lnL w="19050">
                      <a:solidFill>
                        <a:srgbClr val="000000"/>
                      </a:solidFill>
                      <a:prstDash val="solid"/>
                    </a:lnL>
                    <a:lnR w="19050">
                      <a:solidFill>
                        <a:srgbClr val="000000"/>
                      </a:solidFill>
                      <a:prstDash val="solid"/>
                    </a:lnR>
                    <a:lnT w="9525">
                      <a:solidFill>
                        <a:srgbClr val="000000"/>
                      </a:solidFill>
                      <a:prstDash val="solid"/>
                    </a:lnT>
                    <a:lnB w="9525">
                      <a:solidFill>
                        <a:srgbClr val="000000"/>
                      </a:solidFill>
                      <a:prstDash val="solid"/>
                    </a:lnB>
                  </a:tcPr>
                </a:tc>
                <a:tc>
                  <a:txBody>
                    <a:bodyPr/>
                    <a:lstStyle/>
                    <a:p>
                      <a:pPr marR="20320" algn="r">
                        <a:lnSpc>
                          <a:spcPts val="1110"/>
                        </a:lnSpc>
                        <a:spcBef>
                          <a:spcPts val="110"/>
                        </a:spcBef>
                      </a:pPr>
                      <a:r>
                        <a:rPr sz="1000" spc="200" dirty="0">
                          <a:latin typeface="MS UI Gothic"/>
                          <a:cs typeface="MS UI Gothic"/>
                        </a:rPr>
                        <a:t>113</a:t>
                      </a:r>
                      <a:endParaRPr sz="1000">
                        <a:latin typeface="MS UI Gothic"/>
                        <a:cs typeface="MS UI Gothic"/>
                      </a:endParaRPr>
                    </a:p>
                  </a:txBody>
                  <a:tcPr marL="0" marR="0" marT="13970" marB="0">
                    <a:lnL w="19050">
                      <a:solidFill>
                        <a:srgbClr val="000000"/>
                      </a:solidFill>
                      <a:prstDash val="solid"/>
                    </a:lnL>
                    <a:lnR w="1905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6"/>
                  </a:ext>
                </a:extLst>
              </a:tr>
              <a:tr h="171661">
                <a:tc>
                  <a:txBody>
                    <a:bodyPr/>
                    <a:lstStyle/>
                    <a:p>
                      <a:pPr marL="33655">
                        <a:lnSpc>
                          <a:spcPts val="1140"/>
                        </a:lnSpc>
                        <a:spcBef>
                          <a:spcPts val="110"/>
                        </a:spcBef>
                      </a:pPr>
                      <a:r>
                        <a:rPr sz="1000" spc="135" dirty="0">
                          <a:latin typeface="MS UI Gothic"/>
                          <a:cs typeface="MS UI Gothic"/>
                        </a:rPr>
                        <a:t>ヘ</a:t>
                      </a:r>
                      <a:r>
                        <a:rPr sz="1000" spc="200" dirty="0">
                          <a:latin typeface="MS UI Gothic"/>
                          <a:cs typeface="MS UI Gothic"/>
                        </a:rPr>
                        <a:t>ル</a:t>
                      </a:r>
                      <a:r>
                        <a:rPr sz="1000" spc="260" dirty="0">
                          <a:latin typeface="MS UI Gothic"/>
                          <a:cs typeface="MS UI Gothic"/>
                        </a:rPr>
                        <a:t>プ</a:t>
                      </a:r>
                      <a:r>
                        <a:rPr sz="1000" spc="20" dirty="0">
                          <a:latin typeface="MS UI Gothic"/>
                          <a:cs typeface="MS UI Gothic"/>
                        </a:rPr>
                        <a:t>割合</a:t>
                      </a:r>
                      <a:endParaRPr sz="1000">
                        <a:latin typeface="MS UI Gothic"/>
                        <a:cs typeface="MS UI Gothic"/>
                      </a:endParaRPr>
                    </a:p>
                  </a:txBody>
                  <a:tcPr marL="0" marR="0" marT="13970" marB="0">
                    <a:lnL w="9525">
                      <a:solidFill>
                        <a:srgbClr val="000000"/>
                      </a:solidFill>
                      <a:prstDash val="solid"/>
                    </a:lnL>
                    <a:lnR w="19050">
                      <a:solidFill>
                        <a:srgbClr val="000000"/>
                      </a:solidFill>
                      <a:prstDash val="solid"/>
                    </a:lnR>
                    <a:lnT w="9525">
                      <a:solidFill>
                        <a:srgbClr val="000000"/>
                      </a:solidFill>
                      <a:prstDash val="solid"/>
                    </a:lnT>
                    <a:lnB w="19050">
                      <a:solidFill>
                        <a:srgbClr val="000000"/>
                      </a:solidFill>
                      <a:prstDash val="solid"/>
                    </a:lnB>
                    <a:solidFill>
                      <a:srgbClr val="F9BE8F"/>
                    </a:solidFill>
                  </a:tcPr>
                </a:tc>
                <a:tc>
                  <a:txBody>
                    <a:bodyPr/>
                    <a:lstStyle/>
                    <a:p>
                      <a:pPr marR="22860" algn="r">
                        <a:lnSpc>
                          <a:spcPts val="1140"/>
                        </a:lnSpc>
                        <a:spcBef>
                          <a:spcPts val="110"/>
                        </a:spcBef>
                      </a:pPr>
                      <a:r>
                        <a:rPr sz="1000" spc="265" dirty="0">
                          <a:latin typeface="MS UI Gothic"/>
                          <a:cs typeface="MS UI Gothic"/>
                        </a:rPr>
                        <a:t>16.7%</a:t>
                      </a:r>
                      <a:endParaRPr sz="1000">
                        <a:latin typeface="MS UI Gothic"/>
                        <a:cs typeface="MS UI Gothic"/>
                      </a:endParaRPr>
                    </a:p>
                  </a:txBody>
                  <a:tcPr marL="0" marR="0" marT="13970" marB="0">
                    <a:lnL w="19050">
                      <a:solidFill>
                        <a:srgbClr val="000000"/>
                      </a:solidFill>
                      <a:prstDash val="solid"/>
                    </a:lnL>
                    <a:lnR w="19050">
                      <a:solidFill>
                        <a:srgbClr val="000000"/>
                      </a:solidFill>
                      <a:prstDash val="solid"/>
                    </a:lnR>
                    <a:lnT w="9525">
                      <a:solidFill>
                        <a:srgbClr val="000000"/>
                      </a:solidFill>
                      <a:prstDash val="solid"/>
                    </a:lnT>
                    <a:lnB w="19050">
                      <a:solidFill>
                        <a:srgbClr val="000000"/>
                      </a:solidFill>
                      <a:prstDash val="solid"/>
                    </a:lnB>
                    <a:solidFill>
                      <a:srgbClr val="F9BE8F"/>
                    </a:solidFill>
                  </a:tcPr>
                </a:tc>
                <a:tc>
                  <a:txBody>
                    <a:bodyPr/>
                    <a:lstStyle/>
                    <a:p>
                      <a:pPr marR="22860" algn="r">
                        <a:lnSpc>
                          <a:spcPts val="1140"/>
                        </a:lnSpc>
                        <a:spcBef>
                          <a:spcPts val="110"/>
                        </a:spcBef>
                      </a:pPr>
                      <a:r>
                        <a:rPr sz="1000" spc="265" dirty="0">
                          <a:latin typeface="MS UI Gothic"/>
                          <a:cs typeface="MS UI Gothic"/>
                        </a:rPr>
                        <a:t>19.3%</a:t>
                      </a:r>
                      <a:endParaRPr sz="1000">
                        <a:latin typeface="MS UI Gothic"/>
                        <a:cs typeface="MS UI Gothic"/>
                      </a:endParaRPr>
                    </a:p>
                  </a:txBody>
                  <a:tcPr marL="0" marR="0" marT="13970" marB="0">
                    <a:lnL w="19050">
                      <a:solidFill>
                        <a:srgbClr val="000000"/>
                      </a:solidFill>
                      <a:prstDash val="solid"/>
                    </a:lnL>
                    <a:lnR w="19050">
                      <a:solidFill>
                        <a:srgbClr val="000000"/>
                      </a:solidFill>
                      <a:prstDash val="solid"/>
                    </a:lnR>
                    <a:lnT w="9525">
                      <a:solidFill>
                        <a:srgbClr val="000000"/>
                      </a:solidFill>
                      <a:prstDash val="solid"/>
                    </a:lnT>
                    <a:lnB w="19050">
                      <a:solidFill>
                        <a:srgbClr val="000000"/>
                      </a:solidFill>
                      <a:prstDash val="solid"/>
                    </a:lnB>
                    <a:solidFill>
                      <a:srgbClr val="F9BE8F"/>
                    </a:solidFill>
                  </a:tcPr>
                </a:tc>
                <a:tc>
                  <a:txBody>
                    <a:bodyPr/>
                    <a:lstStyle/>
                    <a:p>
                      <a:pPr marR="22860" algn="r">
                        <a:lnSpc>
                          <a:spcPts val="1140"/>
                        </a:lnSpc>
                        <a:spcBef>
                          <a:spcPts val="110"/>
                        </a:spcBef>
                      </a:pPr>
                      <a:r>
                        <a:rPr sz="1000" spc="240" dirty="0">
                          <a:latin typeface="MS UI Gothic"/>
                          <a:cs typeface="MS UI Gothic"/>
                        </a:rPr>
                        <a:t>11.9%</a:t>
                      </a:r>
                      <a:endParaRPr sz="1000">
                        <a:latin typeface="MS UI Gothic"/>
                        <a:cs typeface="MS UI Gothic"/>
                      </a:endParaRPr>
                    </a:p>
                  </a:txBody>
                  <a:tcPr marL="0" marR="0" marT="13970" marB="0">
                    <a:lnL w="19050">
                      <a:solidFill>
                        <a:srgbClr val="000000"/>
                      </a:solidFill>
                      <a:prstDash val="solid"/>
                    </a:lnL>
                    <a:lnR w="19050">
                      <a:solidFill>
                        <a:srgbClr val="000000"/>
                      </a:solidFill>
                      <a:prstDash val="solid"/>
                    </a:lnR>
                    <a:lnT w="9525">
                      <a:solidFill>
                        <a:srgbClr val="000000"/>
                      </a:solidFill>
                      <a:prstDash val="solid"/>
                    </a:lnT>
                    <a:lnB w="19050">
                      <a:solidFill>
                        <a:srgbClr val="000000"/>
                      </a:solidFill>
                      <a:prstDash val="solid"/>
                    </a:lnB>
                    <a:solidFill>
                      <a:srgbClr val="F9BE8F"/>
                    </a:solidFill>
                  </a:tcPr>
                </a:tc>
                <a:extLst>
                  <a:ext uri="{0D108BD9-81ED-4DB2-BD59-A6C34878D82A}">
                    <a16:rowId xmlns:a16="http://schemas.microsoft.com/office/drawing/2014/main" val="10007"/>
                  </a:ext>
                </a:extLst>
              </a:tr>
            </a:tbl>
          </a:graphicData>
        </a:graphic>
      </p:graphicFrame>
      <p:sp>
        <p:nvSpPr>
          <p:cNvPr id="61" name="object 61"/>
          <p:cNvSpPr txBox="1"/>
          <p:nvPr/>
        </p:nvSpPr>
        <p:spPr>
          <a:xfrm>
            <a:off x="5946775" y="215011"/>
            <a:ext cx="2216150" cy="361315"/>
          </a:xfrm>
          <a:prstGeom prst="rect">
            <a:avLst/>
          </a:prstGeom>
        </p:spPr>
        <p:txBody>
          <a:bodyPr vert="horz" wrap="square" lIns="0" tIns="12700" rIns="0" bIns="0" rtlCol="0">
            <a:spAutoFit/>
          </a:bodyPr>
          <a:lstStyle/>
          <a:p>
            <a:pPr marL="12700" marR="5080" indent="671830">
              <a:lnSpc>
                <a:spcPct val="100000"/>
              </a:lnSpc>
              <a:spcBef>
                <a:spcPts val="100"/>
              </a:spcBef>
            </a:pPr>
            <a:r>
              <a:rPr sz="1100" dirty="0">
                <a:latin typeface="MS UI Gothic"/>
                <a:cs typeface="MS UI Gothic"/>
              </a:rPr>
              <a:t>更新：</a:t>
            </a:r>
            <a:r>
              <a:rPr sz="1100" spc="285" dirty="0">
                <a:latin typeface="MS UI Gothic"/>
                <a:cs typeface="MS UI Gothic"/>
              </a:rPr>
              <a:t>2022</a:t>
            </a:r>
            <a:r>
              <a:rPr sz="1100" dirty="0">
                <a:latin typeface="MS UI Gothic"/>
                <a:cs typeface="MS UI Gothic"/>
              </a:rPr>
              <a:t>年</a:t>
            </a:r>
            <a:r>
              <a:rPr sz="1100" spc="285" dirty="0">
                <a:latin typeface="MS UI Gothic"/>
                <a:cs typeface="MS UI Gothic"/>
              </a:rPr>
              <a:t>6</a:t>
            </a:r>
            <a:r>
              <a:rPr sz="1100" dirty="0">
                <a:latin typeface="MS UI Gothic"/>
                <a:cs typeface="MS UI Gothic"/>
              </a:rPr>
              <a:t>月</a:t>
            </a:r>
            <a:r>
              <a:rPr sz="1100" spc="285" dirty="0">
                <a:latin typeface="MS UI Gothic"/>
                <a:cs typeface="MS UI Gothic"/>
              </a:rPr>
              <a:t>20</a:t>
            </a:r>
            <a:r>
              <a:rPr sz="1100" dirty="0">
                <a:latin typeface="MS UI Gothic"/>
                <a:cs typeface="MS UI Gothic"/>
              </a:rPr>
              <a:t>日 </a:t>
            </a:r>
            <a:r>
              <a:rPr sz="1100" spc="55" dirty="0">
                <a:latin typeface="MS UI Gothic"/>
                <a:cs typeface="MS UI Gothic"/>
              </a:rPr>
              <a:t>株式会社エム</a:t>
            </a:r>
            <a:r>
              <a:rPr sz="1100" spc="35" dirty="0">
                <a:latin typeface="MS UI Gothic"/>
                <a:cs typeface="MS UI Gothic"/>
              </a:rPr>
              <a:t>エ</a:t>
            </a:r>
            <a:r>
              <a:rPr sz="1100" spc="90" dirty="0">
                <a:latin typeface="MS UI Gothic"/>
                <a:cs typeface="MS UI Gothic"/>
              </a:rPr>
              <a:t>ム</a:t>
            </a:r>
            <a:r>
              <a:rPr sz="1100" spc="85" dirty="0">
                <a:latin typeface="MS UI Gothic"/>
                <a:cs typeface="MS UI Gothic"/>
              </a:rPr>
              <a:t>イ</a:t>
            </a:r>
            <a:r>
              <a:rPr sz="1100" spc="170" dirty="0">
                <a:latin typeface="MS UI Gothic"/>
                <a:cs typeface="MS UI Gothic"/>
              </a:rPr>
              <a:t>ン</a:t>
            </a:r>
            <a:r>
              <a:rPr sz="1100" spc="195" dirty="0">
                <a:latin typeface="MS UI Gothic"/>
                <a:cs typeface="MS UI Gothic"/>
              </a:rPr>
              <a:t>タ</a:t>
            </a:r>
            <a:r>
              <a:rPr sz="1100" spc="155" dirty="0">
                <a:latin typeface="MS UI Gothic"/>
                <a:cs typeface="MS UI Gothic"/>
              </a:rPr>
              <a:t>ー</a:t>
            </a:r>
            <a:r>
              <a:rPr sz="1100" spc="145" dirty="0">
                <a:latin typeface="MS UI Gothic"/>
                <a:cs typeface="MS UI Gothic"/>
              </a:rPr>
              <a:t>ナ</a:t>
            </a:r>
            <a:r>
              <a:rPr sz="1100" spc="65" dirty="0">
                <a:latin typeface="MS UI Gothic"/>
                <a:cs typeface="MS UI Gothic"/>
              </a:rPr>
              <a:t>シ</a:t>
            </a:r>
            <a:r>
              <a:rPr sz="1100" spc="340" dirty="0">
                <a:latin typeface="MS UI Gothic"/>
                <a:cs typeface="MS UI Gothic"/>
              </a:rPr>
              <a:t>ョ</a:t>
            </a:r>
            <a:r>
              <a:rPr sz="1100" spc="145" dirty="0">
                <a:latin typeface="MS UI Gothic"/>
                <a:cs typeface="MS UI Gothic"/>
              </a:rPr>
              <a:t>ナ</a:t>
            </a:r>
            <a:r>
              <a:rPr sz="1100" spc="180" dirty="0">
                <a:latin typeface="MS UI Gothic"/>
                <a:cs typeface="MS UI Gothic"/>
              </a:rPr>
              <a:t>ル</a:t>
            </a:r>
            <a:endParaRPr sz="1100">
              <a:latin typeface="MS UI Gothic"/>
              <a:cs typeface="MS UI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973" y="961085"/>
            <a:ext cx="8444865" cy="1652270"/>
          </a:xfrm>
          <a:prstGeom prst="rect">
            <a:avLst/>
          </a:prstGeom>
        </p:spPr>
        <p:txBody>
          <a:bodyPr vert="horz" wrap="square" lIns="0" tIns="12700" rIns="0" bIns="0" rtlCol="0">
            <a:spAutoFit/>
          </a:bodyPr>
          <a:lstStyle/>
          <a:p>
            <a:pPr marL="12700">
              <a:lnSpc>
                <a:spcPct val="100000"/>
              </a:lnSpc>
              <a:spcBef>
                <a:spcPts val="100"/>
              </a:spcBef>
            </a:pPr>
            <a:r>
              <a:rPr sz="1800" b="1" spc="125" dirty="0">
                <a:latin typeface="Microsoft YaHei UI"/>
                <a:cs typeface="Microsoft YaHei UI"/>
              </a:rPr>
              <a:t>LINE</a:t>
            </a:r>
            <a:r>
              <a:rPr sz="1800" b="1" dirty="0">
                <a:latin typeface="Microsoft YaHei UI"/>
                <a:cs typeface="Microsoft YaHei UI"/>
              </a:rPr>
              <a:t>の有</a:t>
            </a:r>
            <a:r>
              <a:rPr sz="1800" b="1" spc="-10" dirty="0">
                <a:latin typeface="Microsoft YaHei UI"/>
                <a:cs typeface="Microsoft YaHei UI"/>
              </a:rPr>
              <a:t>用</a:t>
            </a:r>
            <a:r>
              <a:rPr sz="1800" b="1" spc="-300" dirty="0">
                <a:latin typeface="Microsoft YaHei UI"/>
                <a:cs typeface="Microsoft YaHei UI"/>
              </a:rPr>
              <a:t>性</a:t>
            </a:r>
            <a:r>
              <a:rPr sz="1800" b="1" spc="-305" dirty="0">
                <a:latin typeface="Microsoft YaHei UI"/>
                <a:cs typeface="Microsoft YaHei UI"/>
              </a:rPr>
              <a:t>：①</a:t>
            </a:r>
            <a:r>
              <a:rPr sz="1800" b="1" dirty="0">
                <a:latin typeface="Microsoft YaHei UI"/>
                <a:cs typeface="Microsoft YaHei UI"/>
              </a:rPr>
              <a:t>圧倒</a:t>
            </a:r>
            <a:r>
              <a:rPr sz="1800" b="1" spc="-10" dirty="0">
                <a:latin typeface="Microsoft YaHei UI"/>
                <a:cs typeface="Microsoft YaHei UI"/>
              </a:rPr>
              <a:t>的</a:t>
            </a:r>
            <a:r>
              <a:rPr sz="1800" b="1" spc="-35" dirty="0">
                <a:latin typeface="Microsoft YaHei UI"/>
                <a:cs typeface="Microsoft YaHei UI"/>
              </a:rPr>
              <a:t>なユ</a:t>
            </a:r>
            <a:r>
              <a:rPr sz="1800" b="1" spc="-45" dirty="0">
                <a:latin typeface="Microsoft YaHei UI"/>
                <a:cs typeface="Microsoft YaHei UI"/>
              </a:rPr>
              <a:t>ー</a:t>
            </a:r>
            <a:r>
              <a:rPr sz="1800" b="1" spc="-25" dirty="0">
                <a:latin typeface="Microsoft YaHei UI"/>
                <a:cs typeface="Microsoft YaHei UI"/>
              </a:rPr>
              <a:t>ザー数</a:t>
            </a:r>
            <a:endParaRPr sz="1800">
              <a:latin typeface="Microsoft YaHei UI"/>
              <a:cs typeface="Microsoft YaHei UI"/>
            </a:endParaRPr>
          </a:p>
          <a:p>
            <a:pPr>
              <a:lnSpc>
                <a:spcPct val="100000"/>
              </a:lnSpc>
              <a:spcBef>
                <a:spcPts val="25"/>
              </a:spcBef>
            </a:pPr>
            <a:endParaRPr sz="1600">
              <a:latin typeface="Microsoft YaHei UI"/>
              <a:cs typeface="Microsoft YaHei UI"/>
            </a:endParaRPr>
          </a:p>
          <a:p>
            <a:pPr marL="454025" algn="ctr">
              <a:lnSpc>
                <a:spcPct val="100000"/>
              </a:lnSpc>
              <a:spcBef>
                <a:spcPts val="5"/>
              </a:spcBef>
            </a:pPr>
            <a:r>
              <a:rPr sz="1500" b="1" dirty="0">
                <a:solidFill>
                  <a:srgbClr val="5E5E5E"/>
                </a:solidFill>
                <a:latin typeface="Microsoft YaHei UI"/>
                <a:cs typeface="Microsoft YaHei UI"/>
              </a:rPr>
              <a:t>日本国内で</a:t>
            </a:r>
            <a:r>
              <a:rPr sz="1500" b="1" spc="-5" dirty="0">
                <a:solidFill>
                  <a:srgbClr val="5E5E5E"/>
                </a:solidFill>
                <a:latin typeface="Microsoft YaHei UI"/>
                <a:cs typeface="Microsoft YaHei UI"/>
              </a:rPr>
              <a:t>7</a:t>
            </a:r>
            <a:r>
              <a:rPr sz="1500" b="1" dirty="0">
                <a:solidFill>
                  <a:srgbClr val="5E5E5E"/>
                </a:solidFill>
                <a:latin typeface="Microsoft YaHei UI"/>
                <a:cs typeface="Microsoft YaHei UI"/>
              </a:rPr>
              <a:t>割以</a:t>
            </a:r>
            <a:r>
              <a:rPr sz="1500" b="1" spc="-5" dirty="0">
                <a:solidFill>
                  <a:srgbClr val="5E5E5E"/>
                </a:solidFill>
                <a:latin typeface="Microsoft YaHei UI"/>
                <a:cs typeface="Microsoft YaHei UI"/>
              </a:rPr>
              <a:t>上</a:t>
            </a:r>
            <a:r>
              <a:rPr sz="1500" b="1" dirty="0">
                <a:solidFill>
                  <a:srgbClr val="5E5E5E"/>
                </a:solidFill>
                <a:latin typeface="Microsoft YaHei UI"/>
                <a:cs typeface="Microsoft YaHei UI"/>
              </a:rPr>
              <a:t>の利用者を抱え、SN</a:t>
            </a:r>
            <a:r>
              <a:rPr sz="1500" b="1" spc="-10" dirty="0">
                <a:solidFill>
                  <a:srgbClr val="5E5E5E"/>
                </a:solidFill>
                <a:latin typeface="Microsoft YaHei UI"/>
                <a:cs typeface="Microsoft YaHei UI"/>
              </a:rPr>
              <a:t>S</a:t>
            </a:r>
            <a:r>
              <a:rPr sz="1500" b="1" dirty="0">
                <a:solidFill>
                  <a:srgbClr val="5E5E5E"/>
                </a:solidFill>
                <a:latin typeface="Microsoft YaHei UI"/>
                <a:cs typeface="Microsoft YaHei UI"/>
              </a:rPr>
              <a:t>の中で圧倒的なシェアを誇る。</a:t>
            </a:r>
            <a:endParaRPr sz="1500">
              <a:latin typeface="Microsoft YaHei UI"/>
              <a:cs typeface="Microsoft YaHei UI"/>
            </a:endParaRPr>
          </a:p>
          <a:p>
            <a:pPr marL="146685" algn="ctr">
              <a:lnSpc>
                <a:spcPct val="100000"/>
              </a:lnSpc>
              <a:spcBef>
                <a:spcPts val="900"/>
              </a:spcBef>
            </a:pPr>
            <a:r>
              <a:rPr sz="1500" b="1" spc="-5" dirty="0">
                <a:solidFill>
                  <a:srgbClr val="5E5E5E"/>
                </a:solidFill>
                <a:latin typeface="Microsoft YaHei UI"/>
                <a:cs typeface="Microsoft YaHei UI"/>
              </a:rPr>
              <a:t>LINE</a:t>
            </a:r>
            <a:r>
              <a:rPr sz="1500" spc="10" dirty="0">
                <a:solidFill>
                  <a:srgbClr val="5E5E5E"/>
                </a:solidFill>
                <a:latin typeface="MS PGothic"/>
                <a:cs typeface="MS PGothic"/>
              </a:rPr>
              <a:t>でしか</a:t>
            </a:r>
            <a:r>
              <a:rPr sz="1500" spc="5" dirty="0">
                <a:solidFill>
                  <a:srgbClr val="5E5E5E"/>
                </a:solidFill>
                <a:latin typeface="MS PGothic"/>
                <a:cs typeface="MS PGothic"/>
              </a:rPr>
              <a:t>リー</a:t>
            </a:r>
            <a:r>
              <a:rPr sz="1500" spc="10" dirty="0">
                <a:solidFill>
                  <a:srgbClr val="5E5E5E"/>
                </a:solidFill>
                <a:latin typeface="MS PGothic"/>
                <a:cs typeface="MS PGothic"/>
              </a:rPr>
              <a:t>チで</a:t>
            </a:r>
            <a:r>
              <a:rPr sz="1500" dirty="0">
                <a:solidFill>
                  <a:srgbClr val="5E5E5E"/>
                </a:solidFill>
                <a:latin typeface="MS PGothic"/>
                <a:cs typeface="MS PGothic"/>
              </a:rPr>
              <a:t>き</a:t>
            </a:r>
            <a:r>
              <a:rPr sz="1500" spc="-5" dirty="0">
                <a:solidFill>
                  <a:srgbClr val="5E5E5E"/>
                </a:solidFill>
                <a:latin typeface="MS PGothic"/>
                <a:cs typeface="MS PGothic"/>
              </a:rPr>
              <a:t>な</a:t>
            </a:r>
            <a:r>
              <a:rPr sz="1500" spc="10" dirty="0">
                <a:solidFill>
                  <a:srgbClr val="5E5E5E"/>
                </a:solidFill>
                <a:latin typeface="MS PGothic"/>
                <a:cs typeface="MS PGothic"/>
              </a:rPr>
              <a:t>い</a:t>
            </a:r>
            <a:r>
              <a:rPr sz="1500" spc="-5" dirty="0">
                <a:solidFill>
                  <a:srgbClr val="5E5E5E"/>
                </a:solidFill>
                <a:latin typeface="MS PGothic"/>
                <a:cs typeface="MS PGothic"/>
              </a:rPr>
              <a:t>ス</a:t>
            </a:r>
            <a:r>
              <a:rPr sz="1500" spc="15" dirty="0">
                <a:solidFill>
                  <a:srgbClr val="5E5E5E"/>
                </a:solidFill>
                <a:latin typeface="MS PGothic"/>
                <a:cs typeface="MS PGothic"/>
              </a:rPr>
              <a:t>マ</a:t>
            </a:r>
            <a:r>
              <a:rPr sz="1500" dirty="0">
                <a:solidFill>
                  <a:srgbClr val="5E5E5E"/>
                </a:solidFill>
                <a:latin typeface="MS PGothic"/>
                <a:cs typeface="MS PGothic"/>
              </a:rPr>
              <a:t>ホ</a:t>
            </a:r>
            <a:r>
              <a:rPr sz="1500" spc="5" dirty="0">
                <a:solidFill>
                  <a:srgbClr val="5E5E5E"/>
                </a:solidFill>
                <a:latin typeface="MS PGothic"/>
                <a:cs typeface="MS PGothic"/>
              </a:rPr>
              <a:t>ユ</a:t>
            </a:r>
            <a:r>
              <a:rPr sz="1500" dirty="0">
                <a:solidFill>
                  <a:srgbClr val="5E5E5E"/>
                </a:solidFill>
                <a:latin typeface="MS PGothic"/>
                <a:cs typeface="MS PGothic"/>
              </a:rPr>
              <a:t>ー</a:t>
            </a:r>
            <a:r>
              <a:rPr sz="1500" spc="5" dirty="0">
                <a:solidFill>
                  <a:srgbClr val="5E5E5E"/>
                </a:solidFill>
                <a:latin typeface="MS PGothic"/>
                <a:cs typeface="MS PGothic"/>
              </a:rPr>
              <a:t>ザー</a:t>
            </a:r>
            <a:r>
              <a:rPr sz="1500" dirty="0">
                <a:solidFill>
                  <a:srgbClr val="5E5E5E"/>
                </a:solidFill>
                <a:latin typeface="MS PGothic"/>
                <a:cs typeface="MS PGothic"/>
              </a:rPr>
              <a:t>も</a:t>
            </a:r>
            <a:r>
              <a:rPr sz="1500" spc="15" dirty="0">
                <a:solidFill>
                  <a:srgbClr val="5E5E5E"/>
                </a:solidFill>
                <a:latin typeface="MS PGothic"/>
                <a:cs typeface="MS PGothic"/>
              </a:rPr>
              <a:t>多</a:t>
            </a:r>
            <a:r>
              <a:rPr sz="1500" dirty="0">
                <a:solidFill>
                  <a:srgbClr val="5E5E5E"/>
                </a:solidFill>
                <a:latin typeface="MS PGothic"/>
                <a:cs typeface="MS PGothic"/>
              </a:rPr>
              <a:t>い</a:t>
            </a:r>
            <a:endParaRPr sz="1500">
              <a:latin typeface="MS PGothic"/>
              <a:cs typeface="MS PGothic"/>
            </a:endParaRPr>
          </a:p>
          <a:p>
            <a:pPr>
              <a:lnSpc>
                <a:spcPct val="100000"/>
              </a:lnSpc>
              <a:spcBef>
                <a:spcPts val="25"/>
              </a:spcBef>
            </a:pPr>
            <a:endParaRPr sz="1500">
              <a:latin typeface="MS PGothic"/>
              <a:cs typeface="MS PGothic"/>
            </a:endParaRPr>
          </a:p>
          <a:p>
            <a:pPr marL="598170">
              <a:lnSpc>
                <a:spcPct val="100000"/>
              </a:lnSpc>
              <a:tabLst>
                <a:tab pos="1567180" algn="l"/>
                <a:tab pos="4264660" algn="l"/>
                <a:tab pos="4764405" algn="l"/>
                <a:tab pos="5454015" algn="l"/>
                <a:tab pos="8430895" algn="l"/>
              </a:tabLst>
            </a:pPr>
            <a:r>
              <a:rPr sz="1100" u="heavy" dirty="0">
                <a:solidFill>
                  <a:srgbClr val="5E5E5E"/>
                </a:solidFill>
                <a:uFill>
                  <a:solidFill>
                    <a:srgbClr val="4B85AF"/>
                  </a:solidFill>
                </a:uFill>
                <a:latin typeface="Times New Roman"/>
                <a:cs typeface="Times New Roman"/>
              </a:rPr>
              <a:t> 	</a:t>
            </a:r>
            <a:r>
              <a:rPr sz="1100" b="1" u="heavy" spc="20" dirty="0">
                <a:solidFill>
                  <a:srgbClr val="5E5E5E"/>
                </a:solidFill>
                <a:uFill>
                  <a:solidFill>
                    <a:srgbClr val="4B85AF"/>
                  </a:solidFill>
                </a:uFill>
                <a:latin typeface="Microsoft YaHei UI"/>
                <a:cs typeface="Microsoft YaHei UI"/>
              </a:rPr>
              <a:t>他SNSとのユーザ</a:t>
            </a:r>
            <a:r>
              <a:rPr sz="1100" b="1" u="heavy" spc="25" dirty="0">
                <a:solidFill>
                  <a:srgbClr val="5E5E5E"/>
                </a:solidFill>
                <a:uFill>
                  <a:solidFill>
                    <a:srgbClr val="4B85AF"/>
                  </a:solidFill>
                </a:uFill>
                <a:latin typeface="Microsoft YaHei UI"/>
                <a:cs typeface="Microsoft YaHei UI"/>
              </a:rPr>
              <a:t>ー</a:t>
            </a:r>
            <a:r>
              <a:rPr sz="1100" b="1" u="heavy" spc="20" dirty="0">
                <a:solidFill>
                  <a:srgbClr val="5E5E5E"/>
                </a:solidFill>
                <a:uFill>
                  <a:solidFill>
                    <a:srgbClr val="4B85AF"/>
                  </a:solidFill>
                </a:uFill>
                <a:latin typeface="Microsoft YaHei UI"/>
                <a:cs typeface="Microsoft YaHei UI"/>
              </a:rPr>
              <a:t>数比</a:t>
            </a:r>
            <a:r>
              <a:rPr sz="1100" b="1" u="heavy" spc="15" dirty="0">
                <a:solidFill>
                  <a:srgbClr val="5E5E5E"/>
                </a:solidFill>
                <a:uFill>
                  <a:solidFill>
                    <a:srgbClr val="4B85AF"/>
                  </a:solidFill>
                </a:uFill>
                <a:latin typeface="Microsoft YaHei UI"/>
                <a:cs typeface="Microsoft YaHei UI"/>
              </a:rPr>
              <a:t>較	</a:t>
            </a:r>
            <a:r>
              <a:rPr sz="1100" b="1" spc="15" dirty="0">
                <a:solidFill>
                  <a:srgbClr val="5E5E5E"/>
                </a:solidFill>
                <a:latin typeface="Microsoft YaHei UI"/>
                <a:cs typeface="Microsoft YaHei UI"/>
              </a:rPr>
              <a:t>	</a:t>
            </a:r>
            <a:r>
              <a:rPr sz="1100" u="heavy" spc="15" dirty="0">
                <a:solidFill>
                  <a:srgbClr val="5E5E5E"/>
                </a:solidFill>
                <a:uFill>
                  <a:solidFill>
                    <a:srgbClr val="4B85AF"/>
                  </a:solidFill>
                </a:uFill>
                <a:latin typeface="Times New Roman"/>
                <a:cs typeface="Times New Roman"/>
              </a:rPr>
              <a:t> 	</a:t>
            </a:r>
            <a:r>
              <a:rPr sz="1100" b="1" u="heavy" spc="20" dirty="0">
                <a:solidFill>
                  <a:srgbClr val="5E5E5E"/>
                </a:solidFill>
                <a:uFill>
                  <a:solidFill>
                    <a:srgbClr val="4B85AF"/>
                  </a:solidFill>
                </a:uFill>
                <a:latin typeface="Microsoft YaHei UI"/>
                <a:cs typeface="Microsoft YaHei UI"/>
              </a:rPr>
              <a:t>スマホユーザ</a:t>
            </a:r>
            <a:r>
              <a:rPr sz="1100" b="1" u="heavy" spc="15" dirty="0">
                <a:solidFill>
                  <a:srgbClr val="5E5E5E"/>
                </a:solidFill>
                <a:uFill>
                  <a:solidFill>
                    <a:srgbClr val="4B85AF"/>
                  </a:solidFill>
                </a:uFill>
                <a:latin typeface="Microsoft YaHei UI"/>
                <a:cs typeface="Microsoft YaHei UI"/>
              </a:rPr>
              <a:t>ー</a:t>
            </a:r>
            <a:r>
              <a:rPr sz="1100" b="1" u="heavy" spc="25" dirty="0">
                <a:solidFill>
                  <a:srgbClr val="5E5E5E"/>
                </a:solidFill>
                <a:uFill>
                  <a:solidFill>
                    <a:srgbClr val="4B85AF"/>
                  </a:solidFill>
                </a:uFill>
                <a:latin typeface="Microsoft YaHei UI"/>
                <a:cs typeface="Microsoft YaHei UI"/>
              </a:rPr>
              <a:t>が</a:t>
            </a:r>
            <a:r>
              <a:rPr sz="1100" b="1" u="heavy" spc="10" dirty="0">
                <a:solidFill>
                  <a:srgbClr val="5E5E5E"/>
                </a:solidFill>
                <a:uFill>
                  <a:solidFill>
                    <a:srgbClr val="4B85AF"/>
                  </a:solidFill>
                </a:uFill>
                <a:latin typeface="Microsoft YaHei UI"/>
                <a:cs typeface="Microsoft YaHei UI"/>
              </a:rPr>
              <a:t>利</a:t>
            </a:r>
            <a:r>
              <a:rPr sz="1100" b="1" u="heavy" spc="20" dirty="0">
                <a:solidFill>
                  <a:srgbClr val="5E5E5E"/>
                </a:solidFill>
                <a:uFill>
                  <a:solidFill>
                    <a:srgbClr val="4B85AF"/>
                  </a:solidFill>
                </a:uFill>
                <a:latin typeface="Microsoft YaHei UI"/>
                <a:cs typeface="Microsoft YaHei UI"/>
              </a:rPr>
              <a:t>用</a:t>
            </a:r>
            <a:r>
              <a:rPr sz="1100" b="1" u="heavy" spc="-75" dirty="0">
                <a:solidFill>
                  <a:srgbClr val="5E5E5E"/>
                </a:solidFill>
                <a:uFill>
                  <a:solidFill>
                    <a:srgbClr val="4B85AF"/>
                  </a:solidFill>
                </a:uFill>
                <a:latin typeface="Microsoft YaHei UI"/>
                <a:cs typeface="Microsoft YaHei UI"/>
              </a:rPr>
              <a:t>し</a:t>
            </a:r>
            <a:r>
              <a:rPr sz="1100" b="1" u="heavy" spc="-60" dirty="0">
                <a:solidFill>
                  <a:srgbClr val="5E5E5E"/>
                </a:solidFill>
                <a:uFill>
                  <a:solidFill>
                    <a:srgbClr val="4B85AF"/>
                  </a:solidFill>
                </a:uFill>
                <a:latin typeface="Microsoft YaHei UI"/>
                <a:cs typeface="Microsoft YaHei UI"/>
              </a:rPr>
              <a:t>ている</a:t>
            </a:r>
            <a:r>
              <a:rPr sz="1100" b="1" u="heavy" spc="25" dirty="0">
                <a:solidFill>
                  <a:srgbClr val="5E5E5E"/>
                </a:solidFill>
                <a:uFill>
                  <a:solidFill>
                    <a:srgbClr val="4B85AF"/>
                  </a:solidFill>
                </a:uFill>
                <a:latin typeface="Microsoft YaHei UI"/>
                <a:cs typeface="Microsoft YaHei UI"/>
              </a:rPr>
              <a:t>SNS	</a:t>
            </a:r>
            <a:endParaRPr sz="1100">
              <a:latin typeface="Microsoft YaHei UI"/>
              <a:cs typeface="Microsoft YaHei UI"/>
            </a:endParaRPr>
          </a:p>
        </p:txBody>
      </p:sp>
      <p:pic>
        <p:nvPicPr>
          <p:cNvPr id="3" name="object 3"/>
          <p:cNvPicPr/>
          <p:nvPr/>
        </p:nvPicPr>
        <p:blipFill>
          <a:blip r:embed="rId2" cstate="print"/>
          <a:stretch>
            <a:fillRect/>
          </a:stretch>
        </p:blipFill>
        <p:spPr>
          <a:xfrm>
            <a:off x="585318" y="5616681"/>
            <a:ext cx="1755431" cy="83778"/>
          </a:xfrm>
          <a:prstGeom prst="rect">
            <a:avLst/>
          </a:prstGeom>
        </p:spPr>
      </p:pic>
      <p:grpSp>
        <p:nvGrpSpPr>
          <p:cNvPr id="4" name="object 4"/>
          <p:cNvGrpSpPr/>
          <p:nvPr/>
        </p:nvGrpSpPr>
        <p:grpSpPr>
          <a:xfrm>
            <a:off x="981455" y="3132582"/>
            <a:ext cx="2887980" cy="2157095"/>
            <a:chOff x="981455" y="3132582"/>
            <a:chExt cx="2887980" cy="2157095"/>
          </a:xfrm>
        </p:grpSpPr>
        <p:sp>
          <p:nvSpPr>
            <p:cNvPr id="5" name="object 5"/>
            <p:cNvSpPr/>
            <p:nvPr/>
          </p:nvSpPr>
          <p:spPr>
            <a:xfrm>
              <a:off x="1026413" y="3132582"/>
              <a:ext cx="2796540" cy="2152015"/>
            </a:xfrm>
            <a:custGeom>
              <a:avLst/>
              <a:gdLst/>
              <a:ahLst/>
              <a:cxnLst/>
              <a:rect l="l" t="t" r="r" b="b"/>
              <a:pathLst>
                <a:path w="2796540" h="2152015">
                  <a:moveTo>
                    <a:pt x="0" y="2151633"/>
                  </a:moveTo>
                  <a:lnTo>
                    <a:pt x="0" y="0"/>
                  </a:lnTo>
                </a:path>
                <a:path w="2796540" h="2152015">
                  <a:moveTo>
                    <a:pt x="0" y="2151633"/>
                  </a:moveTo>
                  <a:lnTo>
                    <a:pt x="2796413" y="2151633"/>
                  </a:lnTo>
                </a:path>
              </a:pathLst>
            </a:custGeom>
            <a:ln w="10470">
              <a:solidFill>
                <a:srgbClr val="000000"/>
              </a:solidFill>
            </a:ln>
          </p:spPr>
          <p:txBody>
            <a:bodyPr wrap="square" lIns="0" tIns="0" rIns="0" bIns="0" rtlCol="0"/>
            <a:lstStyle/>
            <a:p>
              <a:endParaRPr/>
            </a:p>
          </p:txBody>
        </p:sp>
        <p:sp>
          <p:nvSpPr>
            <p:cNvPr id="6" name="object 6"/>
            <p:cNvSpPr/>
            <p:nvPr/>
          </p:nvSpPr>
          <p:spPr>
            <a:xfrm>
              <a:off x="1029461" y="4615434"/>
              <a:ext cx="2793365" cy="47625"/>
            </a:xfrm>
            <a:custGeom>
              <a:avLst/>
              <a:gdLst/>
              <a:ahLst/>
              <a:cxnLst/>
              <a:rect l="l" t="t" r="r" b="b"/>
              <a:pathLst>
                <a:path w="2793365" h="47625">
                  <a:moveTo>
                    <a:pt x="0" y="23495"/>
                  </a:moveTo>
                  <a:lnTo>
                    <a:pt x="698373" y="0"/>
                  </a:lnTo>
                  <a:lnTo>
                    <a:pt x="1396619" y="0"/>
                  </a:lnTo>
                  <a:lnTo>
                    <a:pt x="2094992" y="47117"/>
                  </a:lnTo>
                  <a:lnTo>
                    <a:pt x="2793365" y="47117"/>
                  </a:lnTo>
                </a:path>
              </a:pathLst>
            </a:custGeom>
            <a:ln w="62824">
              <a:solidFill>
                <a:srgbClr val="466CAC"/>
              </a:solidFill>
            </a:ln>
          </p:spPr>
          <p:txBody>
            <a:bodyPr wrap="square" lIns="0" tIns="0" rIns="0" bIns="0" rtlCol="0"/>
            <a:lstStyle/>
            <a:p>
              <a:endParaRPr/>
            </a:p>
          </p:txBody>
        </p:sp>
        <p:pic>
          <p:nvPicPr>
            <p:cNvPr id="7" name="object 7"/>
            <p:cNvPicPr/>
            <p:nvPr/>
          </p:nvPicPr>
          <p:blipFill>
            <a:blip r:embed="rId3" cstate="print"/>
            <a:stretch>
              <a:fillRect/>
            </a:stretch>
          </p:blipFill>
          <p:spPr>
            <a:xfrm>
              <a:off x="981455" y="4590288"/>
              <a:ext cx="94487" cy="96012"/>
            </a:xfrm>
            <a:prstGeom prst="rect">
              <a:avLst/>
            </a:prstGeom>
          </p:spPr>
        </p:pic>
        <p:pic>
          <p:nvPicPr>
            <p:cNvPr id="8" name="object 8"/>
            <p:cNvPicPr/>
            <p:nvPr/>
          </p:nvPicPr>
          <p:blipFill>
            <a:blip r:embed="rId3" cstate="print"/>
            <a:stretch>
              <a:fillRect/>
            </a:stretch>
          </p:blipFill>
          <p:spPr>
            <a:xfrm>
              <a:off x="1679447" y="4567428"/>
              <a:ext cx="94487" cy="94487"/>
            </a:xfrm>
            <a:prstGeom prst="rect">
              <a:avLst/>
            </a:prstGeom>
          </p:spPr>
        </p:pic>
        <p:pic>
          <p:nvPicPr>
            <p:cNvPr id="9" name="object 9"/>
            <p:cNvPicPr/>
            <p:nvPr/>
          </p:nvPicPr>
          <p:blipFill>
            <a:blip r:embed="rId3" cstate="print"/>
            <a:stretch>
              <a:fillRect/>
            </a:stretch>
          </p:blipFill>
          <p:spPr>
            <a:xfrm>
              <a:off x="2377439" y="4567429"/>
              <a:ext cx="96012" cy="94486"/>
            </a:xfrm>
            <a:prstGeom prst="rect">
              <a:avLst/>
            </a:prstGeom>
          </p:spPr>
        </p:pic>
        <p:pic>
          <p:nvPicPr>
            <p:cNvPr id="10" name="object 10"/>
            <p:cNvPicPr/>
            <p:nvPr/>
          </p:nvPicPr>
          <p:blipFill>
            <a:blip r:embed="rId3" cstate="print"/>
            <a:stretch>
              <a:fillRect/>
            </a:stretch>
          </p:blipFill>
          <p:spPr>
            <a:xfrm>
              <a:off x="3075432" y="4614673"/>
              <a:ext cx="96010" cy="96010"/>
            </a:xfrm>
            <a:prstGeom prst="rect">
              <a:avLst/>
            </a:prstGeom>
          </p:spPr>
        </p:pic>
        <p:pic>
          <p:nvPicPr>
            <p:cNvPr id="11" name="object 11"/>
            <p:cNvPicPr/>
            <p:nvPr/>
          </p:nvPicPr>
          <p:blipFill>
            <a:blip r:embed="rId3" cstate="print"/>
            <a:stretch>
              <a:fillRect/>
            </a:stretch>
          </p:blipFill>
          <p:spPr>
            <a:xfrm>
              <a:off x="3774948" y="4614672"/>
              <a:ext cx="94487" cy="96012"/>
            </a:xfrm>
            <a:prstGeom prst="rect">
              <a:avLst/>
            </a:prstGeom>
          </p:spPr>
        </p:pic>
        <p:sp>
          <p:nvSpPr>
            <p:cNvPr id="12" name="object 12"/>
            <p:cNvSpPr/>
            <p:nvPr/>
          </p:nvSpPr>
          <p:spPr>
            <a:xfrm>
              <a:off x="1029461" y="4496562"/>
              <a:ext cx="2793365" cy="501650"/>
            </a:xfrm>
            <a:custGeom>
              <a:avLst/>
              <a:gdLst/>
              <a:ahLst/>
              <a:cxnLst/>
              <a:rect l="l" t="t" r="r" b="b"/>
              <a:pathLst>
                <a:path w="2793365" h="501650">
                  <a:moveTo>
                    <a:pt x="0" y="501269"/>
                  </a:moveTo>
                  <a:lnTo>
                    <a:pt x="698373" y="310261"/>
                  </a:lnTo>
                  <a:lnTo>
                    <a:pt x="1396619" y="95504"/>
                  </a:lnTo>
                  <a:lnTo>
                    <a:pt x="2094992" y="0"/>
                  </a:lnTo>
                  <a:lnTo>
                    <a:pt x="2793365" y="0"/>
                  </a:lnTo>
                </a:path>
              </a:pathLst>
            </a:custGeom>
            <a:ln w="62824">
              <a:solidFill>
                <a:srgbClr val="EB4A61"/>
              </a:solidFill>
            </a:ln>
          </p:spPr>
          <p:txBody>
            <a:bodyPr wrap="square" lIns="0" tIns="0" rIns="0" bIns="0" rtlCol="0"/>
            <a:lstStyle/>
            <a:p>
              <a:endParaRPr/>
            </a:p>
          </p:txBody>
        </p:sp>
        <p:pic>
          <p:nvPicPr>
            <p:cNvPr id="13" name="object 13"/>
            <p:cNvPicPr/>
            <p:nvPr/>
          </p:nvPicPr>
          <p:blipFill>
            <a:blip r:embed="rId4" cstate="print"/>
            <a:stretch>
              <a:fillRect/>
            </a:stretch>
          </p:blipFill>
          <p:spPr>
            <a:xfrm>
              <a:off x="981455" y="4949952"/>
              <a:ext cx="94487" cy="94487"/>
            </a:xfrm>
            <a:prstGeom prst="rect">
              <a:avLst/>
            </a:prstGeom>
          </p:spPr>
        </p:pic>
        <p:pic>
          <p:nvPicPr>
            <p:cNvPr id="14" name="object 14"/>
            <p:cNvPicPr/>
            <p:nvPr/>
          </p:nvPicPr>
          <p:blipFill>
            <a:blip r:embed="rId5" cstate="print"/>
            <a:stretch>
              <a:fillRect/>
            </a:stretch>
          </p:blipFill>
          <p:spPr>
            <a:xfrm>
              <a:off x="1679447" y="4757928"/>
              <a:ext cx="94487" cy="96012"/>
            </a:xfrm>
            <a:prstGeom prst="rect">
              <a:avLst/>
            </a:prstGeom>
          </p:spPr>
        </p:pic>
        <p:pic>
          <p:nvPicPr>
            <p:cNvPr id="15" name="object 15"/>
            <p:cNvPicPr/>
            <p:nvPr/>
          </p:nvPicPr>
          <p:blipFill>
            <a:blip r:embed="rId4" cstate="print"/>
            <a:stretch>
              <a:fillRect/>
            </a:stretch>
          </p:blipFill>
          <p:spPr>
            <a:xfrm>
              <a:off x="2377439" y="4543044"/>
              <a:ext cx="96012" cy="96012"/>
            </a:xfrm>
            <a:prstGeom prst="rect">
              <a:avLst/>
            </a:prstGeom>
          </p:spPr>
        </p:pic>
        <p:pic>
          <p:nvPicPr>
            <p:cNvPr id="16" name="object 16"/>
            <p:cNvPicPr/>
            <p:nvPr/>
          </p:nvPicPr>
          <p:blipFill>
            <a:blip r:embed="rId4" cstate="print"/>
            <a:stretch>
              <a:fillRect/>
            </a:stretch>
          </p:blipFill>
          <p:spPr>
            <a:xfrm>
              <a:off x="3075432" y="4447033"/>
              <a:ext cx="96010" cy="96010"/>
            </a:xfrm>
            <a:prstGeom prst="rect">
              <a:avLst/>
            </a:prstGeom>
          </p:spPr>
        </p:pic>
        <p:pic>
          <p:nvPicPr>
            <p:cNvPr id="17" name="object 17"/>
            <p:cNvPicPr/>
            <p:nvPr/>
          </p:nvPicPr>
          <p:blipFill>
            <a:blip r:embed="rId4" cstate="print"/>
            <a:stretch>
              <a:fillRect/>
            </a:stretch>
          </p:blipFill>
          <p:spPr>
            <a:xfrm>
              <a:off x="3774948" y="4447032"/>
              <a:ext cx="94487" cy="96012"/>
            </a:xfrm>
            <a:prstGeom prst="rect">
              <a:avLst/>
            </a:prstGeom>
          </p:spPr>
        </p:pic>
        <p:sp>
          <p:nvSpPr>
            <p:cNvPr id="18" name="object 18"/>
            <p:cNvSpPr/>
            <p:nvPr/>
          </p:nvSpPr>
          <p:spPr>
            <a:xfrm>
              <a:off x="1029461" y="4208526"/>
              <a:ext cx="2793365" cy="120650"/>
            </a:xfrm>
            <a:custGeom>
              <a:avLst/>
              <a:gdLst/>
              <a:ahLst/>
              <a:cxnLst/>
              <a:rect l="l" t="t" r="r" b="b"/>
              <a:pathLst>
                <a:path w="2793365" h="120650">
                  <a:moveTo>
                    <a:pt x="0" y="120268"/>
                  </a:moveTo>
                  <a:lnTo>
                    <a:pt x="698373" y="0"/>
                  </a:lnTo>
                  <a:lnTo>
                    <a:pt x="1396619" y="0"/>
                  </a:lnTo>
                  <a:lnTo>
                    <a:pt x="2094992" y="0"/>
                  </a:lnTo>
                  <a:lnTo>
                    <a:pt x="2793365" y="0"/>
                  </a:lnTo>
                </a:path>
              </a:pathLst>
            </a:custGeom>
            <a:ln w="62824">
              <a:solidFill>
                <a:srgbClr val="2CA0F5"/>
              </a:solidFill>
            </a:ln>
          </p:spPr>
          <p:txBody>
            <a:bodyPr wrap="square" lIns="0" tIns="0" rIns="0" bIns="0" rtlCol="0"/>
            <a:lstStyle/>
            <a:p>
              <a:endParaRPr/>
            </a:p>
          </p:txBody>
        </p:sp>
        <p:pic>
          <p:nvPicPr>
            <p:cNvPr id="19" name="object 19"/>
            <p:cNvPicPr/>
            <p:nvPr/>
          </p:nvPicPr>
          <p:blipFill>
            <a:blip r:embed="rId6" cstate="print"/>
            <a:stretch>
              <a:fillRect/>
            </a:stretch>
          </p:blipFill>
          <p:spPr>
            <a:xfrm>
              <a:off x="981455" y="4280917"/>
              <a:ext cx="94487" cy="94486"/>
            </a:xfrm>
            <a:prstGeom prst="rect">
              <a:avLst/>
            </a:prstGeom>
          </p:spPr>
        </p:pic>
        <p:pic>
          <p:nvPicPr>
            <p:cNvPr id="20" name="object 20"/>
            <p:cNvPicPr/>
            <p:nvPr/>
          </p:nvPicPr>
          <p:blipFill>
            <a:blip r:embed="rId6" cstate="print"/>
            <a:stretch>
              <a:fillRect/>
            </a:stretch>
          </p:blipFill>
          <p:spPr>
            <a:xfrm>
              <a:off x="1679447" y="4160521"/>
              <a:ext cx="94487" cy="96010"/>
            </a:xfrm>
            <a:prstGeom prst="rect">
              <a:avLst/>
            </a:prstGeom>
          </p:spPr>
        </p:pic>
        <p:pic>
          <p:nvPicPr>
            <p:cNvPr id="21" name="object 21"/>
            <p:cNvPicPr/>
            <p:nvPr/>
          </p:nvPicPr>
          <p:blipFill>
            <a:blip r:embed="rId6" cstate="print"/>
            <a:stretch>
              <a:fillRect/>
            </a:stretch>
          </p:blipFill>
          <p:spPr>
            <a:xfrm>
              <a:off x="2377439" y="4160520"/>
              <a:ext cx="96012" cy="96012"/>
            </a:xfrm>
            <a:prstGeom prst="rect">
              <a:avLst/>
            </a:prstGeom>
          </p:spPr>
        </p:pic>
        <p:pic>
          <p:nvPicPr>
            <p:cNvPr id="22" name="object 22"/>
            <p:cNvPicPr/>
            <p:nvPr/>
          </p:nvPicPr>
          <p:blipFill>
            <a:blip r:embed="rId6" cstate="print"/>
            <a:stretch>
              <a:fillRect/>
            </a:stretch>
          </p:blipFill>
          <p:spPr>
            <a:xfrm>
              <a:off x="3075432" y="4160520"/>
              <a:ext cx="96010" cy="96012"/>
            </a:xfrm>
            <a:prstGeom prst="rect">
              <a:avLst/>
            </a:prstGeom>
          </p:spPr>
        </p:pic>
        <p:pic>
          <p:nvPicPr>
            <p:cNvPr id="23" name="object 23"/>
            <p:cNvPicPr/>
            <p:nvPr/>
          </p:nvPicPr>
          <p:blipFill>
            <a:blip r:embed="rId6" cstate="print"/>
            <a:stretch>
              <a:fillRect/>
            </a:stretch>
          </p:blipFill>
          <p:spPr>
            <a:xfrm>
              <a:off x="3774948" y="4160521"/>
              <a:ext cx="94487" cy="96010"/>
            </a:xfrm>
            <a:prstGeom prst="rect">
              <a:avLst/>
            </a:prstGeom>
          </p:spPr>
        </p:pic>
        <p:sp>
          <p:nvSpPr>
            <p:cNvPr id="24" name="object 24"/>
            <p:cNvSpPr/>
            <p:nvPr/>
          </p:nvSpPr>
          <p:spPr>
            <a:xfrm>
              <a:off x="1029461" y="3230118"/>
              <a:ext cx="2793365" cy="429895"/>
            </a:xfrm>
            <a:custGeom>
              <a:avLst/>
              <a:gdLst/>
              <a:ahLst/>
              <a:cxnLst/>
              <a:rect l="l" t="t" r="r" b="b"/>
              <a:pathLst>
                <a:path w="2793365" h="429895">
                  <a:moveTo>
                    <a:pt x="0" y="429514"/>
                  </a:moveTo>
                  <a:lnTo>
                    <a:pt x="698373" y="357886"/>
                  </a:lnTo>
                  <a:lnTo>
                    <a:pt x="1396619" y="167005"/>
                  </a:lnTo>
                  <a:lnTo>
                    <a:pt x="2094992" y="95504"/>
                  </a:lnTo>
                  <a:lnTo>
                    <a:pt x="2793365" y="0"/>
                  </a:lnTo>
                </a:path>
              </a:pathLst>
            </a:custGeom>
            <a:ln w="62824">
              <a:solidFill>
                <a:srgbClr val="21B81F"/>
              </a:solidFill>
            </a:ln>
          </p:spPr>
          <p:txBody>
            <a:bodyPr wrap="square" lIns="0" tIns="0" rIns="0" bIns="0" rtlCol="0"/>
            <a:lstStyle/>
            <a:p>
              <a:endParaRPr/>
            </a:p>
          </p:txBody>
        </p:sp>
        <p:pic>
          <p:nvPicPr>
            <p:cNvPr id="25" name="object 25"/>
            <p:cNvPicPr/>
            <p:nvPr/>
          </p:nvPicPr>
          <p:blipFill>
            <a:blip r:embed="rId7" cstate="print"/>
            <a:stretch>
              <a:fillRect/>
            </a:stretch>
          </p:blipFill>
          <p:spPr>
            <a:xfrm>
              <a:off x="981455" y="3611880"/>
              <a:ext cx="94487" cy="94487"/>
            </a:xfrm>
            <a:prstGeom prst="rect">
              <a:avLst/>
            </a:prstGeom>
          </p:spPr>
        </p:pic>
        <p:pic>
          <p:nvPicPr>
            <p:cNvPr id="26" name="object 26"/>
            <p:cNvPicPr/>
            <p:nvPr/>
          </p:nvPicPr>
          <p:blipFill>
            <a:blip r:embed="rId7" cstate="print"/>
            <a:stretch>
              <a:fillRect/>
            </a:stretch>
          </p:blipFill>
          <p:spPr>
            <a:xfrm>
              <a:off x="1679447" y="3540253"/>
              <a:ext cx="94487" cy="94486"/>
            </a:xfrm>
            <a:prstGeom prst="rect">
              <a:avLst/>
            </a:prstGeom>
          </p:spPr>
        </p:pic>
        <p:pic>
          <p:nvPicPr>
            <p:cNvPr id="27" name="object 27"/>
            <p:cNvPicPr/>
            <p:nvPr/>
          </p:nvPicPr>
          <p:blipFill>
            <a:blip r:embed="rId7" cstate="print"/>
            <a:stretch>
              <a:fillRect/>
            </a:stretch>
          </p:blipFill>
          <p:spPr>
            <a:xfrm>
              <a:off x="2377439" y="3348229"/>
              <a:ext cx="96012" cy="96010"/>
            </a:xfrm>
            <a:prstGeom prst="rect">
              <a:avLst/>
            </a:prstGeom>
          </p:spPr>
        </p:pic>
        <p:pic>
          <p:nvPicPr>
            <p:cNvPr id="28" name="object 28"/>
            <p:cNvPicPr/>
            <p:nvPr/>
          </p:nvPicPr>
          <p:blipFill>
            <a:blip r:embed="rId7" cstate="print"/>
            <a:stretch>
              <a:fillRect/>
            </a:stretch>
          </p:blipFill>
          <p:spPr>
            <a:xfrm>
              <a:off x="3075432" y="3276600"/>
              <a:ext cx="96010" cy="96012"/>
            </a:xfrm>
            <a:prstGeom prst="rect">
              <a:avLst/>
            </a:prstGeom>
          </p:spPr>
        </p:pic>
        <p:pic>
          <p:nvPicPr>
            <p:cNvPr id="29" name="object 29"/>
            <p:cNvPicPr/>
            <p:nvPr/>
          </p:nvPicPr>
          <p:blipFill>
            <a:blip r:embed="rId7" cstate="print"/>
            <a:stretch>
              <a:fillRect/>
            </a:stretch>
          </p:blipFill>
          <p:spPr>
            <a:xfrm>
              <a:off x="3774948" y="3180589"/>
              <a:ext cx="94487" cy="96010"/>
            </a:xfrm>
            <a:prstGeom prst="rect">
              <a:avLst/>
            </a:prstGeom>
          </p:spPr>
        </p:pic>
      </p:grpSp>
      <p:sp>
        <p:nvSpPr>
          <p:cNvPr id="30" name="object 30"/>
          <p:cNvSpPr txBox="1"/>
          <p:nvPr/>
        </p:nvSpPr>
        <p:spPr>
          <a:xfrm>
            <a:off x="684682" y="4665979"/>
            <a:ext cx="280035" cy="140970"/>
          </a:xfrm>
          <a:prstGeom prst="rect">
            <a:avLst/>
          </a:prstGeom>
        </p:spPr>
        <p:txBody>
          <a:bodyPr vert="horz" wrap="square" lIns="0" tIns="13335" rIns="0" bIns="0" rtlCol="0">
            <a:spAutoFit/>
          </a:bodyPr>
          <a:lstStyle/>
          <a:p>
            <a:pPr marL="12700">
              <a:lnSpc>
                <a:spcPct val="100000"/>
              </a:lnSpc>
              <a:spcBef>
                <a:spcPts val="105"/>
              </a:spcBef>
            </a:pPr>
            <a:r>
              <a:rPr sz="750" spc="30" dirty="0">
                <a:solidFill>
                  <a:srgbClr val="5E5E5E"/>
                </a:solidFill>
                <a:latin typeface="Yu Gothic"/>
                <a:cs typeface="Yu Gothic"/>
              </a:rPr>
              <a:t>2,2</a:t>
            </a:r>
            <a:r>
              <a:rPr sz="750" spc="20" dirty="0">
                <a:solidFill>
                  <a:srgbClr val="5E5E5E"/>
                </a:solidFill>
                <a:latin typeface="Yu Gothic"/>
                <a:cs typeface="Yu Gothic"/>
              </a:rPr>
              <a:t>5</a:t>
            </a:r>
            <a:r>
              <a:rPr sz="750" dirty="0">
                <a:solidFill>
                  <a:srgbClr val="5E5E5E"/>
                </a:solidFill>
                <a:latin typeface="Yu Gothic"/>
                <a:cs typeface="Yu Gothic"/>
              </a:rPr>
              <a:t>0</a:t>
            </a:r>
            <a:endParaRPr sz="750">
              <a:latin typeface="Yu Gothic"/>
              <a:cs typeface="Yu Gothic"/>
            </a:endParaRPr>
          </a:p>
        </p:txBody>
      </p:sp>
      <p:sp>
        <p:nvSpPr>
          <p:cNvPr id="31" name="object 31"/>
          <p:cNvSpPr txBox="1"/>
          <p:nvPr/>
        </p:nvSpPr>
        <p:spPr>
          <a:xfrm>
            <a:off x="684682" y="4128261"/>
            <a:ext cx="280035" cy="140970"/>
          </a:xfrm>
          <a:prstGeom prst="rect">
            <a:avLst/>
          </a:prstGeom>
        </p:spPr>
        <p:txBody>
          <a:bodyPr vert="horz" wrap="square" lIns="0" tIns="13335" rIns="0" bIns="0" rtlCol="0">
            <a:spAutoFit/>
          </a:bodyPr>
          <a:lstStyle/>
          <a:p>
            <a:pPr marL="12700">
              <a:lnSpc>
                <a:spcPct val="100000"/>
              </a:lnSpc>
              <a:spcBef>
                <a:spcPts val="105"/>
              </a:spcBef>
            </a:pPr>
            <a:r>
              <a:rPr sz="750" spc="30" dirty="0">
                <a:solidFill>
                  <a:srgbClr val="5E5E5E"/>
                </a:solidFill>
                <a:latin typeface="Yu Gothic"/>
                <a:cs typeface="Yu Gothic"/>
              </a:rPr>
              <a:t>4,5</a:t>
            </a:r>
            <a:r>
              <a:rPr sz="750" spc="20" dirty="0">
                <a:solidFill>
                  <a:srgbClr val="5E5E5E"/>
                </a:solidFill>
                <a:latin typeface="Yu Gothic"/>
                <a:cs typeface="Yu Gothic"/>
              </a:rPr>
              <a:t>0</a:t>
            </a:r>
            <a:r>
              <a:rPr sz="750" dirty="0">
                <a:solidFill>
                  <a:srgbClr val="5E5E5E"/>
                </a:solidFill>
                <a:latin typeface="Yu Gothic"/>
                <a:cs typeface="Yu Gothic"/>
              </a:rPr>
              <a:t>0</a:t>
            </a:r>
            <a:endParaRPr sz="750">
              <a:latin typeface="Yu Gothic"/>
              <a:cs typeface="Yu Gothic"/>
            </a:endParaRPr>
          </a:p>
        </p:txBody>
      </p:sp>
      <p:sp>
        <p:nvSpPr>
          <p:cNvPr id="32" name="object 32"/>
          <p:cNvSpPr txBox="1"/>
          <p:nvPr/>
        </p:nvSpPr>
        <p:spPr>
          <a:xfrm>
            <a:off x="684682" y="3590670"/>
            <a:ext cx="280035" cy="140970"/>
          </a:xfrm>
          <a:prstGeom prst="rect">
            <a:avLst/>
          </a:prstGeom>
        </p:spPr>
        <p:txBody>
          <a:bodyPr vert="horz" wrap="square" lIns="0" tIns="13335" rIns="0" bIns="0" rtlCol="0">
            <a:spAutoFit/>
          </a:bodyPr>
          <a:lstStyle/>
          <a:p>
            <a:pPr marL="12700">
              <a:lnSpc>
                <a:spcPct val="100000"/>
              </a:lnSpc>
              <a:spcBef>
                <a:spcPts val="105"/>
              </a:spcBef>
            </a:pPr>
            <a:r>
              <a:rPr sz="750" spc="30" dirty="0">
                <a:solidFill>
                  <a:srgbClr val="5E5E5E"/>
                </a:solidFill>
                <a:latin typeface="Yu Gothic"/>
                <a:cs typeface="Yu Gothic"/>
              </a:rPr>
              <a:t>6,7</a:t>
            </a:r>
            <a:r>
              <a:rPr sz="750" spc="20" dirty="0">
                <a:solidFill>
                  <a:srgbClr val="5E5E5E"/>
                </a:solidFill>
                <a:latin typeface="Yu Gothic"/>
                <a:cs typeface="Yu Gothic"/>
              </a:rPr>
              <a:t>5</a:t>
            </a:r>
            <a:r>
              <a:rPr sz="750" dirty="0">
                <a:solidFill>
                  <a:srgbClr val="5E5E5E"/>
                </a:solidFill>
                <a:latin typeface="Yu Gothic"/>
                <a:cs typeface="Yu Gothic"/>
              </a:rPr>
              <a:t>0</a:t>
            </a:r>
            <a:endParaRPr sz="750">
              <a:latin typeface="Yu Gothic"/>
              <a:cs typeface="Yu Gothic"/>
            </a:endParaRPr>
          </a:p>
        </p:txBody>
      </p:sp>
      <p:sp>
        <p:nvSpPr>
          <p:cNvPr id="33" name="object 33"/>
          <p:cNvSpPr txBox="1"/>
          <p:nvPr/>
        </p:nvSpPr>
        <p:spPr>
          <a:xfrm>
            <a:off x="684682" y="3052698"/>
            <a:ext cx="280035" cy="140970"/>
          </a:xfrm>
          <a:prstGeom prst="rect">
            <a:avLst/>
          </a:prstGeom>
        </p:spPr>
        <p:txBody>
          <a:bodyPr vert="horz" wrap="square" lIns="0" tIns="13335" rIns="0" bIns="0" rtlCol="0">
            <a:spAutoFit/>
          </a:bodyPr>
          <a:lstStyle/>
          <a:p>
            <a:pPr marL="12700">
              <a:lnSpc>
                <a:spcPct val="100000"/>
              </a:lnSpc>
              <a:spcBef>
                <a:spcPts val="105"/>
              </a:spcBef>
            </a:pPr>
            <a:r>
              <a:rPr sz="750" spc="30" dirty="0">
                <a:solidFill>
                  <a:srgbClr val="5E5E5E"/>
                </a:solidFill>
                <a:latin typeface="Yu Gothic"/>
                <a:cs typeface="Yu Gothic"/>
              </a:rPr>
              <a:t>9,0</a:t>
            </a:r>
            <a:r>
              <a:rPr sz="750" spc="20" dirty="0">
                <a:solidFill>
                  <a:srgbClr val="5E5E5E"/>
                </a:solidFill>
                <a:latin typeface="Yu Gothic"/>
                <a:cs typeface="Yu Gothic"/>
              </a:rPr>
              <a:t>0</a:t>
            </a:r>
            <a:r>
              <a:rPr sz="750" dirty="0">
                <a:solidFill>
                  <a:srgbClr val="5E5E5E"/>
                </a:solidFill>
                <a:latin typeface="Yu Gothic"/>
                <a:cs typeface="Yu Gothic"/>
              </a:rPr>
              <a:t>0</a:t>
            </a:r>
            <a:endParaRPr sz="750">
              <a:latin typeface="Yu Gothic"/>
              <a:cs typeface="Yu Gothic"/>
            </a:endParaRPr>
          </a:p>
        </p:txBody>
      </p:sp>
      <p:sp>
        <p:nvSpPr>
          <p:cNvPr id="34" name="object 34"/>
          <p:cNvSpPr txBox="1"/>
          <p:nvPr/>
        </p:nvSpPr>
        <p:spPr>
          <a:xfrm>
            <a:off x="854455" y="5291404"/>
            <a:ext cx="347345" cy="141605"/>
          </a:xfrm>
          <a:prstGeom prst="rect">
            <a:avLst/>
          </a:prstGeom>
        </p:spPr>
        <p:txBody>
          <a:bodyPr vert="horz" wrap="square" lIns="0" tIns="13335" rIns="0" bIns="0" rtlCol="0">
            <a:spAutoFit/>
          </a:bodyPr>
          <a:lstStyle/>
          <a:p>
            <a:pPr marL="12700">
              <a:lnSpc>
                <a:spcPct val="100000"/>
              </a:lnSpc>
              <a:spcBef>
                <a:spcPts val="105"/>
              </a:spcBef>
            </a:pPr>
            <a:r>
              <a:rPr sz="750" spc="20" dirty="0">
                <a:solidFill>
                  <a:srgbClr val="5E5E5E"/>
                </a:solidFill>
                <a:latin typeface="Yu Gothic"/>
                <a:cs typeface="Yu Gothic"/>
              </a:rPr>
              <a:t>2016</a:t>
            </a:r>
            <a:r>
              <a:rPr sz="750" spc="5" dirty="0">
                <a:solidFill>
                  <a:srgbClr val="5E5E5E"/>
                </a:solidFill>
                <a:latin typeface="Yu Gothic"/>
                <a:cs typeface="Yu Gothic"/>
              </a:rPr>
              <a:t>年</a:t>
            </a:r>
            <a:endParaRPr sz="750">
              <a:latin typeface="Yu Gothic"/>
              <a:cs typeface="Yu Gothic"/>
            </a:endParaRPr>
          </a:p>
        </p:txBody>
      </p:sp>
      <p:sp>
        <p:nvSpPr>
          <p:cNvPr id="35" name="object 35"/>
          <p:cNvSpPr txBox="1"/>
          <p:nvPr/>
        </p:nvSpPr>
        <p:spPr>
          <a:xfrm>
            <a:off x="1552702" y="5291404"/>
            <a:ext cx="347980" cy="141605"/>
          </a:xfrm>
          <a:prstGeom prst="rect">
            <a:avLst/>
          </a:prstGeom>
        </p:spPr>
        <p:txBody>
          <a:bodyPr vert="horz" wrap="square" lIns="0" tIns="13335" rIns="0" bIns="0" rtlCol="0">
            <a:spAutoFit/>
          </a:bodyPr>
          <a:lstStyle/>
          <a:p>
            <a:pPr marL="12700">
              <a:lnSpc>
                <a:spcPct val="100000"/>
              </a:lnSpc>
              <a:spcBef>
                <a:spcPts val="105"/>
              </a:spcBef>
            </a:pPr>
            <a:r>
              <a:rPr sz="750" spc="20" dirty="0">
                <a:solidFill>
                  <a:srgbClr val="5E5E5E"/>
                </a:solidFill>
                <a:latin typeface="Yu Gothic"/>
                <a:cs typeface="Yu Gothic"/>
              </a:rPr>
              <a:t>201</a:t>
            </a:r>
            <a:r>
              <a:rPr sz="750" spc="25" dirty="0">
                <a:solidFill>
                  <a:srgbClr val="5E5E5E"/>
                </a:solidFill>
                <a:latin typeface="Yu Gothic"/>
                <a:cs typeface="Yu Gothic"/>
              </a:rPr>
              <a:t>7</a:t>
            </a:r>
            <a:r>
              <a:rPr sz="750" spc="5" dirty="0">
                <a:solidFill>
                  <a:srgbClr val="5E5E5E"/>
                </a:solidFill>
                <a:latin typeface="Yu Gothic"/>
                <a:cs typeface="Yu Gothic"/>
              </a:rPr>
              <a:t>年</a:t>
            </a:r>
            <a:endParaRPr sz="750">
              <a:latin typeface="Yu Gothic"/>
              <a:cs typeface="Yu Gothic"/>
            </a:endParaRPr>
          </a:p>
        </p:txBody>
      </p:sp>
      <p:sp>
        <p:nvSpPr>
          <p:cNvPr id="36" name="object 36"/>
          <p:cNvSpPr txBox="1"/>
          <p:nvPr/>
        </p:nvSpPr>
        <p:spPr>
          <a:xfrm>
            <a:off x="2251329" y="5291404"/>
            <a:ext cx="347345" cy="141605"/>
          </a:xfrm>
          <a:prstGeom prst="rect">
            <a:avLst/>
          </a:prstGeom>
        </p:spPr>
        <p:txBody>
          <a:bodyPr vert="horz" wrap="square" lIns="0" tIns="13335" rIns="0" bIns="0" rtlCol="0">
            <a:spAutoFit/>
          </a:bodyPr>
          <a:lstStyle/>
          <a:p>
            <a:pPr marL="12700">
              <a:lnSpc>
                <a:spcPct val="100000"/>
              </a:lnSpc>
              <a:spcBef>
                <a:spcPts val="105"/>
              </a:spcBef>
            </a:pPr>
            <a:r>
              <a:rPr sz="750" spc="20" dirty="0">
                <a:solidFill>
                  <a:srgbClr val="5E5E5E"/>
                </a:solidFill>
                <a:latin typeface="Yu Gothic"/>
                <a:cs typeface="Yu Gothic"/>
              </a:rPr>
              <a:t>2018</a:t>
            </a:r>
            <a:r>
              <a:rPr sz="750" spc="5" dirty="0">
                <a:solidFill>
                  <a:srgbClr val="5E5E5E"/>
                </a:solidFill>
                <a:latin typeface="Yu Gothic"/>
                <a:cs typeface="Yu Gothic"/>
              </a:rPr>
              <a:t>年</a:t>
            </a:r>
            <a:endParaRPr sz="750">
              <a:latin typeface="Yu Gothic"/>
              <a:cs typeface="Yu Gothic"/>
            </a:endParaRPr>
          </a:p>
        </p:txBody>
      </p:sp>
      <p:sp>
        <p:nvSpPr>
          <p:cNvPr id="37" name="object 37"/>
          <p:cNvSpPr txBox="1"/>
          <p:nvPr/>
        </p:nvSpPr>
        <p:spPr>
          <a:xfrm>
            <a:off x="2949701" y="5291404"/>
            <a:ext cx="347345" cy="141605"/>
          </a:xfrm>
          <a:prstGeom prst="rect">
            <a:avLst/>
          </a:prstGeom>
        </p:spPr>
        <p:txBody>
          <a:bodyPr vert="horz" wrap="square" lIns="0" tIns="13335" rIns="0" bIns="0" rtlCol="0">
            <a:spAutoFit/>
          </a:bodyPr>
          <a:lstStyle/>
          <a:p>
            <a:pPr marL="12700">
              <a:lnSpc>
                <a:spcPct val="100000"/>
              </a:lnSpc>
              <a:spcBef>
                <a:spcPts val="105"/>
              </a:spcBef>
            </a:pPr>
            <a:r>
              <a:rPr sz="750" spc="20" dirty="0">
                <a:solidFill>
                  <a:srgbClr val="5E5E5E"/>
                </a:solidFill>
                <a:latin typeface="Yu Gothic"/>
                <a:cs typeface="Yu Gothic"/>
              </a:rPr>
              <a:t>2019</a:t>
            </a:r>
            <a:r>
              <a:rPr sz="750" spc="5" dirty="0">
                <a:solidFill>
                  <a:srgbClr val="5E5E5E"/>
                </a:solidFill>
                <a:latin typeface="Yu Gothic"/>
                <a:cs typeface="Yu Gothic"/>
              </a:rPr>
              <a:t>年</a:t>
            </a:r>
            <a:endParaRPr sz="750">
              <a:latin typeface="Yu Gothic"/>
              <a:cs typeface="Yu Gothic"/>
            </a:endParaRPr>
          </a:p>
        </p:txBody>
      </p:sp>
      <p:sp>
        <p:nvSpPr>
          <p:cNvPr id="38" name="object 38"/>
          <p:cNvSpPr txBox="1"/>
          <p:nvPr/>
        </p:nvSpPr>
        <p:spPr>
          <a:xfrm>
            <a:off x="3648202" y="5291404"/>
            <a:ext cx="347345" cy="141605"/>
          </a:xfrm>
          <a:prstGeom prst="rect">
            <a:avLst/>
          </a:prstGeom>
        </p:spPr>
        <p:txBody>
          <a:bodyPr vert="horz" wrap="square" lIns="0" tIns="13335" rIns="0" bIns="0" rtlCol="0">
            <a:spAutoFit/>
          </a:bodyPr>
          <a:lstStyle/>
          <a:p>
            <a:pPr marL="12700">
              <a:lnSpc>
                <a:spcPct val="100000"/>
              </a:lnSpc>
              <a:spcBef>
                <a:spcPts val="105"/>
              </a:spcBef>
            </a:pPr>
            <a:r>
              <a:rPr sz="750" spc="20" dirty="0">
                <a:solidFill>
                  <a:srgbClr val="5E5E5E"/>
                </a:solidFill>
                <a:latin typeface="Yu Gothic"/>
                <a:cs typeface="Yu Gothic"/>
              </a:rPr>
              <a:t>2020</a:t>
            </a:r>
            <a:r>
              <a:rPr sz="750" spc="5" dirty="0">
                <a:solidFill>
                  <a:srgbClr val="5E5E5E"/>
                </a:solidFill>
                <a:latin typeface="Yu Gothic"/>
                <a:cs typeface="Yu Gothic"/>
              </a:rPr>
              <a:t>年</a:t>
            </a:r>
            <a:endParaRPr sz="750">
              <a:latin typeface="Yu Gothic"/>
              <a:cs typeface="Yu Gothic"/>
            </a:endParaRPr>
          </a:p>
        </p:txBody>
      </p:sp>
      <p:pic>
        <p:nvPicPr>
          <p:cNvPr id="39" name="object 39"/>
          <p:cNvPicPr/>
          <p:nvPr/>
        </p:nvPicPr>
        <p:blipFill>
          <a:blip r:embed="rId8" cstate="print"/>
          <a:stretch>
            <a:fillRect/>
          </a:stretch>
        </p:blipFill>
        <p:spPr>
          <a:xfrm>
            <a:off x="4059935" y="4346447"/>
            <a:ext cx="318515" cy="318515"/>
          </a:xfrm>
          <a:prstGeom prst="rect">
            <a:avLst/>
          </a:prstGeom>
        </p:spPr>
      </p:pic>
      <p:pic>
        <p:nvPicPr>
          <p:cNvPr id="40" name="object 40"/>
          <p:cNvPicPr/>
          <p:nvPr/>
        </p:nvPicPr>
        <p:blipFill>
          <a:blip r:embed="rId9" cstate="print"/>
          <a:stretch>
            <a:fillRect/>
          </a:stretch>
        </p:blipFill>
        <p:spPr>
          <a:xfrm>
            <a:off x="4066032" y="3067811"/>
            <a:ext cx="306324" cy="310896"/>
          </a:xfrm>
          <a:prstGeom prst="rect">
            <a:avLst/>
          </a:prstGeom>
        </p:spPr>
      </p:pic>
      <p:pic>
        <p:nvPicPr>
          <p:cNvPr id="41" name="object 41"/>
          <p:cNvPicPr/>
          <p:nvPr/>
        </p:nvPicPr>
        <p:blipFill>
          <a:blip r:embed="rId10" cstate="print"/>
          <a:stretch>
            <a:fillRect/>
          </a:stretch>
        </p:blipFill>
        <p:spPr>
          <a:xfrm>
            <a:off x="4050791" y="4741164"/>
            <a:ext cx="338327" cy="329184"/>
          </a:xfrm>
          <a:prstGeom prst="rect">
            <a:avLst/>
          </a:prstGeom>
        </p:spPr>
      </p:pic>
      <p:pic>
        <p:nvPicPr>
          <p:cNvPr id="42" name="object 42"/>
          <p:cNvPicPr/>
          <p:nvPr/>
        </p:nvPicPr>
        <p:blipFill>
          <a:blip r:embed="rId11" cstate="print"/>
          <a:stretch>
            <a:fillRect/>
          </a:stretch>
        </p:blipFill>
        <p:spPr>
          <a:xfrm>
            <a:off x="4061459" y="3951732"/>
            <a:ext cx="309372" cy="310895"/>
          </a:xfrm>
          <a:prstGeom prst="rect">
            <a:avLst/>
          </a:prstGeom>
        </p:spPr>
      </p:pic>
      <p:sp>
        <p:nvSpPr>
          <p:cNvPr id="43" name="object 43"/>
          <p:cNvSpPr txBox="1"/>
          <p:nvPr/>
        </p:nvSpPr>
        <p:spPr>
          <a:xfrm>
            <a:off x="1039469" y="3372358"/>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21B81F"/>
                </a:solidFill>
                <a:latin typeface="Yu Gothic"/>
                <a:cs typeface="Yu Gothic"/>
              </a:rPr>
              <a:t>6</a:t>
            </a:r>
            <a:r>
              <a:rPr sz="650" spc="30" dirty="0">
                <a:solidFill>
                  <a:srgbClr val="21B81F"/>
                </a:solidFill>
                <a:latin typeface="Yu Gothic"/>
                <a:cs typeface="Yu Gothic"/>
              </a:rPr>
              <a:t>,</a:t>
            </a:r>
            <a:r>
              <a:rPr sz="650" spc="45" dirty="0">
                <a:solidFill>
                  <a:srgbClr val="21B81F"/>
                </a:solidFill>
                <a:latin typeface="Yu Gothic"/>
                <a:cs typeface="Yu Gothic"/>
              </a:rPr>
              <a:t>80</a:t>
            </a:r>
            <a:r>
              <a:rPr sz="650" spc="5" dirty="0">
                <a:solidFill>
                  <a:srgbClr val="21B81F"/>
                </a:solidFill>
                <a:latin typeface="Yu Gothic"/>
                <a:cs typeface="Yu Gothic"/>
              </a:rPr>
              <a:t>0</a:t>
            </a:r>
            <a:endParaRPr sz="650">
              <a:latin typeface="Yu Gothic"/>
              <a:cs typeface="Yu Gothic"/>
            </a:endParaRPr>
          </a:p>
        </p:txBody>
      </p:sp>
      <p:sp>
        <p:nvSpPr>
          <p:cNvPr id="44" name="object 44"/>
          <p:cNvSpPr txBox="1"/>
          <p:nvPr/>
        </p:nvSpPr>
        <p:spPr>
          <a:xfrm>
            <a:off x="1567433" y="3276345"/>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21B81F"/>
                </a:solidFill>
                <a:latin typeface="Yu Gothic"/>
                <a:cs typeface="Yu Gothic"/>
              </a:rPr>
              <a:t>7</a:t>
            </a:r>
            <a:r>
              <a:rPr sz="650" spc="30" dirty="0">
                <a:solidFill>
                  <a:srgbClr val="21B81F"/>
                </a:solidFill>
                <a:latin typeface="Yu Gothic"/>
                <a:cs typeface="Yu Gothic"/>
              </a:rPr>
              <a:t>,</a:t>
            </a:r>
            <a:r>
              <a:rPr sz="650" spc="45" dirty="0">
                <a:solidFill>
                  <a:srgbClr val="21B81F"/>
                </a:solidFill>
                <a:latin typeface="Yu Gothic"/>
                <a:cs typeface="Yu Gothic"/>
              </a:rPr>
              <a:t>10</a:t>
            </a:r>
            <a:r>
              <a:rPr sz="650" spc="5" dirty="0">
                <a:solidFill>
                  <a:srgbClr val="21B81F"/>
                </a:solidFill>
                <a:latin typeface="Yu Gothic"/>
                <a:cs typeface="Yu Gothic"/>
              </a:rPr>
              <a:t>0</a:t>
            </a:r>
            <a:endParaRPr sz="650">
              <a:latin typeface="Yu Gothic"/>
              <a:cs typeface="Yu Gothic"/>
            </a:endParaRPr>
          </a:p>
        </p:txBody>
      </p:sp>
      <p:sp>
        <p:nvSpPr>
          <p:cNvPr id="45" name="object 45"/>
          <p:cNvSpPr txBox="1"/>
          <p:nvPr/>
        </p:nvSpPr>
        <p:spPr>
          <a:xfrm>
            <a:off x="2267457" y="3155950"/>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21B81F"/>
                </a:solidFill>
                <a:latin typeface="Yu Gothic"/>
                <a:cs typeface="Yu Gothic"/>
              </a:rPr>
              <a:t>7</a:t>
            </a:r>
            <a:r>
              <a:rPr sz="650" spc="30" dirty="0">
                <a:solidFill>
                  <a:srgbClr val="21B81F"/>
                </a:solidFill>
                <a:latin typeface="Yu Gothic"/>
                <a:cs typeface="Yu Gothic"/>
              </a:rPr>
              <a:t>,</a:t>
            </a:r>
            <a:r>
              <a:rPr sz="650" spc="45" dirty="0">
                <a:solidFill>
                  <a:srgbClr val="21B81F"/>
                </a:solidFill>
                <a:latin typeface="Yu Gothic"/>
                <a:cs typeface="Yu Gothic"/>
              </a:rPr>
              <a:t>90</a:t>
            </a:r>
            <a:r>
              <a:rPr sz="650" spc="5" dirty="0">
                <a:solidFill>
                  <a:srgbClr val="21B81F"/>
                </a:solidFill>
                <a:latin typeface="Yu Gothic"/>
                <a:cs typeface="Yu Gothic"/>
              </a:rPr>
              <a:t>0</a:t>
            </a:r>
            <a:endParaRPr sz="650">
              <a:latin typeface="Yu Gothic"/>
              <a:cs typeface="Yu Gothic"/>
            </a:endParaRPr>
          </a:p>
        </p:txBody>
      </p:sp>
      <p:sp>
        <p:nvSpPr>
          <p:cNvPr id="46" name="object 46"/>
          <p:cNvSpPr txBox="1"/>
          <p:nvPr/>
        </p:nvSpPr>
        <p:spPr>
          <a:xfrm>
            <a:off x="2967989" y="3061461"/>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21B81F"/>
                </a:solidFill>
                <a:latin typeface="Yu Gothic"/>
                <a:cs typeface="Yu Gothic"/>
              </a:rPr>
              <a:t>8</a:t>
            </a:r>
            <a:r>
              <a:rPr sz="650" spc="30" dirty="0">
                <a:solidFill>
                  <a:srgbClr val="21B81F"/>
                </a:solidFill>
                <a:latin typeface="Yu Gothic"/>
                <a:cs typeface="Yu Gothic"/>
              </a:rPr>
              <a:t>,</a:t>
            </a:r>
            <a:r>
              <a:rPr sz="650" spc="45" dirty="0">
                <a:solidFill>
                  <a:srgbClr val="21B81F"/>
                </a:solidFill>
                <a:latin typeface="Yu Gothic"/>
                <a:cs typeface="Yu Gothic"/>
              </a:rPr>
              <a:t>20</a:t>
            </a:r>
            <a:r>
              <a:rPr sz="650" spc="5" dirty="0">
                <a:solidFill>
                  <a:srgbClr val="21B81F"/>
                </a:solidFill>
                <a:latin typeface="Yu Gothic"/>
                <a:cs typeface="Yu Gothic"/>
              </a:rPr>
              <a:t>0</a:t>
            </a:r>
            <a:endParaRPr sz="650">
              <a:latin typeface="Yu Gothic"/>
              <a:cs typeface="Yu Gothic"/>
            </a:endParaRPr>
          </a:p>
        </p:txBody>
      </p:sp>
      <p:sp>
        <p:nvSpPr>
          <p:cNvPr id="47" name="object 47"/>
          <p:cNvSpPr txBox="1"/>
          <p:nvPr/>
        </p:nvSpPr>
        <p:spPr>
          <a:xfrm>
            <a:off x="3668014" y="3008502"/>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21B81F"/>
                </a:solidFill>
                <a:latin typeface="Yu Gothic"/>
                <a:cs typeface="Yu Gothic"/>
              </a:rPr>
              <a:t>8</a:t>
            </a:r>
            <a:r>
              <a:rPr sz="650" spc="30" dirty="0">
                <a:solidFill>
                  <a:srgbClr val="21B81F"/>
                </a:solidFill>
                <a:latin typeface="Yu Gothic"/>
                <a:cs typeface="Yu Gothic"/>
              </a:rPr>
              <a:t>,</a:t>
            </a:r>
            <a:r>
              <a:rPr sz="650" spc="45" dirty="0">
                <a:solidFill>
                  <a:srgbClr val="21B81F"/>
                </a:solidFill>
                <a:latin typeface="Yu Gothic"/>
                <a:cs typeface="Yu Gothic"/>
              </a:rPr>
              <a:t>60</a:t>
            </a:r>
            <a:r>
              <a:rPr sz="650" spc="5" dirty="0">
                <a:solidFill>
                  <a:srgbClr val="21B81F"/>
                </a:solidFill>
                <a:latin typeface="Yu Gothic"/>
                <a:cs typeface="Yu Gothic"/>
              </a:rPr>
              <a:t>0</a:t>
            </a:r>
            <a:endParaRPr sz="650">
              <a:latin typeface="Yu Gothic"/>
              <a:cs typeface="Yu Gothic"/>
            </a:endParaRPr>
          </a:p>
        </p:txBody>
      </p:sp>
      <p:sp>
        <p:nvSpPr>
          <p:cNvPr id="48" name="object 48"/>
          <p:cNvSpPr txBox="1"/>
          <p:nvPr/>
        </p:nvSpPr>
        <p:spPr>
          <a:xfrm>
            <a:off x="1044955" y="3993007"/>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2CA0F5"/>
                </a:solidFill>
                <a:latin typeface="Yu Gothic"/>
                <a:cs typeface="Yu Gothic"/>
              </a:rPr>
              <a:t>4</a:t>
            </a:r>
            <a:r>
              <a:rPr sz="650" spc="30" dirty="0">
                <a:solidFill>
                  <a:srgbClr val="2CA0F5"/>
                </a:solidFill>
                <a:latin typeface="Yu Gothic"/>
                <a:cs typeface="Yu Gothic"/>
              </a:rPr>
              <a:t>,</a:t>
            </a:r>
            <a:r>
              <a:rPr sz="650" spc="45" dirty="0">
                <a:solidFill>
                  <a:srgbClr val="2CA0F5"/>
                </a:solidFill>
                <a:latin typeface="Yu Gothic"/>
                <a:cs typeface="Yu Gothic"/>
              </a:rPr>
              <a:t>00</a:t>
            </a:r>
            <a:r>
              <a:rPr sz="650" spc="5" dirty="0">
                <a:solidFill>
                  <a:srgbClr val="2CA0F5"/>
                </a:solidFill>
                <a:latin typeface="Yu Gothic"/>
                <a:cs typeface="Yu Gothic"/>
              </a:rPr>
              <a:t>0</a:t>
            </a:r>
            <a:endParaRPr sz="650">
              <a:latin typeface="Yu Gothic"/>
              <a:cs typeface="Yu Gothic"/>
            </a:endParaRPr>
          </a:p>
        </p:txBody>
      </p:sp>
      <p:sp>
        <p:nvSpPr>
          <p:cNvPr id="49" name="object 49"/>
          <p:cNvSpPr txBox="1"/>
          <p:nvPr/>
        </p:nvSpPr>
        <p:spPr>
          <a:xfrm>
            <a:off x="1566163" y="3993007"/>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2CA0F5"/>
                </a:solidFill>
                <a:latin typeface="Yu Gothic"/>
                <a:cs typeface="Yu Gothic"/>
              </a:rPr>
              <a:t>4</a:t>
            </a:r>
            <a:r>
              <a:rPr sz="650" spc="30" dirty="0">
                <a:solidFill>
                  <a:srgbClr val="2CA0F5"/>
                </a:solidFill>
                <a:latin typeface="Yu Gothic"/>
                <a:cs typeface="Yu Gothic"/>
              </a:rPr>
              <a:t>,</a:t>
            </a:r>
            <a:r>
              <a:rPr sz="650" spc="45" dirty="0">
                <a:solidFill>
                  <a:srgbClr val="2CA0F5"/>
                </a:solidFill>
                <a:latin typeface="Yu Gothic"/>
                <a:cs typeface="Yu Gothic"/>
              </a:rPr>
              <a:t>50</a:t>
            </a:r>
            <a:r>
              <a:rPr sz="650" spc="5" dirty="0">
                <a:solidFill>
                  <a:srgbClr val="2CA0F5"/>
                </a:solidFill>
                <a:latin typeface="Yu Gothic"/>
                <a:cs typeface="Yu Gothic"/>
              </a:rPr>
              <a:t>0</a:t>
            </a:r>
            <a:endParaRPr sz="650">
              <a:latin typeface="Yu Gothic"/>
              <a:cs typeface="Yu Gothic"/>
            </a:endParaRPr>
          </a:p>
        </p:txBody>
      </p:sp>
      <p:sp>
        <p:nvSpPr>
          <p:cNvPr id="50" name="object 50"/>
          <p:cNvSpPr txBox="1"/>
          <p:nvPr/>
        </p:nvSpPr>
        <p:spPr>
          <a:xfrm>
            <a:off x="2209926" y="3977766"/>
            <a:ext cx="681990" cy="126364"/>
          </a:xfrm>
          <a:prstGeom prst="rect">
            <a:avLst/>
          </a:prstGeom>
        </p:spPr>
        <p:txBody>
          <a:bodyPr vert="horz" wrap="square" lIns="0" tIns="13970" rIns="0" bIns="0" rtlCol="0">
            <a:spAutoFit/>
          </a:bodyPr>
          <a:lstStyle/>
          <a:p>
            <a:pPr marL="12700">
              <a:lnSpc>
                <a:spcPct val="100000"/>
              </a:lnSpc>
              <a:spcBef>
                <a:spcPts val="110"/>
              </a:spcBef>
            </a:pPr>
            <a:r>
              <a:rPr sz="650" spc="35" dirty="0">
                <a:solidFill>
                  <a:srgbClr val="2CA0F5"/>
                </a:solidFill>
                <a:latin typeface="Yu Gothic"/>
                <a:cs typeface="Yu Gothic"/>
              </a:rPr>
              <a:t>4,500</a:t>
            </a:r>
            <a:r>
              <a:rPr sz="450" spc="35" dirty="0">
                <a:solidFill>
                  <a:srgbClr val="2CA0F5"/>
                </a:solidFill>
                <a:latin typeface="Yu Gothic"/>
                <a:cs typeface="Yu Gothic"/>
              </a:rPr>
              <a:t>(</a:t>
            </a:r>
            <a:r>
              <a:rPr sz="450" spc="40" dirty="0">
                <a:solidFill>
                  <a:srgbClr val="2CA0F5"/>
                </a:solidFill>
                <a:latin typeface="Yu Gothic"/>
                <a:cs typeface="Yu Gothic"/>
              </a:rPr>
              <a:t>以降発</a:t>
            </a:r>
            <a:r>
              <a:rPr sz="450" spc="35" dirty="0">
                <a:solidFill>
                  <a:srgbClr val="2CA0F5"/>
                </a:solidFill>
                <a:latin typeface="Yu Gothic"/>
                <a:cs typeface="Yu Gothic"/>
              </a:rPr>
              <a:t>表</a:t>
            </a:r>
            <a:r>
              <a:rPr sz="450" spc="40" dirty="0">
                <a:solidFill>
                  <a:srgbClr val="2CA0F5"/>
                </a:solidFill>
                <a:latin typeface="Yu Gothic"/>
                <a:cs typeface="Yu Gothic"/>
              </a:rPr>
              <a:t>なし</a:t>
            </a:r>
            <a:r>
              <a:rPr sz="450" spc="10" dirty="0">
                <a:solidFill>
                  <a:srgbClr val="2CA0F5"/>
                </a:solidFill>
                <a:latin typeface="Yu Gothic"/>
                <a:cs typeface="Yu Gothic"/>
              </a:rPr>
              <a:t>)</a:t>
            </a:r>
            <a:endParaRPr sz="450">
              <a:latin typeface="Yu Gothic"/>
              <a:cs typeface="Yu Gothic"/>
            </a:endParaRPr>
          </a:p>
        </p:txBody>
      </p:sp>
      <p:sp>
        <p:nvSpPr>
          <p:cNvPr id="51" name="object 51"/>
          <p:cNvSpPr txBox="1"/>
          <p:nvPr/>
        </p:nvSpPr>
        <p:spPr>
          <a:xfrm>
            <a:off x="2987801" y="3993007"/>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2CA0F5"/>
                </a:solidFill>
                <a:latin typeface="Yu Gothic"/>
                <a:cs typeface="Yu Gothic"/>
              </a:rPr>
              <a:t>4</a:t>
            </a:r>
            <a:r>
              <a:rPr sz="650" spc="30" dirty="0">
                <a:solidFill>
                  <a:srgbClr val="2CA0F5"/>
                </a:solidFill>
                <a:latin typeface="Yu Gothic"/>
                <a:cs typeface="Yu Gothic"/>
              </a:rPr>
              <a:t>,</a:t>
            </a:r>
            <a:r>
              <a:rPr sz="650" spc="45" dirty="0">
                <a:solidFill>
                  <a:srgbClr val="2CA0F5"/>
                </a:solidFill>
                <a:latin typeface="Yu Gothic"/>
                <a:cs typeface="Yu Gothic"/>
              </a:rPr>
              <a:t>50</a:t>
            </a:r>
            <a:r>
              <a:rPr sz="650" spc="5" dirty="0">
                <a:solidFill>
                  <a:srgbClr val="2CA0F5"/>
                </a:solidFill>
                <a:latin typeface="Yu Gothic"/>
                <a:cs typeface="Yu Gothic"/>
              </a:rPr>
              <a:t>0</a:t>
            </a:r>
            <a:endParaRPr sz="650">
              <a:latin typeface="Yu Gothic"/>
              <a:cs typeface="Yu Gothic"/>
            </a:endParaRPr>
          </a:p>
        </p:txBody>
      </p:sp>
      <p:sp>
        <p:nvSpPr>
          <p:cNvPr id="52" name="object 52"/>
          <p:cNvSpPr txBox="1"/>
          <p:nvPr/>
        </p:nvSpPr>
        <p:spPr>
          <a:xfrm>
            <a:off x="1044955" y="4439158"/>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466CAC"/>
                </a:solidFill>
                <a:latin typeface="Yu Gothic"/>
                <a:cs typeface="Yu Gothic"/>
              </a:rPr>
              <a:t>2</a:t>
            </a:r>
            <a:r>
              <a:rPr sz="650" spc="30" dirty="0">
                <a:solidFill>
                  <a:srgbClr val="466CAC"/>
                </a:solidFill>
                <a:latin typeface="Yu Gothic"/>
                <a:cs typeface="Yu Gothic"/>
              </a:rPr>
              <a:t>,</a:t>
            </a:r>
            <a:r>
              <a:rPr sz="650" spc="45" dirty="0">
                <a:solidFill>
                  <a:srgbClr val="466CAC"/>
                </a:solidFill>
                <a:latin typeface="Yu Gothic"/>
                <a:cs typeface="Yu Gothic"/>
              </a:rPr>
              <a:t>70</a:t>
            </a:r>
            <a:r>
              <a:rPr sz="650" spc="5" dirty="0">
                <a:solidFill>
                  <a:srgbClr val="466CAC"/>
                </a:solidFill>
                <a:latin typeface="Yu Gothic"/>
                <a:cs typeface="Yu Gothic"/>
              </a:rPr>
              <a:t>0</a:t>
            </a:r>
            <a:endParaRPr sz="650">
              <a:latin typeface="Yu Gothic"/>
              <a:cs typeface="Yu Gothic"/>
            </a:endParaRPr>
          </a:p>
        </p:txBody>
      </p:sp>
      <p:sp>
        <p:nvSpPr>
          <p:cNvPr id="53" name="object 53"/>
          <p:cNvSpPr txBox="1"/>
          <p:nvPr/>
        </p:nvSpPr>
        <p:spPr>
          <a:xfrm>
            <a:off x="2267457" y="4697348"/>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466CAC"/>
                </a:solidFill>
                <a:latin typeface="Yu Gothic"/>
                <a:cs typeface="Yu Gothic"/>
              </a:rPr>
              <a:t>2</a:t>
            </a:r>
            <a:r>
              <a:rPr sz="650" spc="30" dirty="0">
                <a:solidFill>
                  <a:srgbClr val="466CAC"/>
                </a:solidFill>
                <a:latin typeface="Yu Gothic"/>
                <a:cs typeface="Yu Gothic"/>
              </a:rPr>
              <a:t>,</a:t>
            </a:r>
            <a:r>
              <a:rPr sz="650" spc="45" dirty="0">
                <a:solidFill>
                  <a:srgbClr val="466CAC"/>
                </a:solidFill>
                <a:latin typeface="Yu Gothic"/>
                <a:cs typeface="Yu Gothic"/>
              </a:rPr>
              <a:t>80</a:t>
            </a:r>
            <a:r>
              <a:rPr sz="650" spc="5" dirty="0">
                <a:solidFill>
                  <a:srgbClr val="466CAC"/>
                </a:solidFill>
                <a:latin typeface="Yu Gothic"/>
                <a:cs typeface="Yu Gothic"/>
              </a:rPr>
              <a:t>0</a:t>
            </a:r>
            <a:endParaRPr sz="650">
              <a:latin typeface="Yu Gothic"/>
              <a:cs typeface="Yu Gothic"/>
            </a:endParaRPr>
          </a:p>
        </p:txBody>
      </p:sp>
      <p:sp>
        <p:nvSpPr>
          <p:cNvPr id="54" name="object 54"/>
          <p:cNvSpPr txBox="1"/>
          <p:nvPr/>
        </p:nvSpPr>
        <p:spPr>
          <a:xfrm>
            <a:off x="2267457" y="4355084"/>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EB4A61"/>
                </a:solidFill>
                <a:latin typeface="Yu Gothic"/>
                <a:cs typeface="Yu Gothic"/>
              </a:rPr>
              <a:t>2</a:t>
            </a:r>
            <a:r>
              <a:rPr sz="650" spc="30" dirty="0">
                <a:solidFill>
                  <a:srgbClr val="EB4A61"/>
                </a:solidFill>
                <a:latin typeface="Yu Gothic"/>
                <a:cs typeface="Yu Gothic"/>
              </a:rPr>
              <a:t>,</a:t>
            </a:r>
            <a:r>
              <a:rPr sz="650" spc="45" dirty="0">
                <a:solidFill>
                  <a:srgbClr val="EB4A61"/>
                </a:solidFill>
                <a:latin typeface="Yu Gothic"/>
                <a:cs typeface="Yu Gothic"/>
              </a:rPr>
              <a:t>90</a:t>
            </a:r>
            <a:r>
              <a:rPr sz="650" spc="5" dirty="0">
                <a:solidFill>
                  <a:srgbClr val="EB4A61"/>
                </a:solidFill>
                <a:latin typeface="Yu Gothic"/>
                <a:cs typeface="Yu Gothic"/>
              </a:rPr>
              <a:t>0</a:t>
            </a:r>
            <a:endParaRPr sz="650">
              <a:latin typeface="Yu Gothic"/>
              <a:cs typeface="Yu Gothic"/>
            </a:endParaRPr>
          </a:p>
        </p:txBody>
      </p:sp>
      <p:sp>
        <p:nvSpPr>
          <p:cNvPr id="55" name="object 55"/>
          <p:cNvSpPr txBox="1"/>
          <p:nvPr/>
        </p:nvSpPr>
        <p:spPr>
          <a:xfrm>
            <a:off x="2816732" y="4274311"/>
            <a:ext cx="681990" cy="126364"/>
          </a:xfrm>
          <a:prstGeom prst="rect">
            <a:avLst/>
          </a:prstGeom>
        </p:spPr>
        <p:txBody>
          <a:bodyPr vert="horz" wrap="square" lIns="0" tIns="13970" rIns="0" bIns="0" rtlCol="0">
            <a:spAutoFit/>
          </a:bodyPr>
          <a:lstStyle/>
          <a:p>
            <a:pPr marL="12700">
              <a:lnSpc>
                <a:spcPct val="100000"/>
              </a:lnSpc>
              <a:spcBef>
                <a:spcPts val="110"/>
              </a:spcBef>
            </a:pPr>
            <a:r>
              <a:rPr sz="650" spc="35" dirty="0">
                <a:solidFill>
                  <a:srgbClr val="EB4A61"/>
                </a:solidFill>
                <a:latin typeface="Yu Gothic"/>
                <a:cs typeface="Yu Gothic"/>
              </a:rPr>
              <a:t>3,300</a:t>
            </a:r>
            <a:r>
              <a:rPr sz="450" spc="35" dirty="0">
                <a:solidFill>
                  <a:srgbClr val="EB4A61"/>
                </a:solidFill>
                <a:latin typeface="Yu Gothic"/>
                <a:cs typeface="Yu Gothic"/>
              </a:rPr>
              <a:t>(</a:t>
            </a:r>
            <a:r>
              <a:rPr sz="450" spc="40" dirty="0">
                <a:solidFill>
                  <a:srgbClr val="EB4A61"/>
                </a:solidFill>
                <a:latin typeface="Yu Gothic"/>
                <a:cs typeface="Yu Gothic"/>
              </a:rPr>
              <a:t>以降発表なし</a:t>
            </a:r>
            <a:r>
              <a:rPr sz="450" spc="10" dirty="0">
                <a:solidFill>
                  <a:srgbClr val="EB4A61"/>
                </a:solidFill>
                <a:latin typeface="Yu Gothic"/>
                <a:cs typeface="Yu Gothic"/>
              </a:rPr>
              <a:t>)</a:t>
            </a:r>
            <a:endParaRPr sz="450">
              <a:latin typeface="Yu Gothic"/>
              <a:cs typeface="Yu Gothic"/>
            </a:endParaRPr>
          </a:p>
        </p:txBody>
      </p:sp>
      <p:sp>
        <p:nvSpPr>
          <p:cNvPr id="56" name="object 56"/>
          <p:cNvSpPr txBox="1"/>
          <p:nvPr/>
        </p:nvSpPr>
        <p:spPr>
          <a:xfrm>
            <a:off x="1567433" y="4439158"/>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466CAC"/>
                </a:solidFill>
                <a:latin typeface="Yu Gothic"/>
                <a:cs typeface="Yu Gothic"/>
              </a:rPr>
              <a:t>2</a:t>
            </a:r>
            <a:r>
              <a:rPr sz="650" spc="30" dirty="0">
                <a:solidFill>
                  <a:srgbClr val="466CAC"/>
                </a:solidFill>
                <a:latin typeface="Yu Gothic"/>
                <a:cs typeface="Yu Gothic"/>
              </a:rPr>
              <a:t>,</a:t>
            </a:r>
            <a:r>
              <a:rPr sz="650" spc="45" dirty="0">
                <a:solidFill>
                  <a:srgbClr val="466CAC"/>
                </a:solidFill>
                <a:latin typeface="Yu Gothic"/>
                <a:cs typeface="Yu Gothic"/>
              </a:rPr>
              <a:t>80</a:t>
            </a:r>
            <a:r>
              <a:rPr sz="650" spc="5" dirty="0">
                <a:solidFill>
                  <a:srgbClr val="466CAC"/>
                </a:solidFill>
                <a:latin typeface="Yu Gothic"/>
                <a:cs typeface="Yu Gothic"/>
              </a:rPr>
              <a:t>0</a:t>
            </a:r>
            <a:endParaRPr sz="650">
              <a:latin typeface="Yu Gothic"/>
              <a:cs typeface="Yu Gothic"/>
            </a:endParaRPr>
          </a:p>
        </p:txBody>
      </p:sp>
      <p:sp>
        <p:nvSpPr>
          <p:cNvPr id="57" name="object 57"/>
          <p:cNvSpPr txBox="1"/>
          <p:nvPr/>
        </p:nvSpPr>
        <p:spPr>
          <a:xfrm>
            <a:off x="1039469" y="4991861"/>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EB4A61"/>
                </a:solidFill>
                <a:latin typeface="Yu Gothic"/>
                <a:cs typeface="Yu Gothic"/>
              </a:rPr>
              <a:t>1</a:t>
            </a:r>
            <a:r>
              <a:rPr sz="650" spc="30" dirty="0">
                <a:solidFill>
                  <a:srgbClr val="EB4A61"/>
                </a:solidFill>
                <a:latin typeface="Yu Gothic"/>
                <a:cs typeface="Yu Gothic"/>
              </a:rPr>
              <a:t>,</a:t>
            </a:r>
            <a:r>
              <a:rPr sz="650" spc="45" dirty="0">
                <a:solidFill>
                  <a:srgbClr val="EB4A61"/>
                </a:solidFill>
                <a:latin typeface="Yu Gothic"/>
                <a:cs typeface="Yu Gothic"/>
              </a:rPr>
              <a:t>20</a:t>
            </a:r>
            <a:r>
              <a:rPr sz="650" spc="5" dirty="0">
                <a:solidFill>
                  <a:srgbClr val="EB4A61"/>
                </a:solidFill>
                <a:latin typeface="Yu Gothic"/>
                <a:cs typeface="Yu Gothic"/>
              </a:rPr>
              <a:t>0</a:t>
            </a:r>
            <a:endParaRPr sz="650">
              <a:latin typeface="Yu Gothic"/>
              <a:cs typeface="Yu Gothic"/>
            </a:endParaRPr>
          </a:p>
        </p:txBody>
      </p:sp>
      <p:sp>
        <p:nvSpPr>
          <p:cNvPr id="58" name="object 58"/>
          <p:cNvSpPr txBox="1"/>
          <p:nvPr/>
        </p:nvSpPr>
        <p:spPr>
          <a:xfrm>
            <a:off x="1567433" y="4887595"/>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EB4A61"/>
                </a:solidFill>
                <a:latin typeface="Yu Gothic"/>
                <a:cs typeface="Yu Gothic"/>
              </a:rPr>
              <a:t>2</a:t>
            </a:r>
            <a:r>
              <a:rPr sz="650" spc="30" dirty="0">
                <a:solidFill>
                  <a:srgbClr val="EB4A61"/>
                </a:solidFill>
                <a:latin typeface="Yu Gothic"/>
                <a:cs typeface="Yu Gothic"/>
              </a:rPr>
              <a:t>,</a:t>
            </a:r>
            <a:r>
              <a:rPr sz="650" spc="45" dirty="0">
                <a:solidFill>
                  <a:srgbClr val="EB4A61"/>
                </a:solidFill>
                <a:latin typeface="Yu Gothic"/>
                <a:cs typeface="Yu Gothic"/>
              </a:rPr>
              <a:t>00</a:t>
            </a:r>
            <a:r>
              <a:rPr sz="650" spc="5" dirty="0">
                <a:solidFill>
                  <a:srgbClr val="EB4A61"/>
                </a:solidFill>
                <a:latin typeface="Yu Gothic"/>
                <a:cs typeface="Yu Gothic"/>
              </a:rPr>
              <a:t>0</a:t>
            </a:r>
            <a:endParaRPr sz="650">
              <a:latin typeface="Yu Gothic"/>
              <a:cs typeface="Yu Gothic"/>
            </a:endParaRPr>
          </a:p>
        </p:txBody>
      </p:sp>
      <p:sp>
        <p:nvSpPr>
          <p:cNvPr id="59" name="object 59"/>
          <p:cNvSpPr txBox="1"/>
          <p:nvPr/>
        </p:nvSpPr>
        <p:spPr>
          <a:xfrm>
            <a:off x="2967989" y="4735448"/>
            <a:ext cx="946785" cy="126364"/>
          </a:xfrm>
          <a:prstGeom prst="rect">
            <a:avLst/>
          </a:prstGeom>
        </p:spPr>
        <p:txBody>
          <a:bodyPr vert="horz" wrap="square" lIns="0" tIns="13970" rIns="0" bIns="0" rtlCol="0">
            <a:spAutoFit/>
          </a:bodyPr>
          <a:lstStyle/>
          <a:p>
            <a:pPr marL="12700">
              <a:lnSpc>
                <a:spcPct val="100000"/>
              </a:lnSpc>
              <a:spcBef>
                <a:spcPts val="110"/>
              </a:spcBef>
            </a:pPr>
            <a:r>
              <a:rPr sz="650" spc="35" dirty="0">
                <a:solidFill>
                  <a:srgbClr val="466CAC"/>
                </a:solidFill>
                <a:latin typeface="Yu Gothic"/>
                <a:cs typeface="Yu Gothic"/>
              </a:rPr>
              <a:t>2,600</a:t>
            </a:r>
            <a:r>
              <a:rPr sz="450" spc="35" dirty="0">
                <a:solidFill>
                  <a:srgbClr val="466CAC"/>
                </a:solidFill>
                <a:latin typeface="Yu Gothic"/>
                <a:cs typeface="Yu Gothic"/>
              </a:rPr>
              <a:t>(</a:t>
            </a:r>
            <a:r>
              <a:rPr sz="450" spc="40" dirty="0">
                <a:solidFill>
                  <a:srgbClr val="466CAC"/>
                </a:solidFill>
                <a:latin typeface="Yu Gothic"/>
                <a:cs typeface="Yu Gothic"/>
              </a:rPr>
              <a:t>以降発表な</a:t>
            </a:r>
            <a:r>
              <a:rPr sz="450" spc="50" dirty="0">
                <a:solidFill>
                  <a:srgbClr val="466CAC"/>
                </a:solidFill>
                <a:latin typeface="Yu Gothic"/>
                <a:cs typeface="Yu Gothic"/>
              </a:rPr>
              <a:t>し</a:t>
            </a:r>
            <a:r>
              <a:rPr sz="450" spc="15" dirty="0">
                <a:solidFill>
                  <a:srgbClr val="466CAC"/>
                </a:solidFill>
                <a:latin typeface="Yu Gothic"/>
                <a:cs typeface="Yu Gothic"/>
              </a:rPr>
              <a:t>)</a:t>
            </a:r>
            <a:r>
              <a:rPr sz="450" spc="90" dirty="0">
                <a:solidFill>
                  <a:srgbClr val="466CAC"/>
                </a:solidFill>
                <a:latin typeface="Yu Gothic"/>
                <a:cs typeface="Yu Gothic"/>
              </a:rPr>
              <a:t> </a:t>
            </a:r>
            <a:r>
              <a:rPr sz="650" spc="35" dirty="0">
                <a:solidFill>
                  <a:srgbClr val="466CAC"/>
                </a:solidFill>
                <a:latin typeface="Yu Gothic"/>
                <a:cs typeface="Yu Gothic"/>
              </a:rPr>
              <a:t>2,600</a:t>
            </a:r>
            <a:endParaRPr sz="650">
              <a:latin typeface="Yu Gothic"/>
              <a:cs typeface="Yu Gothic"/>
            </a:endParaRPr>
          </a:p>
        </p:txBody>
      </p:sp>
      <p:sp>
        <p:nvSpPr>
          <p:cNvPr id="60" name="object 60"/>
          <p:cNvSpPr txBox="1"/>
          <p:nvPr/>
        </p:nvSpPr>
        <p:spPr>
          <a:xfrm>
            <a:off x="3612896" y="4274311"/>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EB4A61"/>
                </a:solidFill>
                <a:latin typeface="Yu Gothic"/>
                <a:cs typeface="Yu Gothic"/>
              </a:rPr>
              <a:t>3</a:t>
            </a:r>
            <a:r>
              <a:rPr sz="650" spc="30" dirty="0">
                <a:solidFill>
                  <a:srgbClr val="EB4A61"/>
                </a:solidFill>
                <a:latin typeface="Yu Gothic"/>
                <a:cs typeface="Yu Gothic"/>
              </a:rPr>
              <a:t>,</a:t>
            </a:r>
            <a:r>
              <a:rPr sz="650" spc="45" dirty="0">
                <a:solidFill>
                  <a:srgbClr val="EB4A61"/>
                </a:solidFill>
                <a:latin typeface="Yu Gothic"/>
                <a:cs typeface="Yu Gothic"/>
              </a:rPr>
              <a:t>30</a:t>
            </a:r>
            <a:r>
              <a:rPr sz="650" spc="5" dirty="0">
                <a:solidFill>
                  <a:srgbClr val="EB4A61"/>
                </a:solidFill>
                <a:latin typeface="Yu Gothic"/>
                <a:cs typeface="Yu Gothic"/>
              </a:rPr>
              <a:t>0</a:t>
            </a:r>
            <a:endParaRPr sz="650">
              <a:latin typeface="Yu Gothic"/>
              <a:cs typeface="Yu Gothic"/>
            </a:endParaRPr>
          </a:p>
        </p:txBody>
      </p:sp>
      <p:sp>
        <p:nvSpPr>
          <p:cNvPr id="61" name="object 61"/>
          <p:cNvSpPr txBox="1"/>
          <p:nvPr/>
        </p:nvSpPr>
        <p:spPr>
          <a:xfrm>
            <a:off x="3727830" y="3978402"/>
            <a:ext cx="253365" cy="126364"/>
          </a:xfrm>
          <a:prstGeom prst="rect">
            <a:avLst/>
          </a:prstGeom>
        </p:spPr>
        <p:txBody>
          <a:bodyPr vert="horz" wrap="square" lIns="0" tIns="13970" rIns="0" bIns="0" rtlCol="0">
            <a:spAutoFit/>
          </a:bodyPr>
          <a:lstStyle/>
          <a:p>
            <a:pPr marL="12700">
              <a:lnSpc>
                <a:spcPct val="100000"/>
              </a:lnSpc>
              <a:spcBef>
                <a:spcPts val="110"/>
              </a:spcBef>
            </a:pPr>
            <a:r>
              <a:rPr sz="650" spc="45" dirty="0">
                <a:solidFill>
                  <a:srgbClr val="2CA0F5"/>
                </a:solidFill>
                <a:latin typeface="Yu Gothic"/>
                <a:cs typeface="Yu Gothic"/>
              </a:rPr>
              <a:t>4</a:t>
            </a:r>
            <a:r>
              <a:rPr sz="650" spc="30" dirty="0">
                <a:solidFill>
                  <a:srgbClr val="2CA0F5"/>
                </a:solidFill>
                <a:latin typeface="Yu Gothic"/>
                <a:cs typeface="Yu Gothic"/>
              </a:rPr>
              <a:t>,</a:t>
            </a:r>
            <a:r>
              <a:rPr sz="650" spc="45" dirty="0">
                <a:solidFill>
                  <a:srgbClr val="2CA0F5"/>
                </a:solidFill>
                <a:latin typeface="Yu Gothic"/>
                <a:cs typeface="Yu Gothic"/>
              </a:rPr>
              <a:t>50</a:t>
            </a:r>
            <a:r>
              <a:rPr sz="650" spc="5" dirty="0">
                <a:solidFill>
                  <a:srgbClr val="2CA0F5"/>
                </a:solidFill>
                <a:latin typeface="Yu Gothic"/>
                <a:cs typeface="Yu Gothic"/>
              </a:rPr>
              <a:t>0</a:t>
            </a:r>
            <a:endParaRPr sz="650">
              <a:latin typeface="Yu Gothic"/>
              <a:cs typeface="Yu Gothic"/>
            </a:endParaRPr>
          </a:p>
        </p:txBody>
      </p:sp>
      <p:sp>
        <p:nvSpPr>
          <p:cNvPr id="62" name="object 62"/>
          <p:cNvSpPr txBox="1"/>
          <p:nvPr/>
        </p:nvSpPr>
        <p:spPr>
          <a:xfrm>
            <a:off x="610006" y="2941446"/>
            <a:ext cx="558165" cy="115570"/>
          </a:xfrm>
          <a:prstGeom prst="rect">
            <a:avLst/>
          </a:prstGeom>
        </p:spPr>
        <p:txBody>
          <a:bodyPr vert="horz" wrap="square" lIns="0" tIns="17145" rIns="0" bIns="0" rtlCol="0">
            <a:spAutoFit/>
          </a:bodyPr>
          <a:lstStyle/>
          <a:p>
            <a:pPr marL="12700">
              <a:lnSpc>
                <a:spcPct val="100000"/>
              </a:lnSpc>
              <a:spcBef>
                <a:spcPts val="135"/>
              </a:spcBef>
            </a:pPr>
            <a:r>
              <a:rPr sz="550" spc="45" dirty="0">
                <a:solidFill>
                  <a:srgbClr val="5E5E5E"/>
                </a:solidFill>
                <a:latin typeface="Yu Gothic"/>
                <a:cs typeface="Yu Gothic"/>
              </a:rPr>
              <a:t>（単位：万人</a:t>
            </a:r>
            <a:r>
              <a:rPr sz="550" spc="35" dirty="0">
                <a:solidFill>
                  <a:srgbClr val="5E5E5E"/>
                </a:solidFill>
                <a:latin typeface="Yu Gothic"/>
                <a:cs typeface="Yu Gothic"/>
              </a:rPr>
              <a:t>）</a:t>
            </a:r>
            <a:endParaRPr sz="550">
              <a:latin typeface="Yu Gothic"/>
              <a:cs typeface="Yu Gothic"/>
            </a:endParaRPr>
          </a:p>
        </p:txBody>
      </p:sp>
      <p:pic>
        <p:nvPicPr>
          <p:cNvPr id="63" name="object 63"/>
          <p:cNvPicPr/>
          <p:nvPr/>
        </p:nvPicPr>
        <p:blipFill>
          <a:blip r:embed="rId12" cstate="print"/>
          <a:stretch>
            <a:fillRect/>
          </a:stretch>
        </p:blipFill>
        <p:spPr>
          <a:xfrm>
            <a:off x="5434624" y="5613544"/>
            <a:ext cx="2650134" cy="75764"/>
          </a:xfrm>
          <a:prstGeom prst="rect">
            <a:avLst/>
          </a:prstGeom>
        </p:spPr>
      </p:pic>
      <p:grpSp>
        <p:nvGrpSpPr>
          <p:cNvPr id="64" name="object 64"/>
          <p:cNvGrpSpPr/>
          <p:nvPr/>
        </p:nvGrpSpPr>
        <p:grpSpPr>
          <a:xfrm>
            <a:off x="5722620" y="2918460"/>
            <a:ext cx="2036445" cy="2319655"/>
            <a:chOff x="5722620" y="2918460"/>
            <a:chExt cx="2036445" cy="2319655"/>
          </a:xfrm>
        </p:grpSpPr>
        <p:sp>
          <p:nvSpPr>
            <p:cNvPr id="65" name="object 65"/>
            <p:cNvSpPr/>
            <p:nvPr/>
          </p:nvSpPr>
          <p:spPr>
            <a:xfrm>
              <a:off x="5722620" y="2918459"/>
              <a:ext cx="2036445" cy="2039620"/>
            </a:xfrm>
            <a:custGeom>
              <a:avLst/>
              <a:gdLst/>
              <a:ahLst/>
              <a:cxnLst/>
              <a:rect l="l" t="t" r="r" b="b"/>
              <a:pathLst>
                <a:path w="2036445" h="2039620">
                  <a:moveTo>
                    <a:pt x="2035937" y="1010920"/>
                  </a:moveTo>
                  <a:lnTo>
                    <a:pt x="2035556" y="987806"/>
                  </a:lnTo>
                  <a:lnTo>
                    <a:pt x="2033524" y="947293"/>
                  </a:lnTo>
                  <a:lnTo>
                    <a:pt x="2029841" y="906907"/>
                  </a:lnTo>
                  <a:lnTo>
                    <a:pt x="2027428" y="889635"/>
                  </a:lnTo>
                  <a:lnTo>
                    <a:pt x="2024634" y="866521"/>
                  </a:lnTo>
                  <a:lnTo>
                    <a:pt x="2021459" y="849122"/>
                  </a:lnTo>
                  <a:lnTo>
                    <a:pt x="2017776" y="826008"/>
                  </a:lnTo>
                  <a:lnTo>
                    <a:pt x="2013712" y="808736"/>
                  </a:lnTo>
                  <a:lnTo>
                    <a:pt x="2009394" y="785622"/>
                  </a:lnTo>
                  <a:lnTo>
                    <a:pt x="2004568" y="768223"/>
                  </a:lnTo>
                  <a:lnTo>
                    <a:pt x="1999234" y="745109"/>
                  </a:lnTo>
                  <a:lnTo>
                    <a:pt x="1993646" y="727837"/>
                  </a:lnTo>
                  <a:lnTo>
                    <a:pt x="1987677" y="704723"/>
                  </a:lnTo>
                  <a:lnTo>
                    <a:pt x="1981200" y="687451"/>
                  </a:lnTo>
                  <a:lnTo>
                    <a:pt x="1974342" y="670052"/>
                  </a:lnTo>
                  <a:lnTo>
                    <a:pt x="1967103" y="646938"/>
                  </a:lnTo>
                  <a:lnTo>
                    <a:pt x="1959483" y="629666"/>
                  </a:lnTo>
                  <a:lnTo>
                    <a:pt x="1951355" y="612267"/>
                  </a:lnTo>
                  <a:lnTo>
                    <a:pt x="1942973" y="589153"/>
                  </a:lnTo>
                  <a:lnTo>
                    <a:pt x="1934083" y="571881"/>
                  </a:lnTo>
                  <a:lnTo>
                    <a:pt x="1924812" y="554609"/>
                  </a:lnTo>
                  <a:lnTo>
                    <a:pt x="1915160" y="537210"/>
                  </a:lnTo>
                  <a:lnTo>
                    <a:pt x="1905127" y="519938"/>
                  </a:lnTo>
                  <a:lnTo>
                    <a:pt x="1894713" y="496824"/>
                  </a:lnTo>
                  <a:lnTo>
                    <a:pt x="1872615" y="462153"/>
                  </a:lnTo>
                  <a:lnTo>
                    <a:pt x="1848866" y="427482"/>
                  </a:lnTo>
                  <a:lnTo>
                    <a:pt x="1810258" y="375412"/>
                  </a:lnTo>
                  <a:lnTo>
                    <a:pt x="1782445" y="346583"/>
                  </a:lnTo>
                  <a:lnTo>
                    <a:pt x="1753108" y="311912"/>
                  </a:lnTo>
                  <a:lnTo>
                    <a:pt x="1737741" y="294640"/>
                  </a:lnTo>
                  <a:lnTo>
                    <a:pt x="1722120" y="283083"/>
                  </a:lnTo>
                  <a:lnTo>
                    <a:pt x="1706372" y="265684"/>
                  </a:lnTo>
                  <a:lnTo>
                    <a:pt x="1690243" y="254127"/>
                  </a:lnTo>
                  <a:lnTo>
                    <a:pt x="1673860" y="236855"/>
                  </a:lnTo>
                  <a:lnTo>
                    <a:pt x="1657350" y="225298"/>
                  </a:lnTo>
                  <a:lnTo>
                    <a:pt x="1606423" y="184785"/>
                  </a:lnTo>
                  <a:lnTo>
                    <a:pt x="1571498" y="161798"/>
                  </a:lnTo>
                  <a:lnTo>
                    <a:pt x="1517650" y="127127"/>
                  </a:lnTo>
                  <a:lnTo>
                    <a:pt x="1480947" y="109728"/>
                  </a:lnTo>
                  <a:lnTo>
                    <a:pt x="1462405" y="98171"/>
                  </a:lnTo>
                  <a:lnTo>
                    <a:pt x="1443609" y="92456"/>
                  </a:lnTo>
                  <a:lnTo>
                    <a:pt x="1424813" y="80899"/>
                  </a:lnTo>
                  <a:lnTo>
                    <a:pt x="1405763" y="75057"/>
                  </a:lnTo>
                  <a:lnTo>
                    <a:pt x="1386713" y="63500"/>
                  </a:lnTo>
                  <a:lnTo>
                    <a:pt x="1229868" y="17272"/>
                  </a:lnTo>
                  <a:lnTo>
                    <a:pt x="1209929" y="17272"/>
                  </a:lnTo>
                  <a:lnTo>
                    <a:pt x="1169797" y="5715"/>
                  </a:lnTo>
                  <a:lnTo>
                    <a:pt x="1129411" y="5715"/>
                  </a:lnTo>
                  <a:lnTo>
                    <a:pt x="1109218" y="0"/>
                  </a:lnTo>
                  <a:lnTo>
                    <a:pt x="926719" y="0"/>
                  </a:lnTo>
                  <a:lnTo>
                    <a:pt x="906526" y="5715"/>
                  </a:lnTo>
                  <a:lnTo>
                    <a:pt x="866127" y="5715"/>
                  </a:lnTo>
                  <a:lnTo>
                    <a:pt x="826008" y="17272"/>
                  </a:lnTo>
                  <a:lnTo>
                    <a:pt x="806069" y="17272"/>
                  </a:lnTo>
                  <a:lnTo>
                    <a:pt x="649224" y="63500"/>
                  </a:lnTo>
                  <a:lnTo>
                    <a:pt x="630047" y="75057"/>
                  </a:lnTo>
                  <a:lnTo>
                    <a:pt x="611124" y="80899"/>
                  </a:lnTo>
                  <a:lnTo>
                    <a:pt x="592201" y="92456"/>
                  </a:lnTo>
                  <a:lnTo>
                    <a:pt x="573532" y="98171"/>
                  </a:lnTo>
                  <a:lnTo>
                    <a:pt x="554863" y="109728"/>
                  </a:lnTo>
                  <a:lnTo>
                    <a:pt x="518160" y="127127"/>
                  </a:lnTo>
                  <a:lnTo>
                    <a:pt x="464439" y="161798"/>
                  </a:lnTo>
                  <a:lnTo>
                    <a:pt x="429514" y="184785"/>
                  </a:lnTo>
                  <a:lnTo>
                    <a:pt x="395351" y="207899"/>
                  </a:lnTo>
                  <a:lnTo>
                    <a:pt x="378587" y="225298"/>
                  </a:lnTo>
                  <a:lnTo>
                    <a:pt x="361950" y="236855"/>
                  </a:lnTo>
                  <a:lnTo>
                    <a:pt x="345694" y="254127"/>
                  </a:lnTo>
                  <a:lnTo>
                    <a:pt x="329565" y="265684"/>
                  </a:lnTo>
                  <a:lnTo>
                    <a:pt x="313690" y="283083"/>
                  </a:lnTo>
                  <a:lnTo>
                    <a:pt x="298069" y="294640"/>
                  </a:lnTo>
                  <a:lnTo>
                    <a:pt x="282829" y="311912"/>
                  </a:lnTo>
                  <a:lnTo>
                    <a:pt x="253492" y="346583"/>
                  </a:lnTo>
                  <a:lnTo>
                    <a:pt x="239395" y="358140"/>
                  </a:lnTo>
                  <a:lnTo>
                    <a:pt x="199517" y="410083"/>
                  </a:lnTo>
                  <a:lnTo>
                    <a:pt x="175006" y="444754"/>
                  </a:lnTo>
                  <a:lnTo>
                    <a:pt x="152019" y="479425"/>
                  </a:lnTo>
                  <a:lnTo>
                    <a:pt x="130810" y="519938"/>
                  </a:lnTo>
                  <a:lnTo>
                    <a:pt x="120650" y="537210"/>
                  </a:lnTo>
                  <a:lnTo>
                    <a:pt x="110998" y="554609"/>
                  </a:lnTo>
                  <a:lnTo>
                    <a:pt x="101727" y="571881"/>
                  </a:lnTo>
                  <a:lnTo>
                    <a:pt x="92964" y="589153"/>
                  </a:lnTo>
                  <a:lnTo>
                    <a:pt x="84455" y="612267"/>
                  </a:lnTo>
                  <a:lnTo>
                    <a:pt x="76454" y="629666"/>
                  </a:lnTo>
                  <a:lnTo>
                    <a:pt x="68834" y="646938"/>
                  </a:lnTo>
                  <a:lnTo>
                    <a:pt x="61595" y="670052"/>
                  </a:lnTo>
                  <a:lnTo>
                    <a:pt x="54737" y="687451"/>
                  </a:lnTo>
                  <a:lnTo>
                    <a:pt x="48260" y="704723"/>
                  </a:lnTo>
                  <a:lnTo>
                    <a:pt x="42291" y="727837"/>
                  </a:lnTo>
                  <a:lnTo>
                    <a:pt x="36576" y="745109"/>
                  </a:lnTo>
                  <a:lnTo>
                    <a:pt x="31369" y="768223"/>
                  </a:lnTo>
                  <a:lnTo>
                    <a:pt x="26543" y="785622"/>
                  </a:lnTo>
                  <a:lnTo>
                    <a:pt x="22098" y="808736"/>
                  </a:lnTo>
                  <a:lnTo>
                    <a:pt x="18161" y="826008"/>
                  </a:lnTo>
                  <a:lnTo>
                    <a:pt x="14478" y="849122"/>
                  </a:lnTo>
                  <a:lnTo>
                    <a:pt x="11303" y="866521"/>
                  </a:lnTo>
                  <a:lnTo>
                    <a:pt x="8509" y="889635"/>
                  </a:lnTo>
                  <a:lnTo>
                    <a:pt x="6096" y="906907"/>
                  </a:lnTo>
                  <a:lnTo>
                    <a:pt x="2413" y="947293"/>
                  </a:lnTo>
                  <a:lnTo>
                    <a:pt x="381" y="987806"/>
                  </a:lnTo>
                  <a:lnTo>
                    <a:pt x="0" y="1010920"/>
                  </a:lnTo>
                  <a:lnTo>
                    <a:pt x="0" y="1028192"/>
                  </a:lnTo>
                  <a:lnTo>
                    <a:pt x="381" y="1051306"/>
                  </a:lnTo>
                  <a:lnTo>
                    <a:pt x="2413" y="1091819"/>
                  </a:lnTo>
                  <a:lnTo>
                    <a:pt x="6096" y="1132205"/>
                  </a:lnTo>
                  <a:lnTo>
                    <a:pt x="8509" y="1149477"/>
                  </a:lnTo>
                  <a:lnTo>
                    <a:pt x="11303" y="1172591"/>
                  </a:lnTo>
                  <a:lnTo>
                    <a:pt x="14478" y="1189990"/>
                  </a:lnTo>
                  <a:lnTo>
                    <a:pt x="18161" y="1213104"/>
                  </a:lnTo>
                  <a:lnTo>
                    <a:pt x="22098" y="1230376"/>
                  </a:lnTo>
                  <a:lnTo>
                    <a:pt x="26543" y="1253490"/>
                  </a:lnTo>
                  <a:lnTo>
                    <a:pt x="31369" y="1270889"/>
                  </a:lnTo>
                  <a:lnTo>
                    <a:pt x="36576" y="1294003"/>
                  </a:lnTo>
                  <a:lnTo>
                    <a:pt x="42291" y="1311275"/>
                  </a:lnTo>
                  <a:lnTo>
                    <a:pt x="48260" y="1334389"/>
                  </a:lnTo>
                  <a:lnTo>
                    <a:pt x="54737" y="1351661"/>
                  </a:lnTo>
                  <a:lnTo>
                    <a:pt x="61595" y="1369060"/>
                  </a:lnTo>
                  <a:lnTo>
                    <a:pt x="68834" y="1392174"/>
                  </a:lnTo>
                  <a:lnTo>
                    <a:pt x="76454" y="1409446"/>
                  </a:lnTo>
                  <a:lnTo>
                    <a:pt x="84455" y="1426845"/>
                  </a:lnTo>
                  <a:lnTo>
                    <a:pt x="92964" y="1449959"/>
                  </a:lnTo>
                  <a:lnTo>
                    <a:pt x="101727" y="1467231"/>
                  </a:lnTo>
                  <a:lnTo>
                    <a:pt x="110998" y="1484503"/>
                  </a:lnTo>
                  <a:lnTo>
                    <a:pt x="120650" y="1501902"/>
                  </a:lnTo>
                  <a:lnTo>
                    <a:pt x="130810" y="1519174"/>
                  </a:lnTo>
                  <a:lnTo>
                    <a:pt x="141224" y="1542288"/>
                  </a:lnTo>
                  <a:lnTo>
                    <a:pt x="175006" y="1594358"/>
                  </a:lnTo>
                  <a:lnTo>
                    <a:pt x="199517" y="1629029"/>
                  </a:lnTo>
                  <a:lnTo>
                    <a:pt x="225679" y="1663700"/>
                  </a:lnTo>
                  <a:lnTo>
                    <a:pt x="253492" y="1692529"/>
                  </a:lnTo>
                  <a:lnTo>
                    <a:pt x="282829" y="1727200"/>
                  </a:lnTo>
                  <a:lnTo>
                    <a:pt x="298069" y="1744472"/>
                  </a:lnTo>
                  <a:lnTo>
                    <a:pt x="313690" y="1756029"/>
                  </a:lnTo>
                  <a:lnTo>
                    <a:pt x="329565" y="1773428"/>
                  </a:lnTo>
                  <a:lnTo>
                    <a:pt x="345694" y="1784985"/>
                  </a:lnTo>
                  <a:lnTo>
                    <a:pt x="361950" y="1802257"/>
                  </a:lnTo>
                  <a:lnTo>
                    <a:pt x="378587" y="1813814"/>
                  </a:lnTo>
                  <a:lnTo>
                    <a:pt x="412242" y="1842770"/>
                  </a:lnTo>
                  <a:lnTo>
                    <a:pt x="482219" y="1888871"/>
                  </a:lnTo>
                  <a:lnTo>
                    <a:pt x="536448" y="1923542"/>
                  </a:lnTo>
                  <a:lnTo>
                    <a:pt x="554863" y="1929384"/>
                  </a:lnTo>
                  <a:lnTo>
                    <a:pt x="573532" y="1940941"/>
                  </a:lnTo>
                  <a:lnTo>
                    <a:pt x="592201" y="1946656"/>
                  </a:lnTo>
                  <a:lnTo>
                    <a:pt x="611124" y="1958213"/>
                  </a:lnTo>
                  <a:lnTo>
                    <a:pt x="630047" y="1964055"/>
                  </a:lnTo>
                  <a:lnTo>
                    <a:pt x="649224" y="1975612"/>
                  </a:lnTo>
                  <a:lnTo>
                    <a:pt x="806069" y="2021840"/>
                  </a:lnTo>
                  <a:lnTo>
                    <a:pt x="826008" y="2021840"/>
                  </a:lnTo>
                  <a:lnTo>
                    <a:pt x="866127" y="2033397"/>
                  </a:lnTo>
                  <a:lnTo>
                    <a:pt x="906526" y="2033397"/>
                  </a:lnTo>
                  <a:lnTo>
                    <a:pt x="926719" y="2039112"/>
                  </a:lnTo>
                  <a:lnTo>
                    <a:pt x="1109218" y="2039112"/>
                  </a:lnTo>
                  <a:lnTo>
                    <a:pt x="1129411" y="2033397"/>
                  </a:lnTo>
                  <a:lnTo>
                    <a:pt x="1169797" y="2033397"/>
                  </a:lnTo>
                  <a:lnTo>
                    <a:pt x="1209929" y="2021840"/>
                  </a:lnTo>
                  <a:lnTo>
                    <a:pt x="1229868" y="2021840"/>
                  </a:lnTo>
                  <a:lnTo>
                    <a:pt x="1386713" y="1975612"/>
                  </a:lnTo>
                  <a:lnTo>
                    <a:pt x="1405763" y="1964055"/>
                  </a:lnTo>
                  <a:lnTo>
                    <a:pt x="1424813" y="1958213"/>
                  </a:lnTo>
                  <a:lnTo>
                    <a:pt x="1443609" y="1946656"/>
                  </a:lnTo>
                  <a:lnTo>
                    <a:pt x="1462405" y="1940941"/>
                  </a:lnTo>
                  <a:lnTo>
                    <a:pt x="1480947" y="1929384"/>
                  </a:lnTo>
                  <a:lnTo>
                    <a:pt x="1553718" y="1888871"/>
                  </a:lnTo>
                  <a:lnTo>
                    <a:pt x="1589024" y="1865757"/>
                  </a:lnTo>
                  <a:lnTo>
                    <a:pt x="1623568" y="1842770"/>
                  </a:lnTo>
                  <a:lnTo>
                    <a:pt x="1657350" y="1813814"/>
                  </a:lnTo>
                  <a:lnTo>
                    <a:pt x="1673860" y="1802257"/>
                  </a:lnTo>
                  <a:lnTo>
                    <a:pt x="1690243" y="1784985"/>
                  </a:lnTo>
                  <a:lnTo>
                    <a:pt x="1706372" y="1773428"/>
                  </a:lnTo>
                  <a:lnTo>
                    <a:pt x="1722120" y="1756029"/>
                  </a:lnTo>
                  <a:lnTo>
                    <a:pt x="1737741" y="1744472"/>
                  </a:lnTo>
                  <a:lnTo>
                    <a:pt x="1753108" y="1727200"/>
                  </a:lnTo>
                  <a:lnTo>
                    <a:pt x="1782445" y="1692529"/>
                  </a:lnTo>
                  <a:lnTo>
                    <a:pt x="1796542" y="1680972"/>
                  </a:lnTo>
                  <a:lnTo>
                    <a:pt x="1836293" y="1629029"/>
                  </a:lnTo>
                  <a:lnTo>
                    <a:pt x="1860931" y="1594358"/>
                  </a:lnTo>
                  <a:lnTo>
                    <a:pt x="1883791" y="1559687"/>
                  </a:lnTo>
                  <a:lnTo>
                    <a:pt x="1905127" y="1519174"/>
                  </a:lnTo>
                  <a:lnTo>
                    <a:pt x="1915160" y="1501902"/>
                  </a:lnTo>
                  <a:lnTo>
                    <a:pt x="1924812" y="1484503"/>
                  </a:lnTo>
                  <a:lnTo>
                    <a:pt x="1934083" y="1467231"/>
                  </a:lnTo>
                  <a:lnTo>
                    <a:pt x="1942973" y="1449959"/>
                  </a:lnTo>
                  <a:lnTo>
                    <a:pt x="1951355" y="1426845"/>
                  </a:lnTo>
                  <a:lnTo>
                    <a:pt x="1959483" y="1409446"/>
                  </a:lnTo>
                  <a:lnTo>
                    <a:pt x="1967103" y="1392174"/>
                  </a:lnTo>
                  <a:lnTo>
                    <a:pt x="1974342" y="1369060"/>
                  </a:lnTo>
                  <a:lnTo>
                    <a:pt x="1981200" y="1351661"/>
                  </a:lnTo>
                  <a:lnTo>
                    <a:pt x="1987677" y="1334389"/>
                  </a:lnTo>
                  <a:lnTo>
                    <a:pt x="1993646" y="1311275"/>
                  </a:lnTo>
                  <a:lnTo>
                    <a:pt x="1999234" y="1294003"/>
                  </a:lnTo>
                  <a:lnTo>
                    <a:pt x="2004568" y="1270889"/>
                  </a:lnTo>
                  <a:lnTo>
                    <a:pt x="2009394" y="1253490"/>
                  </a:lnTo>
                  <a:lnTo>
                    <a:pt x="2013712" y="1230376"/>
                  </a:lnTo>
                  <a:lnTo>
                    <a:pt x="2017776" y="1213104"/>
                  </a:lnTo>
                  <a:lnTo>
                    <a:pt x="2021459" y="1189990"/>
                  </a:lnTo>
                  <a:lnTo>
                    <a:pt x="2024634" y="1172591"/>
                  </a:lnTo>
                  <a:lnTo>
                    <a:pt x="2027428" y="1149477"/>
                  </a:lnTo>
                  <a:lnTo>
                    <a:pt x="2029841" y="1132205"/>
                  </a:lnTo>
                  <a:lnTo>
                    <a:pt x="2033524" y="1091819"/>
                  </a:lnTo>
                  <a:lnTo>
                    <a:pt x="2035556" y="1051306"/>
                  </a:lnTo>
                  <a:lnTo>
                    <a:pt x="2035937" y="1028192"/>
                  </a:lnTo>
                  <a:lnTo>
                    <a:pt x="2035937" y="1010920"/>
                  </a:lnTo>
                  <a:close/>
                </a:path>
              </a:pathLst>
            </a:custGeom>
            <a:solidFill>
              <a:srgbClr val="00B800">
                <a:alpha val="90194"/>
              </a:srgbClr>
            </a:solidFill>
          </p:spPr>
          <p:txBody>
            <a:bodyPr wrap="square" lIns="0" tIns="0" rIns="0" bIns="0" rtlCol="0"/>
            <a:lstStyle/>
            <a:p>
              <a:endParaRPr/>
            </a:p>
          </p:txBody>
        </p:sp>
        <p:pic>
          <p:nvPicPr>
            <p:cNvPr id="66" name="object 66"/>
            <p:cNvPicPr/>
            <p:nvPr/>
          </p:nvPicPr>
          <p:blipFill>
            <a:blip r:embed="rId13" cstate="print"/>
            <a:stretch>
              <a:fillRect/>
            </a:stretch>
          </p:blipFill>
          <p:spPr>
            <a:xfrm>
              <a:off x="6393180" y="3889248"/>
              <a:ext cx="1341120" cy="1338071"/>
            </a:xfrm>
            <a:prstGeom prst="rect">
              <a:avLst/>
            </a:prstGeom>
          </p:spPr>
        </p:pic>
        <p:sp>
          <p:nvSpPr>
            <p:cNvPr id="67" name="object 67"/>
            <p:cNvSpPr/>
            <p:nvPr/>
          </p:nvSpPr>
          <p:spPr>
            <a:xfrm>
              <a:off x="6393180" y="3889248"/>
              <a:ext cx="1341120" cy="1337945"/>
            </a:xfrm>
            <a:custGeom>
              <a:avLst/>
              <a:gdLst/>
              <a:ahLst/>
              <a:cxnLst/>
              <a:rect l="l" t="t" r="r" b="b"/>
              <a:pathLst>
                <a:path w="1341120" h="1337945">
                  <a:moveTo>
                    <a:pt x="1144524" y="195960"/>
                  </a:moveTo>
                  <a:lnTo>
                    <a:pt x="1174750" y="228091"/>
                  </a:lnTo>
                  <a:lnTo>
                    <a:pt x="1202309" y="261619"/>
                  </a:lnTo>
                  <a:lnTo>
                    <a:pt x="1227454" y="296418"/>
                  </a:lnTo>
                  <a:lnTo>
                    <a:pt x="1250188" y="332485"/>
                  </a:lnTo>
                  <a:lnTo>
                    <a:pt x="1270253" y="369569"/>
                  </a:lnTo>
                  <a:lnTo>
                    <a:pt x="1287779" y="407669"/>
                  </a:lnTo>
                  <a:lnTo>
                    <a:pt x="1302893" y="446404"/>
                  </a:lnTo>
                  <a:lnTo>
                    <a:pt x="1315466" y="486028"/>
                  </a:lnTo>
                  <a:lnTo>
                    <a:pt x="1325499" y="526033"/>
                  </a:lnTo>
                  <a:lnTo>
                    <a:pt x="1333119" y="566546"/>
                  </a:lnTo>
                  <a:lnTo>
                    <a:pt x="1338072" y="607440"/>
                  </a:lnTo>
                  <a:lnTo>
                    <a:pt x="1340612" y="648462"/>
                  </a:lnTo>
                  <a:lnTo>
                    <a:pt x="1340993" y="669035"/>
                  </a:lnTo>
                  <a:lnTo>
                    <a:pt x="1340612" y="689482"/>
                  </a:lnTo>
                  <a:lnTo>
                    <a:pt x="1338072" y="730503"/>
                  </a:lnTo>
                  <a:lnTo>
                    <a:pt x="1333119" y="771397"/>
                  </a:lnTo>
                  <a:lnTo>
                    <a:pt x="1325499" y="811910"/>
                  </a:lnTo>
                  <a:lnTo>
                    <a:pt x="1315466" y="852043"/>
                  </a:lnTo>
                  <a:lnTo>
                    <a:pt x="1302893" y="891539"/>
                  </a:lnTo>
                  <a:lnTo>
                    <a:pt x="1287779" y="930401"/>
                  </a:lnTo>
                  <a:lnTo>
                    <a:pt x="1270253" y="968375"/>
                  </a:lnTo>
                  <a:lnTo>
                    <a:pt x="1250188" y="1005458"/>
                  </a:lnTo>
                  <a:lnTo>
                    <a:pt x="1227454" y="1041526"/>
                  </a:lnTo>
                  <a:lnTo>
                    <a:pt x="1202309" y="1076452"/>
                  </a:lnTo>
                  <a:lnTo>
                    <a:pt x="1174750" y="1109979"/>
                  </a:lnTo>
                  <a:lnTo>
                    <a:pt x="1144524" y="1141983"/>
                  </a:lnTo>
                  <a:lnTo>
                    <a:pt x="1112393" y="1172083"/>
                  </a:lnTo>
                  <a:lnTo>
                    <a:pt x="1078738" y="1199769"/>
                  </a:lnTo>
                  <a:lnTo>
                    <a:pt x="1043813" y="1224788"/>
                  </a:lnTo>
                  <a:lnTo>
                    <a:pt x="1007745" y="1247394"/>
                  </a:lnTo>
                  <a:lnTo>
                    <a:pt x="970534" y="1267459"/>
                  </a:lnTo>
                  <a:lnTo>
                    <a:pt x="932434" y="1284985"/>
                  </a:lnTo>
                  <a:lnTo>
                    <a:pt x="893445" y="1300099"/>
                  </a:lnTo>
                  <a:lnTo>
                    <a:pt x="853821" y="1312545"/>
                  </a:lnTo>
                  <a:lnTo>
                    <a:pt x="813689" y="1322577"/>
                  </a:lnTo>
                  <a:lnTo>
                    <a:pt x="773049" y="1330197"/>
                  </a:lnTo>
                  <a:lnTo>
                    <a:pt x="732154" y="1335151"/>
                  </a:lnTo>
                  <a:lnTo>
                    <a:pt x="691006" y="1337690"/>
                  </a:lnTo>
                  <a:lnTo>
                    <a:pt x="670433" y="1337945"/>
                  </a:lnTo>
                  <a:lnTo>
                    <a:pt x="649859" y="1337690"/>
                  </a:lnTo>
                  <a:lnTo>
                    <a:pt x="608711" y="1335151"/>
                  </a:lnTo>
                  <a:lnTo>
                    <a:pt x="567817" y="1330197"/>
                  </a:lnTo>
                  <a:lnTo>
                    <a:pt x="527176" y="1322577"/>
                  </a:lnTo>
                  <a:lnTo>
                    <a:pt x="487045" y="1312545"/>
                  </a:lnTo>
                  <a:lnTo>
                    <a:pt x="447421" y="1300099"/>
                  </a:lnTo>
                  <a:lnTo>
                    <a:pt x="408559" y="1284985"/>
                  </a:lnTo>
                  <a:lnTo>
                    <a:pt x="370331" y="1267459"/>
                  </a:lnTo>
                  <a:lnTo>
                    <a:pt x="333248" y="1247394"/>
                  </a:lnTo>
                  <a:lnTo>
                    <a:pt x="297052" y="1224788"/>
                  </a:lnTo>
                  <a:lnTo>
                    <a:pt x="262127" y="1199769"/>
                  </a:lnTo>
                  <a:lnTo>
                    <a:pt x="228600" y="1172083"/>
                  </a:lnTo>
                  <a:lnTo>
                    <a:pt x="196342" y="1141983"/>
                  </a:lnTo>
                  <a:lnTo>
                    <a:pt x="166243" y="1109979"/>
                  </a:lnTo>
                  <a:lnTo>
                    <a:pt x="138556" y="1076452"/>
                  </a:lnTo>
                  <a:lnTo>
                    <a:pt x="113411" y="1041526"/>
                  </a:lnTo>
                  <a:lnTo>
                    <a:pt x="90805" y="1005458"/>
                  </a:lnTo>
                  <a:lnTo>
                    <a:pt x="70739" y="968375"/>
                  </a:lnTo>
                  <a:lnTo>
                    <a:pt x="53086" y="930401"/>
                  </a:lnTo>
                  <a:lnTo>
                    <a:pt x="37973" y="891539"/>
                  </a:lnTo>
                  <a:lnTo>
                    <a:pt x="25400" y="852043"/>
                  </a:lnTo>
                  <a:lnTo>
                    <a:pt x="15367" y="811910"/>
                  </a:lnTo>
                  <a:lnTo>
                    <a:pt x="7874" y="771397"/>
                  </a:lnTo>
                  <a:lnTo>
                    <a:pt x="2794" y="730503"/>
                  </a:lnTo>
                  <a:lnTo>
                    <a:pt x="254" y="689482"/>
                  </a:lnTo>
                  <a:lnTo>
                    <a:pt x="0" y="669035"/>
                  </a:lnTo>
                  <a:lnTo>
                    <a:pt x="254" y="648462"/>
                  </a:lnTo>
                  <a:lnTo>
                    <a:pt x="2794" y="607440"/>
                  </a:lnTo>
                  <a:lnTo>
                    <a:pt x="7874" y="566546"/>
                  </a:lnTo>
                  <a:lnTo>
                    <a:pt x="15367" y="526033"/>
                  </a:lnTo>
                  <a:lnTo>
                    <a:pt x="25400" y="486028"/>
                  </a:lnTo>
                  <a:lnTo>
                    <a:pt x="37973" y="446404"/>
                  </a:lnTo>
                  <a:lnTo>
                    <a:pt x="53086" y="407669"/>
                  </a:lnTo>
                  <a:lnTo>
                    <a:pt x="70739" y="369569"/>
                  </a:lnTo>
                  <a:lnTo>
                    <a:pt x="90805" y="332485"/>
                  </a:lnTo>
                  <a:lnTo>
                    <a:pt x="113411" y="296418"/>
                  </a:lnTo>
                  <a:lnTo>
                    <a:pt x="138556" y="261619"/>
                  </a:lnTo>
                  <a:lnTo>
                    <a:pt x="166243" y="228091"/>
                  </a:lnTo>
                  <a:lnTo>
                    <a:pt x="196342" y="195960"/>
                  </a:lnTo>
                  <a:lnTo>
                    <a:pt x="228600" y="165862"/>
                  </a:lnTo>
                  <a:lnTo>
                    <a:pt x="262127" y="138302"/>
                  </a:lnTo>
                  <a:lnTo>
                    <a:pt x="297052" y="113156"/>
                  </a:lnTo>
                  <a:lnTo>
                    <a:pt x="333248" y="90550"/>
                  </a:lnTo>
                  <a:lnTo>
                    <a:pt x="370331" y="70484"/>
                  </a:lnTo>
                  <a:lnTo>
                    <a:pt x="408559" y="52958"/>
                  </a:lnTo>
                  <a:lnTo>
                    <a:pt x="447421" y="37972"/>
                  </a:lnTo>
                  <a:lnTo>
                    <a:pt x="487045" y="25400"/>
                  </a:lnTo>
                  <a:lnTo>
                    <a:pt x="527176" y="15366"/>
                  </a:lnTo>
                  <a:lnTo>
                    <a:pt x="567817" y="7874"/>
                  </a:lnTo>
                  <a:lnTo>
                    <a:pt x="608711" y="2793"/>
                  </a:lnTo>
                  <a:lnTo>
                    <a:pt x="649859" y="253"/>
                  </a:lnTo>
                  <a:lnTo>
                    <a:pt x="670433" y="0"/>
                  </a:lnTo>
                  <a:lnTo>
                    <a:pt x="691006" y="253"/>
                  </a:lnTo>
                  <a:lnTo>
                    <a:pt x="732154" y="2793"/>
                  </a:lnTo>
                  <a:lnTo>
                    <a:pt x="773049" y="7874"/>
                  </a:lnTo>
                  <a:lnTo>
                    <a:pt x="813689" y="15366"/>
                  </a:lnTo>
                  <a:lnTo>
                    <a:pt x="853821" y="25400"/>
                  </a:lnTo>
                  <a:lnTo>
                    <a:pt x="893445" y="37972"/>
                  </a:lnTo>
                  <a:lnTo>
                    <a:pt x="932434" y="52958"/>
                  </a:lnTo>
                  <a:lnTo>
                    <a:pt x="970534" y="70484"/>
                  </a:lnTo>
                  <a:lnTo>
                    <a:pt x="1007745" y="90550"/>
                  </a:lnTo>
                  <a:lnTo>
                    <a:pt x="1043813" y="113156"/>
                  </a:lnTo>
                  <a:lnTo>
                    <a:pt x="1078738" y="138302"/>
                  </a:lnTo>
                  <a:lnTo>
                    <a:pt x="1112393" y="165862"/>
                  </a:lnTo>
                  <a:lnTo>
                    <a:pt x="1144524" y="195960"/>
                  </a:lnTo>
                  <a:close/>
                </a:path>
              </a:pathLst>
            </a:custGeom>
            <a:ln w="20941">
              <a:solidFill>
                <a:srgbClr val="7371E9"/>
              </a:solidFill>
            </a:ln>
          </p:spPr>
          <p:txBody>
            <a:bodyPr wrap="square" lIns="0" tIns="0" rIns="0" bIns="0" rtlCol="0"/>
            <a:lstStyle/>
            <a:p>
              <a:endParaRPr/>
            </a:p>
          </p:txBody>
        </p:sp>
        <p:pic>
          <p:nvPicPr>
            <p:cNvPr id="68" name="object 68"/>
            <p:cNvPicPr/>
            <p:nvPr/>
          </p:nvPicPr>
          <p:blipFill>
            <a:blip r:embed="rId14" cstate="print"/>
            <a:stretch>
              <a:fillRect/>
            </a:stretch>
          </p:blipFill>
          <p:spPr>
            <a:xfrm>
              <a:off x="5753100" y="3892296"/>
              <a:ext cx="1331976" cy="1328927"/>
            </a:xfrm>
            <a:prstGeom prst="rect">
              <a:avLst/>
            </a:prstGeom>
          </p:spPr>
        </p:pic>
        <p:sp>
          <p:nvSpPr>
            <p:cNvPr id="69" name="object 69"/>
            <p:cNvSpPr/>
            <p:nvPr/>
          </p:nvSpPr>
          <p:spPr>
            <a:xfrm>
              <a:off x="5753100" y="3892296"/>
              <a:ext cx="1332230" cy="1329055"/>
            </a:xfrm>
            <a:custGeom>
              <a:avLst/>
              <a:gdLst/>
              <a:ahLst/>
              <a:cxnLst/>
              <a:rect l="l" t="t" r="r" b="b"/>
              <a:pathLst>
                <a:path w="1332229" h="1329054">
                  <a:moveTo>
                    <a:pt x="1136777" y="194563"/>
                  </a:moveTo>
                  <a:lnTo>
                    <a:pt x="1166749" y="226440"/>
                  </a:lnTo>
                  <a:lnTo>
                    <a:pt x="1194180" y="259841"/>
                  </a:lnTo>
                  <a:lnTo>
                    <a:pt x="1219200" y="294385"/>
                  </a:lnTo>
                  <a:lnTo>
                    <a:pt x="1241552" y="330199"/>
                  </a:lnTo>
                  <a:lnTo>
                    <a:pt x="1261618" y="367029"/>
                  </a:lnTo>
                  <a:lnTo>
                    <a:pt x="1279017" y="404875"/>
                  </a:lnTo>
                  <a:lnTo>
                    <a:pt x="1294002" y="443356"/>
                  </a:lnTo>
                  <a:lnTo>
                    <a:pt x="1306576" y="482599"/>
                  </a:lnTo>
                  <a:lnTo>
                    <a:pt x="1316481" y="522477"/>
                  </a:lnTo>
                  <a:lnTo>
                    <a:pt x="1323975" y="562736"/>
                  </a:lnTo>
                  <a:lnTo>
                    <a:pt x="1328927" y="603249"/>
                  </a:lnTo>
                  <a:lnTo>
                    <a:pt x="1331468" y="644016"/>
                  </a:lnTo>
                  <a:lnTo>
                    <a:pt x="1331849" y="664463"/>
                  </a:lnTo>
                  <a:lnTo>
                    <a:pt x="1331468" y="684783"/>
                  </a:lnTo>
                  <a:lnTo>
                    <a:pt x="1328927" y="725551"/>
                  </a:lnTo>
                  <a:lnTo>
                    <a:pt x="1323975" y="766063"/>
                  </a:lnTo>
                  <a:lnTo>
                    <a:pt x="1316481" y="806322"/>
                  </a:lnTo>
                  <a:lnTo>
                    <a:pt x="1306576" y="846201"/>
                  </a:lnTo>
                  <a:lnTo>
                    <a:pt x="1294002" y="885443"/>
                  </a:lnTo>
                  <a:lnTo>
                    <a:pt x="1279017" y="924051"/>
                  </a:lnTo>
                  <a:lnTo>
                    <a:pt x="1261618" y="961770"/>
                  </a:lnTo>
                  <a:lnTo>
                    <a:pt x="1241552" y="998601"/>
                  </a:lnTo>
                  <a:lnTo>
                    <a:pt x="1219200" y="1034414"/>
                  </a:lnTo>
                  <a:lnTo>
                    <a:pt x="1194180" y="1069085"/>
                  </a:lnTo>
                  <a:lnTo>
                    <a:pt x="1166749" y="1102359"/>
                  </a:lnTo>
                  <a:lnTo>
                    <a:pt x="1136777" y="1134236"/>
                  </a:lnTo>
                  <a:lnTo>
                    <a:pt x="1104773" y="1164081"/>
                  </a:lnTo>
                  <a:lnTo>
                    <a:pt x="1071372" y="1191514"/>
                  </a:lnTo>
                  <a:lnTo>
                    <a:pt x="1036701" y="1216405"/>
                  </a:lnTo>
                  <a:lnTo>
                    <a:pt x="1000886" y="1238884"/>
                  </a:lnTo>
                  <a:lnTo>
                    <a:pt x="963929" y="1258823"/>
                  </a:lnTo>
                  <a:lnTo>
                    <a:pt x="926083" y="1276222"/>
                  </a:lnTo>
                  <a:lnTo>
                    <a:pt x="887349" y="1291208"/>
                  </a:lnTo>
                  <a:lnTo>
                    <a:pt x="848105" y="1303654"/>
                  </a:lnTo>
                  <a:lnTo>
                    <a:pt x="808101" y="1313560"/>
                  </a:lnTo>
                  <a:lnTo>
                    <a:pt x="767842" y="1321053"/>
                  </a:lnTo>
                  <a:lnTo>
                    <a:pt x="727201" y="1326006"/>
                  </a:lnTo>
                  <a:lnTo>
                    <a:pt x="686308" y="1328546"/>
                  </a:lnTo>
                  <a:lnTo>
                    <a:pt x="665861" y="1328801"/>
                  </a:lnTo>
                  <a:lnTo>
                    <a:pt x="645413" y="1328546"/>
                  </a:lnTo>
                  <a:lnTo>
                    <a:pt x="604647" y="1326006"/>
                  </a:lnTo>
                  <a:lnTo>
                    <a:pt x="564007" y="1321053"/>
                  </a:lnTo>
                  <a:lnTo>
                    <a:pt x="523621" y="1313560"/>
                  </a:lnTo>
                  <a:lnTo>
                    <a:pt x="483742" y="1303654"/>
                  </a:lnTo>
                  <a:lnTo>
                    <a:pt x="444373" y="1291208"/>
                  </a:lnTo>
                  <a:lnTo>
                    <a:pt x="405764" y="1276222"/>
                  </a:lnTo>
                  <a:lnTo>
                    <a:pt x="367919" y="1258823"/>
                  </a:lnTo>
                  <a:lnTo>
                    <a:pt x="330962" y="1238884"/>
                  </a:lnTo>
                  <a:lnTo>
                    <a:pt x="295021" y="1216405"/>
                  </a:lnTo>
                  <a:lnTo>
                    <a:pt x="260350" y="1191514"/>
                  </a:lnTo>
                  <a:lnTo>
                    <a:pt x="226949" y="1164081"/>
                  </a:lnTo>
                  <a:lnTo>
                    <a:pt x="195072" y="1134236"/>
                  </a:lnTo>
                  <a:lnTo>
                    <a:pt x="165100" y="1102359"/>
                  </a:lnTo>
                  <a:lnTo>
                    <a:pt x="137667" y="1069085"/>
                  </a:lnTo>
                  <a:lnTo>
                    <a:pt x="112649" y="1034414"/>
                  </a:lnTo>
                  <a:lnTo>
                    <a:pt x="90170" y="998601"/>
                  </a:lnTo>
                  <a:lnTo>
                    <a:pt x="70230" y="961770"/>
                  </a:lnTo>
                  <a:lnTo>
                    <a:pt x="52704" y="924051"/>
                  </a:lnTo>
                  <a:lnTo>
                    <a:pt x="37719" y="885443"/>
                  </a:lnTo>
                  <a:lnTo>
                    <a:pt x="25273" y="846201"/>
                  </a:lnTo>
                  <a:lnTo>
                    <a:pt x="15239" y="806322"/>
                  </a:lnTo>
                  <a:lnTo>
                    <a:pt x="7747" y="766063"/>
                  </a:lnTo>
                  <a:lnTo>
                    <a:pt x="2794" y="725551"/>
                  </a:lnTo>
                  <a:lnTo>
                    <a:pt x="253" y="684783"/>
                  </a:lnTo>
                  <a:lnTo>
                    <a:pt x="0" y="664463"/>
                  </a:lnTo>
                  <a:lnTo>
                    <a:pt x="253" y="644016"/>
                  </a:lnTo>
                  <a:lnTo>
                    <a:pt x="2794" y="603249"/>
                  </a:lnTo>
                  <a:lnTo>
                    <a:pt x="7747" y="562736"/>
                  </a:lnTo>
                  <a:lnTo>
                    <a:pt x="15239" y="522477"/>
                  </a:lnTo>
                  <a:lnTo>
                    <a:pt x="25273" y="482599"/>
                  </a:lnTo>
                  <a:lnTo>
                    <a:pt x="37719" y="443356"/>
                  </a:lnTo>
                  <a:lnTo>
                    <a:pt x="52704" y="404875"/>
                  </a:lnTo>
                  <a:lnTo>
                    <a:pt x="70230" y="367029"/>
                  </a:lnTo>
                  <a:lnTo>
                    <a:pt x="90170" y="330199"/>
                  </a:lnTo>
                  <a:lnTo>
                    <a:pt x="112649" y="294385"/>
                  </a:lnTo>
                  <a:lnTo>
                    <a:pt x="137667" y="259841"/>
                  </a:lnTo>
                  <a:lnTo>
                    <a:pt x="165100" y="226440"/>
                  </a:lnTo>
                  <a:lnTo>
                    <a:pt x="195072" y="194563"/>
                  </a:lnTo>
                  <a:lnTo>
                    <a:pt x="226949" y="164718"/>
                  </a:lnTo>
                  <a:lnTo>
                    <a:pt x="260350" y="137286"/>
                  </a:lnTo>
                  <a:lnTo>
                    <a:pt x="295021" y="112394"/>
                  </a:lnTo>
                  <a:lnTo>
                    <a:pt x="330962" y="90042"/>
                  </a:lnTo>
                  <a:lnTo>
                    <a:pt x="367919" y="70103"/>
                  </a:lnTo>
                  <a:lnTo>
                    <a:pt x="405764" y="52577"/>
                  </a:lnTo>
                  <a:lnTo>
                    <a:pt x="444373" y="37718"/>
                  </a:lnTo>
                  <a:lnTo>
                    <a:pt x="483742" y="25272"/>
                  </a:lnTo>
                  <a:lnTo>
                    <a:pt x="523621" y="15239"/>
                  </a:lnTo>
                  <a:lnTo>
                    <a:pt x="564007" y="7746"/>
                  </a:lnTo>
                  <a:lnTo>
                    <a:pt x="604647" y="2793"/>
                  </a:lnTo>
                  <a:lnTo>
                    <a:pt x="645413" y="253"/>
                  </a:lnTo>
                  <a:lnTo>
                    <a:pt x="665861" y="0"/>
                  </a:lnTo>
                  <a:lnTo>
                    <a:pt x="686308" y="253"/>
                  </a:lnTo>
                  <a:lnTo>
                    <a:pt x="727201" y="2793"/>
                  </a:lnTo>
                  <a:lnTo>
                    <a:pt x="767842" y="7746"/>
                  </a:lnTo>
                  <a:lnTo>
                    <a:pt x="808101" y="15239"/>
                  </a:lnTo>
                  <a:lnTo>
                    <a:pt x="848105" y="25272"/>
                  </a:lnTo>
                  <a:lnTo>
                    <a:pt x="887349" y="37718"/>
                  </a:lnTo>
                  <a:lnTo>
                    <a:pt x="926083" y="52577"/>
                  </a:lnTo>
                  <a:lnTo>
                    <a:pt x="963929" y="70103"/>
                  </a:lnTo>
                  <a:lnTo>
                    <a:pt x="1000886" y="90042"/>
                  </a:lnTo>
                  <a:lnTo>
                    <a:pt x="1036701" y="112394"/>
                  </a:lnTo>
                  <a:lnTo>
                    <a:pt x="1071372" y="137286"/>
                  </a:lnTo>
                  <a:lnTo>
                    <a:pt x="1104773" y="164718"/>
                  </a:lnTo>
                  <a:lnTo>
                    <a:pt x="1136777" y="194563"/>
                  </a:lnTo>
                  <a:close/>
                </a:path>
              </a:pathLst>
            </a:custGeom>
            <a:ln w="20941">
              <a:solidFill>
                <a:srgbClr val="12A4CF"/>
              </a:solidFill>
            </a:ln>
          </p:spPr>
          <p:txBody>
            <a:bodyPr wrap="square" lIns="0" tIns="0" rIns="0" bIns="0" rtlCol="0"/>
            <a:lstStyle/>
            <a:p>
              <a:endParaRPr/>
            </a:p>
          </p:txBody>
        </p:sp>
      </p:grpSp>
      <p:sp>
        <p:nvSpPr>
          <p:cNvPr id="70" name="object 70"/>
          <p:cNvSpPr txBox="1"/>
          <p:nvPr/>
        </p:nvSpPr>
        <p:spPr>
          <a:xfrm>
            <a:off x="6358254" y="3160547"/>
            <a:ext cx="754380" cy="455295"/>
          </a:xfrm>
          <a:prstGeom prst="rect">
            <a:avLst/>
          </a:prstGeom>
        </p:spPr>
        <p:txBody>
          <a:bodyPr vert="horz" wrap="square" lIns="0" tIns="12065" rIns="0" bIns="0" rtlCol="0">
            <a:spAutoFit/>
          </a:bodyPr>
          <a:lstStyle/>
          <a:p>
            <a:pPr marL="143510" marR="5080" indent="-131445">
              <a:lnSpc>
                <a:spcPct val="128200"/>
              </a:lnSpc>
              <a:spcBef>
                <a:spcPts val="95"/>
              </a:spcBef>
            </a:pPr>
            <a:r>
              <a:rPr sz="1100" spc="70" dirty="0">
                <a:solidFill>
                  <a:srgbClr val="FFFFFF"/>
                </a:solidFill>
                <a:latin typeface="Microsoft YaHei"/>
                <a:cs typeface="Microsoft YaHei"/>
              </a:rPr>
              <a:t>LINE</a:t>
            </a:r>
            <a:r>
              <a:rPr sz="1100" spc="-10" dirty="0">
                <a:solidFill>
                  <a:srgbClr val="FFFFFF"/>
                </a:solidFill>
                <a:latin typeface="Microsoft YaHei"/>
                <a:cs typeface="Microsoft YaHei"/>
              </a:rPr>
              <a:t> </a:t>
            </a:r>
            <a:r>
              <a:rPr sz="1100" spc="50" dirty="0">
                <a:solidFill>
                  <a:srgbClr val="FFFFFF"/>
                </a:solidFill>
                <a:latin typeface="Microsoft YaHei"/>
                <a:cs typeface="Microsoft YaHei"/>
              </a:rPr>
              <a:t>Only </a:t>
            </a:r>
            <a:r>
              <a:rPr sz="1100" spc="-310" dirty="0">
                <a:solidFill>
                  <a:srgbClr val="FFFFFF"/>
                </a:solidFill>
                <a:latin typeface="Microsoft YaHei"/>
                <a:cs typeface="Microsoft YaHei"/>
              </a:rPr>
              <a:t> </a:t>
            </a:r>
            <a:r>
              <a:rPr sz="1100" spc="114" dirty="0">
                <a:solidFill>
                  <a:srgbClr val="FFFFFF"/>
                </a:solidFill>
                <a:latin typeface="Microsoft YaHei"/>
                <a:cs typeface="Microsoft YaHei"/>
              </a:rPr>
              <a:t>4</a:t>
            </a:r>
            <a:r>
              <a:rPr sz="1100" spc="5" dirty="0">
                <a:solidFill>
                  <a:srgbClr val="FFFFFF"/>
                </a:solidFill>
                <a:latin typeface="Microsoft YaHei"/>
                <a:cs typeface="Microsoft YaHei"/>
              </a:rPr>
              <a:t>0</a:t>
            </a:r>
            <a:r>
              <a:rPr sz="1100" spc="-215" dirty="0">
                <a:solidFill>
                  <a:srgbClr val="FFFFFF"/>
                </a:solidFill>
                <a:latin typeface="Microsoft YaHei"/>
                <a:cs typeface="Microsoft YaHei"/>
              </a:rPr>
              <a:t> </a:t>
            </a:r>
            <a:r>
              <a:rPr sz="1100" dirty="0">
                <a:solidFill>
                  <a:srgbClr val="FFFFFF"/>
                </a:solidFill>
                <a:latin typeface="Microsoft YaHei"/>
                <a:cs typeface="Microsoft YaHei"/>
              </a:rPr>
              <a:t>.</a:t>
            </a:r>
            <a:r>
              <a:rPr sz="1100" spc="-225" dirty="0">
                <a:solidFill>
                  <a:srgbClr val="FFFFFF"/>
                </a:solidFill>
                <a:latin typeface="Microsoft YaHei"/>
                <a:cs typeface="Microsoft YaHei"/>
              </a:rPr>
              <a:t> </a:t>
            </a:r>
            <a:r>
              <a:rPr sz="1100" spc="5" dirty="0">
                <a:solidFill>
                  <a:srgbClr val="FFFFFF"/>
                </a:solidFill>
                <a:latin typeface="Microsoft YaHei"/>
                <a:cs typeface="Microsoft YaHei"/>
              </a:rPr>
              <a:t>6</a:t>
            </a:r>
            <a:r>
              <a:rPr sz="1100" spc="-215" dirty="0">
                <a:solidFill>
                  <a:srgbClr val="FFFFFF"/>
                </a:solidFill>
                <a:latin typeface="Microsoft YaHei"/>
                <a:cs typeface="Microsoft YaHei"/>
              </a:rPr>
              <a:t> </a:t>
            </a:r>
            <a:r>
              <a:rPr sz="1100" spc="10" dirty="0">
                <a:solidFill>
                  <a:srgbClr val="FFFFFF"/>
                </a:solidFill>
                <a:latin typeface="Microsoft YaHei"/>
                <a:cs typeface="Microsoft YaHei"/>
              </a:rPr>
              <a:t>%</a:t>
            </a:r>
            <a:endParaRPr sz="1100">
              <a:latin typeface="Microsoft YaHei"/>
              <a:cs typeface="Microsoft YaHei"/>
            </a:endParaRPr>
          </a:p>
        </p:txBody>
      </p:sp>
      <p:sp>
        <p:nvSpPr>
          <p:cNvPr id="71" name="object 71"/>
          <p:cNvSpPr txBox="1"/>
          <p:nvPr/>
        </p:nvSpPr>
        <p:spPr>
          <a:xfrm>
            <a:off x="6568820" y="4106367"/>
            <a:ext cx="343535" cy="604520"/>
          </a:xfrm>
          <a:prstGeom prst="rect">
            <a:avLst/>
          </a:prstGeom>
        </p:spPr>
        <p:txBody>
          <a:bodyPr vert="horz" wrap="square" lIns="0" tIns="25400" rIns="0" bIns="0" rtlCol="0">
            <a:spAutoFit/>
          </a:bodyPr>
          <a:lstStyle/>
          <a:p>
            <a:pPr algn="ctr">
              <a:lnSpc>
                <a:spcPct val="100000"/>
              </a:lnSpc>
              <a:spcBef>
                <a:spcPts val="200"/>
              </a:spcBef>
            </a:pPr>
            <a:r>
              <a:rPr sz="500" spc="20" dirty="0">
                <a:solidFill>
                  <a:srgbClr val="FFFFFF"/>
                </a:solidFill>
                <a:latin typeface="Microsoft YaHei"/>
                <a:cs typeface="Microsoft YaHei"/>
              </a:rPr>
              <a:t>LINE</a:t>
            </a:r>
            <a:endParaRPr sz="500">
              <a:latin typeface="Microsoft YaHei"/>
              <a:cs typeface="Microsoft YaHei"/>
            </a:endParaRPr>
          </a:p>
          <a:p>
            <a:pPr marL="5080" algn="ctr">
              <a:lnSpc>
                <a:spcPct val="100000"/>
              </a:lnSpc>
              <a:spcBef>
                <a:spcPts val="110"/>
              </a:spcBef>
            </a:pPr>
            <a:r>
              <a:rPr sz="500" spc="25" dirty="0">
                <a:solidFill>
                  <a:srgbClr val="FFFFFF"/>
                </a:solidFill>
                <a:latin typeface="Microsoft YaHei"/>
                <a:cs typeface="Microsoft YaHei"/>
              </a:rPr>
              <a:t>＋</a:t>
            </a:r>
            <a:endParaRPr sz="500">
              <a:latin typeface="Microsoft YaHei"/>
              <a:cs typeface="Microsoft YaHei"/>
            </a:endParaRPr>
          </a:p>
          <a:p>
            <a:pPr marL="2540" algn="ctr">
              <a:lnSpc>
                <a:spcPct val="100000"/>
              </a:lnSpc>
              <a:spcBef>
                <a:spcPts val="190"/>
              </a:spcBef>
            </a:pPr>
            <a:r>
              <a:rPr sz="500" spc="5" dirty="0">
                <a:solidFill>
                  <a:srgbClr val="FFFFFF"/>
                </a:solidFill>
                <a:latin typeface="Microsoft YaHei"/>
                <a:cs typeface="Microsoft YaHei"/>
              </a:rPr>
              <a:t>Twitter</a:t>
            </a:r>
            <a:endParaRPr sz="500">
              <a:latin typeface="Microsoft YaHei"/>
              <a:cs typeface="Microsoft YaHei"/>
            </a:endParaRPr>
          </a:p>
          <a:p>
            <a:pPr marL="1905" algn="ctr">
              <a:lnSpc>
                <a:spcPct val="100000"/>
              </a:lnSpc>
              <a:spcBef>
                <a:spcPts val="180"/>
              </a:spcBef>
            </a:pPr>
            <a:r>
              <a:rPr sz="500" spc="25" dirty="0">
                <a:solidFill>
                  <a:srgbClr val="FFFFFF"/>
                </a:solidFill>
                <a:latin typeface="Microsoft YaHei"/>
                <a:cs typeface="Microsoft YaHei"/>
              </a:rPr>
              <a:t>＋</a:t>
            </a:r>
            <a:endParaRPr sz="500">
              <a:latin typeface="Microsoft YaHei"/>
              <a:cs typeface="Microsoft YaHei"/>
            </a:endParaRPr>
          </a:p>
          <a:p>
            <a:pPr marL="12700" marR="5080" algn="ctr">
              <a:lnSpc>
                <a:spcPts val="790"/>
              </a:lnSpc>
              <a:spcBef>
                <a:spcPts val="50"/>
              </a:spcBef>
            </a:pPr>
            <a:r>
              <a:rPr sz="500" spc="20" dirty="0">
                <a:solidFill>
                  <a:srgbClr val="FFFFFF"/>
                </a:solidFill>
                <a:latin typeface="Microsoft YaHei"/>
                <a:cs typeface="Microsoft YaHei"/>
              </a:rPr>
              <a:t>Fa</a:t>
            </a:r>
            <a:r>
              <a:rPr sz="500" spc="25" dirty="0">
                <a:solidFill>
                  <a:srgbClr val="FFFFFF"/>
                </a:solidFill>
                <a:latin typeface="Microsoft YaHei"/>
                <a:cs typeface="Microsoft YaHei"/>
              </a:rPr>
              <a:t>ceboo</a:t>
            </a:r>
            <a:r>
              <a:rPr sz="500" spc="10" dirty="0">
                <a:solidFill>
                  <a:srgbClr val="FFFFFF"/>
                </a:solidFill>
                <a:latin typeface="Microsoft YaHei"/>
                <a:cs typeface="Microsoft YaHei"/>
              </a:rPr>
              <a:t>k  </a:t>
            </a:r>
            <a:r>
              <a:rPr sz="500" spc="35" dirty="0">
                <a:solidFill>
                  <a:srgbClr val="FFFFFF"/>
                </a:solidFill>
                <a:latin typeface="Microsoft YaHei"/>
                <a:cs typeface="Microsoft YaHei"/>
              </a:rPr>
              <a:t>14.6%</a:t>
            </a:r>
            <a:endParaRPr sz="500">
              <a:latin typeface="Microsoft YaHei"/>
              <a:cs typeface="Microsoft YaHei"/>
            </a:endParaRPr>
          </a:p>
        </p:txBody>
      </p:sp>
      <p:sp>
        <p:nvSpPr>
          <p:cNvPr id="72" name="object 72"/>
          <p:cNvSpPr txBox="1"/>
          <p:nvPr/>
        </p:nvSpPr>
        <p:spPr>
          <a:xfrm>
            <a:off x="7159243" y="4156752"/>
            <a:ext cx="343535" cy="405765"/>
          </a:xfrm>
          <a:prstGeom prst="rect">
            <a:avLst/>
          </a:prstGeom>
        </p:spPr>
        <p:txBody>
          <a:bodyPr vert="horz" wrap="square" lIns="0" tIns="26034" rIns="0" bIns="0" rtlCol="0">
            <a:spAutoFit/>
          </a:bodyPr>
          <a:lstStyle/>
          <a:p>
            <a:pPr algn="ctr">
              <a:lnSpc>
                <a:spcPct val="100000"/>
              </a:lnSpc>
              <a:spcBef>
                <a:spcPts val="204"/>
              </a:spcBef>
            </a:pPr>
            <a:r>
              <a:rPr sz="500" spc="25" dirty="0">
                <a:solidFill>
                  <a:srgbClr val="FFFFFF"/>
                </a:solidFill>
                <a:latin typeface="Microsoft YaHei"/>
                <a:cs typeface="Microsoft YaHei"/>
              </a:rPr>
              <a:t>LINE</a:t>
            </a:r>
            <a:endParaRPr sz="500">
              <a:latin typeface="Microsoft YaHei"/>
              <a:cs typeface="Microsoft YaHei"/>
            </a:endParaRPr>
          </a:p>
          <a:p>
            <a:pPr marL="1905" algn="ctr">
              <a:lnSpc>
                <a:spcPct val="100000"/>
              </a:lnSpc>
              <a:spcBef>
                <a:spcPts val="110"/>
              </a:spcBef>
            </a:pPr>
            <a:r>
              <a:rPr sz="500" spc="25" dirty="0">
                <a:solidFill>
                  <a:srgbClr val="FFFFFF"/>
                </a:solidFill>
                <a:latin typeface="Microsoft YaHei"/>
                <a:cs typeface="Microsoft YaHei"/>
              </a:rPr>
              <a:t>＋</a:t>
            </a:r>
            <a:endParaRPr sz="500">
              <a:latin typeface="Microsoft YaHei"/>
              <a:cs typeface="Microsoft YaHei"/>
            </a:endParaRPr>
          </a:p>
          <a:p>
            <a:pPr marL="12700" marR="5080" algn="ctr">
              <a:lnSpc>
                <a:spcPct val="130000"/>
              </a:lnSpc>
              <a:spcBef>
                <a:spcPts val="10"/>
              </a:spcBef>
            </a:pPr>
            <a:r>
              <a:rPr sz="500" spc="20" dirty="0">
                <a:solidFill>
                  <a:srgbClr val="FFFFFF"/>
                </a:solidFill>
                <a:latin typeface="Microsoft YaHei"/>
                <a:cs typeface="Microsoft YaHei"/>
              </a:rPr>
              <a:t>Fa</a:t>
            </a:r>
            <a:r>
              <a:rPr sz="500" spc="25" dirty="0">
                <a:solidFill>
                  <a:srgbClr val="FFFFFF"/>
                </a:solidFill>
                <a:latin typeface="Microsoft YaHei"/>
                <a:cs typeface="Microsoft YaHei"/>
              </a:rPr>
              <a:t>ceboo</a:t>
            </a:r>
            <a:r>
              <a:rPr sz="500" spc="10" dirty="0">
                <a:solidFill>
                  <a:srgbClr val="FFFFFF"/>
                </a:solidFill>
                <a:latin typeface="Microsoft YaHei"/>
                <a:cs typeface="Microsoft YaHei"/>
              </a:rPr>
              <a:t>k  </a:t>
            </a:r>
            <a:r>
              <a:rPr sz="500" spc="20" dirty="0">
                <a:solidFill>
                  <a:srgbClr val="FFFFFF"/>
                </a:solidFill>
                <a:latin typeface="Microsoft YaHei"/>
                <a:cs typeface="Microsoft YaHei"/>
              </a:rPr>
              <a:t>8.5%</a:t>
            </a:r>
            <a:endParaRPr sz="500">
              <a:latin typeface="Microsoft YaHei"/>
              <a:cs typeface="Microsoft YaHei"/>
            </a:endParaRPr>
          </a:p>
        </p:txBody>
      </p:sp>
      <p:sp>
        <p:nvSpPr>
          <p:cNvPr id="73" name="object 73"/>
          <p:cNvSpPr txBox="1"/>
          <p:nvPr/>
        </p:nvSpPr>
        <p:spPr>
          <a:xfrm>
            <a:off x="6031229" y="4156752"/>
            <a:ext cx="246379" cy="405765"/>
          </a:xfrm>
          <a:prstGeom prst="rect">
            <a:avLst/>
          </a:prstGeom>
        </p:spPr>
        <p:txBody>
          <a:bodyPr vert="horz" wrap="square" lIns="0" tIns="26034" rIns="0" bIns="0" rtlCol="0">
            <a:spAutoFit/>
          </a:bodyPr>
          <a:lstStyle/>
          <a:p>
            <a:pPr algn="ctr">
              <a:lnSpc>
                <a:spcPct val="100000"/>
              </a:lnSpc>
              <a:spcBef>
                <a:spcPts val="204"/>
              </a:spcBef>
            </a:pPr>
            <a:r>
              <a:rPr sz="500" spc="25" dirty="0">
                <a:solidFill>
                  <a:srgbClr val="FFFFFF"/>
                </a:solidFill>
                <a:latin typeface="Microsoft YaHei"/>
                <a:cs typeface="Microsoft YaHei"/>
              </a:rPr>
              <a:t>LINE</a:t>
            </a:r>
            <a:endParaRPr sz="500">
              <a:latin typeface="Microsoft YaHei"/>
              <a:cs typeface="Microsoft YaHei"/>
            </a:endParaRPr>
          </a:p>
          <a:p>
            <a:pPr algn="ctr">
              <a:lnSpc>
                <a:spcPct val="100000"/>
              </a:lnSpc>
              <a:spcBef>
                <a:spcPts val="110"/>
              </a:spcBef>
            </a:pPr>
            <a:r>
              <a:rPr sz="500" spc="25" dirty="0">
                <a:solidFill>
                  <a:srgbClr val="FFFFFF"/>
                </a:solidFill>
                <a:latin typeface="Microsoft YaHei"/>
                <a:cs typeface="Microsoft YaHei"/>
              </a:rPr>
              <a:t>＋</a:t>
            </a:r>
            <a:endParaRPr sz="500">
              <a:latin typeface="Microsoft YaHei"/>
              <a:cs typeface="Microsoft YaHei"/>
            </a:endParaRPr>
          </a:p>
          <a:p>
            <a:pPr marL="12700" marR="5080" algn="ctr">
              <a:lnSpc>
                <a:spcPct val="130000"/>
              </a:lnSpc>
              <a:spcBef>
                <a:spcPts val="10"/>
              </a:spcBef>
            </a:pPr>
            <a:r>
              <a:rPr sz="500" dirty="0">
                <a:solidFill>
                  <a:srgbClr val="FFFFFF"/>
                </a:solidFill>
                <a:latin typeface="Microsoft YaHei"/>
                <a:cs typeface="Microsoft YaHei"/>
              </a:rPr>
              <a:t>T</a:t>
            </a:r>
            <a:r>
              <a:rPr sz="500" spc="10" dirty="0">
                <a:solidFill>
                  <a:srgbClr val="FFFFFF"/>
                </a:solidFill>
                <a:latin typeface="Microsoft YaHei"/>
                <a:cs typeface="Microsoft YaHei"/>
              </a:rPr>
              <a:t>wi</a:t>
            </a:r>
            <a:r>
              <a:rPr sz="500" spc="5" dirty="0">
                <a:solidFill>
                  <a:srgbClr val="FFFFFF"/>
                </a:solidFill>
                <a:latin typeface="Microsoft YaHei"/>
                <a:cs typeface="Microsoft YaHei"/>
              </a:rPr>
              <a:t>tter  </a:t>
            </a:r>
            <a:r>
              <a:rPr sz="500" spc="20" dirty="0">
                <a:solidFill>
                  <a:srgbClr val="FFFFFF"/>
                </a:solidFill>
                <a:latin typeface="Microsoft YaHei"/>
                <a:cs typeface="Microsoft YaHei"/>
              </a:rPr>
              <a:t>8.5%</a:t>
            </a:r>
            <a:endParaRPr sz="500">
              <a:latin typeface="Microsoft YaHei"/>
              <a:cs typeface="Microsoft YaHei"/>
            </a:endParaRPr>
          </a:p>
        </p:txBody>
      </p:sp>
      <p:sp>
        <p:nvSpPr>
          <p:cNvPr id="74" name="object 74"/>
          <p:cNvSpPr txBox="1"/>
          <p:nvPr/>
        </p:nvSpPr>
        <p:spPr>
          <a:xfrm>
            <a:off x="5995161" y="4880559"/>
            <a:ext cx="421005" cy="223520"/>
          </a:xfrm>
          <a:prstGeom prst="rect">
            <a:avLst/>
          </a:prstGeom>
        </p:spPr>
        <p:txBody>
          <a:bodyPr vert="horz" wrap="square" lIns="0" tIns="12065" rIns="0" bIns="0" rtlCol="0">
            <a:spAutoFit/>
          </a:bodyPr>
          <a:lstStyle/>
          <a:p>
            <a:pPr marL="139065" marR="5080" indent="-127000">
              <a:lnSpc>
                <a:spcPct val="130000"/>
              </a:lnSpc>
              <a:spcBef>
                <a:spcPts val="95"/>
              </a:spcBef>
            </a:pPr>
            <a:r>
              <a:rPr sz="500" spc="10" dirty="0">
                <a:solidFill>
                  <a:srgbClr val="FFFFFF"/>
                </a:solidFill>
                <a:latin typeface="Microsoft YaHei"/>
                <a:cs typeface="Microsoft YaHei"/>
              </a:rPr>
              <a:t>Twi</a:t>
            </a:r>
            <a:r>
              <a:rPr sz="500" spc="5" dirty="0">
                <a:solidFill>
                  <a:srgbClr val="FFFFFF"/>
                </a:solidFill>
                <a:latin typeface="Microsoft YaHei"/>
                <a:cs typeface="Microsoft YaHei"/>
              </a:rPr>
              <a:t>tte</a:t>
            </a:r>
            <a:r>
              <a:rPr sz="500" spc="10" dirty="0">
                <a:solidFill>
                  <a:srgbClr val="FFFFFF"/>
                </a:solidFill>
                <a:latin typeface="Microsoft YaHei"/>
                <a:cs typeface="Microsoft YaHei"/>
              </a:rPr>
              <a:t>r</a:t>
            </a:r>
            <a:r>
              <a:rPr sz="500" spc="35" dirty="0">
                <a:solidFill>
                  <a:srgbClr val="FFFFFF"/>
                </a:solidFill>
                <a:latin typeface="Microsoft YaHei"/>
                <a:cs typeface="Microsoft YaHei"/>
              </a:rPr>
              <a:t> </a:t>
            </a:r>
            <a:r>
              <a:rPr sz="500" spc="20" dirty="0">
                <a:solidFill>
                  <a:srgbClr val="FFFFFF"/>
                </a:solidFill>
                <a:latin typeface="Microsoft YaHei"/>
                <a:cs typeface="Microsoft YaHei"/>
              </a:rPr>
              <a:t>O</a:t>
            </a:r>
            <a:r>
              <a:rPr sz="500" spc="10" dirty="0">
                <a:solidFill>
                  <a:srgbClr val="FFFFFF"/>
                </a:solidFill>
                <a:latin typeface="Microsoft YaHei"/>
                <a:cs typeface="Microsoft YaHei"/>
              </a:rPr>
              <a:t>n</a:t>
            </a:r>
            <a:r>
              <a:rPr sz="500" spc="5" dirty="0">
                <a:solidFill>
                  <a:srgbClr val="FFFFFF"/>
                </a:solidFill>
                <a:latin typeface="Microsoft YaHei"/>
                <a:cs typeface="Microsoft YaHei"/>
              </a:rPr>
              <a:t>ly  </a:t>
            </a:r>
            <a:r>
              <a:rPr sz="500" spc="30" dirty="0">
                <a:solidFill>
                  <a:srgbClr val="FFFFFF"/>
                </a:solidFill>
                <a:latin typeface="Microsoft YaHei"/>
                <a:cs typeface="Microsoft YaHei"/>
              </a:rPr>
              <a:t>2.4%</a:t>
            </a:r>
            <a:endParaRPr sz="500">
              <a:latin typeface="Microsoft YaHei"/>
              <a:cs typeface="Microsoft YaHei"/>
            </a:endParaRPr>
          </a:p>
        </p:txBody>
      </p:sp>
      <p:sp>
        <p:nvSpPr>
          <p:cNvPr id="75" name="object 75"/>
          <p:cNvSpPr txBox="1"/>
          <p:nvPr/>
        </p:nvSpPr>
        <p:spPr>
          <a:xfrm>
            <a:off x="6986778" y="4880559"/>
            <a:ext cx="537845" cy="223520"/>
          </a:xfrm>
          <a:prstGeom prst="rect">
            <a:avLst/>
          </a:prstGeom>
        </p:spPr>
        <p:txBody>
          <a:bodyPr vert="horz" wrap="square" lIns="0" tIns="12065" rIns="0" bIns="0" rtlCol="0">
            <a:spAutoFit/>
          </a:bodyPr>
          <a:lstStyle/>
          <a:p>
            <a:pPr marL="187960" marR="5080" indent="-175260">
              <a:lnSpc>
                <a:spcPct val="130000"/>
              </a:lnSpc>
              <a:spcBef>
                <a:spcPts val="95"/>
              </a:spcBef>
            </a:pPr>
            <a:r>
              <a:rPr sz="500" spc="20" dirty="0">
                <a:solidFill>
                  <a:srgbClr val="FFFFFF"/>
                </a:solidFill>
                <a:latin typeface="Microsoft YaHei"/>
                <a:cs typeface="Microsoft YaHei"/>
              </a:rPr>
              <a:t>Facebook</a:t>
            </a:r>
            <a:r>
              <a:rPr sz="500" spc="150" dirty="0">
                <a:solidFill>
                  <a:srgbClr val="FFFFFF"/>
                </a:solidFill>
                <a:latin typeface="Microsoft YaHei"/>
                <a:cs typeface="Microsoft YaHei"/>
              </a:rPr>
              <a:t> </a:t>
            </a:r>
            <a:r>
              <a:rPr sz="500" spc="10" dirty="0">
                <a:solidFill>
                  <a:srgbClr val="FFFFFF"/>
                </a:solidFill>
                <a:latin typeface="Microsoft YaHei"/>
                <a:cs typeface="Microsoft YaHei"/>
              </a:rPr>
              <a:t>Only </a:t>
            </a:r>
            <a:r>
              <a:rPr sz="500" spc="-130" dirty="0">
                <a:solidFill>
                  <a:srgbClr val="FFFFFF"/>
                </a:solidFill>
                <a:latin typeface="Microsoft YaHei"/>
                <a:cs typeface="Microsoft YaHei"/>
              </a:rPr>
              <a:t> </a:t>
            </a:r>
            <a:r>
              <a:rPr sz="500" spc="20" dirty="0">
                <a:solidFill>
                  <a:srgbClr val="FFFFFF"/>
                </a:solidFill>
                <a:latin typeface="Microsoft YaHei"/>
                <a:cs typeface="Microsoft YaHei"/>
              </a:rPr>
              <a:t>0.9%</a:t>
            </a:r>
            <a:endParaRPr sz="500">
              <a:latin typeface="Microsoft YaHei"/>
              <a:cs typeface="Microsoft YaHei"/>
            </a:endParaRPr>
          </a:p>
        </p:txBody>
      </p:sp>
      <p:grpSp>
        <p:nvGrpSpPr>
          <p:cNvPr id="76" name="object 76"/>
          <p:cNvGrpSpPr/>
          <p:nvPr/>
        </p:nvGrpSpPr>
        <p:grpSpPr>
          <a:xfrm>
            <a:off x="5291328" y="2953511"/>
            <a:ext cx="2853055" cy="2240280"/>
            <a:chOff x="5291328" y="2953511"/>
            <a:chExt cx="2853055" cy="2240280"/>
          </a:xfrm>
        </p:grpSpPr>
        <p:pic>
          <p:nvPicPr>
            <p:cNvPr id="77" name="object 77"/>
            <p:cNvPicPr/>
            <p:nvPr/>
          </p:nvPicPr>
          <p:blipFill>
            <a:blip r:embed="rId15" cstate="print"/>
            <a:stretch>
              <a:fillRect/>
            </a:stretch>
          </p:blipFill>
          <p:spPr>
            <a:xfrm>
              <a:off x="5291328" y="2953511"/>
              <a:ext cx="664463" cy="320039"/>
            </a:xfrm>
            <a:prstGeom prst="rect">
              <a:avLst/>
            </a:prstGeom>
          </p:spPr>
        </p:pic>
        <p:pic>
          <p:nvPicPr>
            <p:cNvPr id="78" name="object 78"/>
            <p:cNvPicPr/>
            <p:nvPr/>
          </p:nvPicPr>
          <p:blipFill>
            <a:blip r:embed="rId16" cstate="print"/>
            <a:stretch>
              <a:fillRect/>
            </a:stretch>
          </p:blipFill>
          <p:spPr>
            <a:xfrm>
              <a:off x="5404104" y="4995672"/>
              <a:ext cx="438912" cy="198119"/>
            </a:xfrm>
            <a:prstGeom prst="rect">
              <a:avLst/>
            </a:prstGeom>
          </p:spPr>
        </p:pic>
        <p:pic>
          <p:nvPicPr>
            <p:cNvPr id="79" name="object 79"/>
            <p:cNvPicPr/>
            <p:nvPr/>
          </p:nvPicPr>
          <p:blipFill>
            <a:blip r:embed="rId17" cstate="print"/>
            <a:stretch>
              <a:fillRect/>
            </a:stretch>
          </p:blipFill>
          <p:spPr>
            <a:xfrm>
              <a:off x="7606284" y="4995672"/>
              <a:ext cx="537972" cy="198119"/>
            </a:xfrm>
            <a:prstGeom prst="rect">
              <a:avLst/>
            </a:prstGeom>
          </p:spPr>
        </p:pic>
      </p:grpSp>
      <p:sp>
        <p:nvSpPr>
          <p:cNvPr id="80" name="object 80"/>
          <p:cNvSpPr txBox="1"/>
          <p:nvPr/>
        </p:nvSpPr>
        <p:spPr>
          <a:xfrm>
            <a:off x="6702043" y="5375528"/>
            <a:ext cx="693420" cy="87630"/>
          </a:xfrm>
          <a:prstGeom prst="rect">
            <a:avLst/>
          </a:prstGeom>
        </p:spPr>
        <p:txBody>
          <a:bodyPr vert="horz" wrap="square" lIns="0" tIns="13335" rIns="0" bIns="0" rtlCol="0">
            <a:spAutoFit/>
          </a:bodyPr>
          <a:lstStyle/>
          <a:p>
            <a:pPr marL="12700">
              <a:lnSpc>
                <a:spcPct val="100000"/>
              </a:lnSpc>
              <a:spcBef>
                <a:spcPts val="105"/>
              </a:spcBef>
            </a:pPr>
            <a:r>
              <a:rPr sz="400" spc="25" dirty="0">
                <a:solidFill>
                  <a:srgbClr val="929292"/>
                </a:solidFill>
                <a:latin typeface="Microsoft YaHei"/>
                <a:cs typeface="Microsoft YaHei"/>
              </a:rPr>
              <a:t>Twitter＋Facebook</a:t>
            </a:r>
            <a:r>
              <a:rPr sz="400" spc="30" dirty="0">
                <a:solidFill>
                  <a:srgbClr val="929292"/>
                </a:solidFill>
                <a:latin typeface="Microsoft YaHei"/>
                <a:cs typeface="Microsoft YaHei"/>
              </a:rPr>
              <a:t> </a:t>
            </a:r>
            <a:r>
              <a:rPr sz="400" spc="25" dirty="0">
                <a:solidFill>
                  <a:srgbClr val="929292"/>
                </a:solidFill>
                <a:latin typeface="Microsoft YaHei"/>
                <a:cs typeface="Microsoft YaHei"/>
              </a:rPr>
              <a:t>0.6%</a:t>
            </a:r>
            <a:endParaRPr sz="400">
              <a:latin typeface="Microsoft YaHei"/>
              <a:cs typeface="Microsoft YaHei"/>
            </a:endParaRPr>
          </a:p>
        </p:txBody>
      </p:sp>
      <p:sp>
        <p:nvSpPr>
          <p:cNvPr id="84" name="object 84"/>
          <p:cNvSpPr txBox="1">
            <a:spLocks noGrp="1"/>
          </p:cNvSpPr>
          <p:nvPr>
            <p:ph type="ftr" sz="quarter" idx="5"/>
          </p:nvPr>
        </p:nvSpPr>
        <p:spPr>
          <a:xfrm>
            <a:off x="186334" y="6744868"/>
            <a:ext cx="1945005" cy="114300"/>
          </a:xfrm>
          <a:prstGeom prst="rect">
            <a:avLst/>
          </a:prstGeom>
        </p:spPr>
        <p:txBody>
          <a:bodyPr vert="horz" wrap="square" lIns="0" tIns="0" rIns="0" bIns="0" rtlCol="0">
            <a:spAutoFit/>
          </a:bodyPr>
          <a:lstStyle>
            <a:defPPr>
              <a:defRPr lang="ja-JP"/>
            </a:defPPr>
            <a:lvl1pPr marL="0" algn="l" defTabSz="914400" rtl="0" eaLnBrk="1" latinLnBrk="0" hangingPunct="1">
              <a:defRPr kumimoji="1" sz="700" b="0" i="0" kern="1200">
                <a:solidFill>
                  <a:schemeClr val="tx1"/>
                </a:solidFill>
                <a:latin typeface="Calibri"/>
                <a:ea typeface="+mn-ea"/>
                <a:cs typeface="Calibri"/>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12700">
              <a:lnSpc>
                <a:spcPts val="760"/>
              </a:lnSpc>
            </a:pPr>
            <a:r>
              <a:rPr lang="en-US" spc="-10"/>
              <a:t>Copyright(C)</a:t>
            </a:r>
            <a:r>
              <a:rPr lang="en-US" spc="40"/>
              <a:t> </a:t>
            </a:r>
            <a:r>
              <a:rPr lang="en-US" spc="-5"/>
              <a:t>MMInternational</a:t>
            </a:r>
            <a:r>
              <a:rPr lang="en-US" spc="60"/>
              <a:t> </a:t>
            </a:r>
            <a:r>
              <a:rPr lang="en-US" spc="-5"/>
              <a:t>Inc.</a:t>
            </a:r>
            <a:r>
              <a:rPr lang="en-US"/>
              <a:t> </a:t>
            </a:r>
            <a:r>
              <a:rPr lang="en-US" spc="-5"/>
              <a:t>All</a:t>
            </a:r>
            <a:r>
              <a:rPr lang="en-US" spc="10"/>
              <a:t> </a:t>
            </a:r>
            <a:r>
              <a:rPr lang="en-US" spc="-10"/>
              <a:t>rights</a:t>
            </a:r>
            <a:r>
              <a:rPr lang="en-US" spc="35"/>
              <a:t> </a:t>
            </a:r>
            <a:r>
              <a:rPr lang="en-US" spc="-5"/>
              <a:t>reserved</a:t>
            </a:r>
            <a:endParaRPr spc="-5" dirty="0"/>
          </a:p>
        </p:txBody>
      </p:sp>
      <p:sp>
        <p:nvSpPr>
          <p:cNvPr id="81" name="object 81"/>
          <p:cNvSpPr txBox="1">
            <a:spLocks noGrp="1"/>
          </p:cNvSpPr>
          <p:nvPr>
            <p:ph type="title"/>
          </p:nvPr>
        </p:nvSpPr>
        <p:spPr>
          <a:xfrm>
            <a:off x="78739" y="353553"/>
            <a:ext cx="2194560" cy="173766"/>
          </a:xfrm>
          <a:prstGeom prst="rect">
            <a:avLst/>
          </a:prstGeom>
        </p:spPr>
        <p:txBody>
          <a:bodyPr vert="horz" wrap="square" lIns="0" tIns="12065" rIns="0" bIns="0" rtlCol="0">
            <a:spAutoFit/>
          </a:bodyPr>
          <a:lstStyle/>
          <a:p>
            <a:pPr marL="12700">
              <a:lnSpc>
                <a:spcPct val="100000"/>
              </a:lnSpc>
              <a:spcBef>
                <a:spcPts val="95"/>
              </a:spcBef>
            </a:pPr>
            <a:r>
              <a:rPr sz="1050" spc="215" dirty="0"/>
              <a:t>4-(1).LINE</a:t>
            </a:r>
            <a:r>
              <a:rPr sz="1050" spc="55" dirty="0"/>
              <a:t>導入</a:t>
            </a:r>
            <a:r>
              <a:rPr sz="1050" spc="45" dirty="0"/>
              <a:t>の</a:t>
            </a:r>
            <a:r>
              <a:rPr sz="1050" spc="55" dirty="0"/>
              <a:t>理由</a:t>
            </a:r>
          </a:p>
        </p:txBody>
      </p:sp>
      <p:sp>
        <p:nvSpPr>
          <p:cNvPr id="82" name="object 82"/>
          <p:cNvSpPr txBox="1"/>
          <p:nvPr/>
        </p:nvSpPr>
        <p:spPr>
          <a:xfrm>
            <a:off x="2525395" y="305816"/>
            <a:ext cx="2557145" cy="269240"/>
          </a:xfrm>
          <a:prstGeom prst="rect">
            <a:avLst/>
          </a:prstGeom>
        </p:spPr>
        <p:txBody>
          <a:bodyPr vert="horz" wrap="square" lIns="0" tIns="12065" rIns="0" bIns="0" rtlCol="0">
            <a:spAutoFit/>
          </a:bodyPr>
          <a:lstStyle/>
          <a:p>
            <a:pPr marL="12700">
              <a:lnSpc>
                <a:spcPct val="100000"/>
              </a:lnSpc>
              <a:spcBef>
                <a:spcPts val="95"/>
              </a:spcBef>
            </a:pPr>
            <a:r>
              <a:rPr sz="1600" spc="114" dirty="0">
                <a:latin typeface="MS UI Gothic"/>
                <a:cs typeface="MS UI Gothic"/>
              </a:rPr>
              <a:t>～</a:t>
            </a:r>
            <a:r>
              <a:rPr sz="1600" spc="95" dirty="0">
                <a:latin typeface="MS UI Gothic"/>
                <a:cs typeface="MS UI Gothic"/>
              </a:rPr>
              <a:t>なぜ</a:t>
            </a:r>
            <a:r>
              <a:rPr sz="1600" spc="110" dirty="0">
                <a:latin typeface="MS UI Gothic"/>
                <a:cs typeface="MS UI Gothic"/>
              </a:rPr>
              <a:t>今</a:t>
            </a:r>
            <a:r>
              <a:rPr sz="1600" spc="210" dirty="0">
                <a:latin typeface="MS UI Gothic"/>
                <a:cs typeface="MS UI Gothic"/>
              </a:rPr>
              <a:t>LINE</a:t>
            </a:r>
            <a:r>
              <a:rPr sz="1600" spc="114" dirty="0">
                <a:latin typeface="MS UI Gothic"/>
                <a:cs typeface="MS UI Gothic"/>
              </a:rPr>
              <a:t>な</a:t>
            </a:r>
            <a:r>
              <a:rPr sz="1600" spc="110" dirty="0">
                <a:latin typeface="MS UI Gothic"/>
                <a:cs typeface="MS UI Gothic"/>
              </a:rPr>
              <a:t>のか</a:t>
            </a:r>
            <a:r>
              <a:rPr sz="1600" spc="135" dirty="0">
                <a:latin typeface="MS UI Gothic"/>
                <a:cs typeface="MS UI Gothic"/>
              </a:rPr>
              <a:t>？？～</a:t>
            </a:r>
            <a:endParaRPr sz="1600">
              <a:latin typeface="MS UI Gothic"/>
              <a:cs typeface="MS UI Gothic"/>
            </a:endParaRPr>
          </a:p>
        </p:txBody>
      </p:sp>
      <p:sp>
        <p:nvSpPr>
          <p:cNvPr id="83" name="object 83"/>
          <p:cNvSpPr txBox="1"/>
          <p:nvPr/>
        </p:nvSpPr>
        <p:spPr>
          <a:xfrm>
            <a:off x="5946775" y="215011"/>
            <a:ext cx="2216150" cy="361315"/>
          </a:xfrm>
          <a:prstGeom prst="rect">
            <a:avLst/>
          </a:prstGeom>
        </p:spPr>
        <p:txBody>
          <a:bodyPr vert="horz" wrap="square" lIns="0" tIns="12700" rIns="0" bIns="0" rtlCol="0">
            <a:spAutoFit/>
          </a:bodyPr>
          <a:lstStyle/>
          <a:p>
            <a:pPr marL="12700" marR="5080" indent="671830">
              <a:lnSpc>
                <a:spcPct val="100000"/>
              </a:lnSpc>
              <a:spcBef>
                <a:spcPts val="100"/>
              </a:spcBef>
            </a:pPr>
            <a:r>
              <a:rPr sz="1100" dirty="0">
                <a:latin typeface="MS UI Gothic"/>
                <a:cs typeface="MS UI Gothic"/>
              </a:rPr>
              <a:t>更新：</a:t>
            </a:r>
            <a:r>
              <a:rPr sz="1100" spc="285" dirty="0">
                <a:latin typeface="MS UI Gothic"/>
                <a:cs typeface="MS UI Gothic"/>
              </a:rPr>
              <a:t>2022</a:t>
            </a:r>
            <a:r>
              <a:rPr sz="1100" dirty="0">
                <a:latin typeface="MS UI Gothic"/>
                <a:cs typeface="MS UI Gothic"/>
              </a:rPr>
              <a:t>年</a:t>
            </a:r>
            <a:r>
              <a:rPr sz="1100" spc="285" dirty="0">
                <a:latin typeface="MS UI Gothic"/>
                <a:cs typeface="MS UI Gothic"/>
              </a:rPr>
              <a:t>6</a:t>
            </a:r>
            <a:r>
              <a:rPr sz="1100" dirty="0">
                <a:latin typeface="MS UI Gothic"/>
                <a:cs typeface="MS UI Gothic"/>
              </a:rPr>
              <a:t>月</a:t>
            </a:r>
            <a:r>
              <a:rPr sz="1100" spc="285" dirty="0">
                <a:latin typeface="MS UI Gothic"/>
                <a:cs typeface="MS UI Gothic"/>
              </a:rPr>
              <a:t>20</a:t>
            </a:r>
            <a:r>
              <a:rPr sz="1100" dirty="0">
                <a:latin typeface="MS UI Gothic"/>
                <a:cs typeface="MS UI Gothic"/>
              </a:rPr>
              <a:t>日 </a:t>
            </a:r>
            <a:r>
              <a:rPr sz="1100" spc="55" dirty="0">
                <a:latin typeface="MS UI Gothic"/>
                <a:cs typeface="MS UI Gothic"/>
              </a:rPr>
              <a:t>株式会社エム</a:t>
            </a:r>
            <a:r>
              <a:rPr sz="1100" spc="35" dirty="0">
                <a:latin typeface="MS UI Gothic"/>
                <a:cs typeface="MS UI Gothic"/>
              </a:rPr>
              <a:t>エ</a:t>
            </a:r>
            <a:r>
              <a:rPr sz="1100" spc="90" dirty="0">
                <a:latin typeface="MS UI Gothic"/>
                <a:cs typeface="MS UI Gothic"/>
              </a:rPr>
              <a:t>ム</a:t>
            </a:r>
            <a:r>
              <a:rPr sz="1100" spc="85" dirty="0">
                <a:latin typeface="MS UI Gothic"/>
                <a:cs typeface="MS UI Gothic"/>
              </a:rPr>
              <a:t>イ</a:t>
            </a:r>
            <a:r>
              <a:rPr sz="1100" spc="170" dirty="0">
                <a:latin typeface="MS UI Gothic"/>
                <a:cs typeface="MS UI Gothic"/>
              </a:rPr>
              <a:t>ン</a:t>
            </a:r>
            <a:r>
              <a:rPr sz="1100" spc="195" dirty="0">
                <a:latin typeface="MS UI Gothic"/>
                <a:cs typeface="MS UI Gothic"/>
              </a:rPr>
              <a:t>タ</a:t>
            </a:r>
            <a:r>
              <a:rPr sz="1100" spc="155" dirty="0">
                <a:latin typeface="MS UI Gothic"/>
                <a:cs typeface="MS UI Gothic"/>
              </a:rPr>
              <a:t>ー</a:t>
            </a:r>
            <a:r>
              <a:rPr sz="1100" spc="145" dirty="0">
                <a:latin typeface="MS UI Gothic"/>
                <a:cs typeface="MS UI Gothic"/>
              </a:rPr>
              <a:t>ナ</a:t>
            </a:r>
            <a:r>
              <a:rPr sz="1100" spc="65" dirty="0">
                <a:latin typeface="MS UI Gothic"/>
                <a:cs typeface="MS UI Gothic"/>
              </a:rPr>
              <a:t>シ</a:t>
            </a:r>
            <a:r>
              <a:rPr sz="1100" spc="340" dirty="0">
                <a:latin typeface="MS UI Gothic"/>
                <a:cs typeface="MS UI Gothic"/>
              </a:rPr>
              <a:t>ョ</a:t>
            </a:r>
            <a:r>
              <a:rPr sz="1100" spc="145" dirty="0">
                <a:latin typeface="MS UI Gothic"/>
                <a:cs typeface="MS UI Gothic"/>
              </a:rPr>
              <a:t>ナ</a:t>
            </a:r>
            <a:r>
              <a:rPr sz="1100" spc="180" dirty="0">
                <a:latin typeface="MS UI Gothic"/>
                <a:cs typeface="MS UI Gothic"/>
              </a:rPr>
              <a:t>ル</a:t>
            </a:r>
            <a:endParaRPr sz="1100">
              <a:latin typeface="MS UI Gothic"/>
              <a:cs typeface="MS UI Gothic"/>
            </a:endParaRPr>
          </a:p>
        </p:txBody>
      </p:sp>
      <p:sp>
        <p:nvSpPr>
          <p:cNvPr id="85" name="Text Box 31">
            <a:extLst>
              <a:ext uri="{FF2B5EF4-FFF2-40B4-BE49-F238E27FC236}">
                <a16:creationId xmlns:a16="http://schemas.microsoft.com/office/drawing/2014/main" id="{79A74033-1509-096A-7177-9BCB9B439756}"/>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15</a:t>
            </a:fld>
            <a:r>
              <a:rPr lang="ja-JP" altLang="en-US" sz="1050" dirty="0">
                <a:latin typeface="Helvetica" pitchFamily="34" charset="0"/>
                <a:ea typeface="中ゴシックBBB" pitchFamily="49" charset="-128"/>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6956" y="987933"/>
            <a:ext cx="7246620" cy="906144"/>
          </a:xfrm>
          <a:prstGeom prst="rect">
            <a:avLst/>
          </a:prstGeom>
        </p:spPr>
        <p:txBody>
          <a:bodyPr vert="horz" wrap="square" lIns="0" tIns="12700" rIns="0" bIns="0" rtlCol="0">
            <a:spAutoFit/>
          </a:bodyPr>
          <a:lstStyle/>
          <a:p>
            <a:pPr marL="12700">
              <a:lnSpc>
                <a:spcPct val="100000"/>
              </a:lnSpc>
              <a:spcBef>
                <a:spcPts val="100"/>
              </a:spcBef>
            </a:pPr>
            <a:r>
              <a:rPr sz="1800" b="1" spc="125" dirty="0">
                <a:latin typeface="Microsoft YaHei UI"/>
                <a:cs typeface="Microsoft YaHei UI"/>
              </a:rPr>
              <a:t>LINE</a:t>
            </a:r>
            <a:r>
              <a:rPr sz="1800" b="1" spc="-80" dirty="0">
                <a:latin typeface="Microsoft YaHei UI"/>
                <a:cs typeface="Microsoft YaHei UI"/>
              </a:rPr>
              <a:t>の有用性：②幅広いユーザー層</a:t>
            </a:r>
            <a:endParaRPr sz="1800">
              <a:latin typeface="Microsoft YaHei UI"/>
              <a:cs typeface="Microsoft YaHei UI"/>
            </a:endParaRPr>
          </a:p>
          <a:p>
            <a:pPr>
              <a:lnSpc>
                <a:spcPct val="100000"/>
              </a:lnSpc>
              <a:spcBef>
                <a:spcPts val="35"/>
              </a:spcBef>
            </a:pPr>
            <a:endParaRPr sz="1650">
              <a:latin typeface="Microsoft YaHei UI"/>
              <a:cs typeface="Microsoft YaHei UI"/>
            </a:endParaRPr>
          </a:p>
          <a:p>
            <a:pPr marL="1651000">
              <a:lnSpc>
                <a:spcPct val="100000"/>
              </a:lnSpc>
            </a:pPr>
            <a:r>
              <a:rPr sz="1500" b="1" spc="-5" dirty="0">
                <a:solidFill>
                  <a:srgbClr val="5E5E5E"/>
                </a:solidFill>
                <a:latin typeface="Microsoft YaHei UI"/>
                <a:cs typeface="Microsoft YaHei UI"/>
              </a:rPr>
              <a:t>LINE</a:t>
            </a:r>
            <a:r>
              <a:rPr sz="1500" b="1" dirty="0">
                <a:solidFill>
                  <a:srgbClr val="5E5E5E"/>
                </a:solidFill>
                <a:latin typeface="Microsoft YaHei UI"/>
                <a:cs typeface="Microsoft YaHei UI"/>
              </a:rPr>
              <a:t>は性別、職業、年齢問わず幅広いユーザーに利用されている</a:t>
            </a:r>
            <a:endParaRPr sz="1500">
              <a:latin typeface="Microsoft YaHei UI"/>
              <a:cs typeface="Microsoft YaHei UI"/>
            </a:endParaRPr>
          </a:p>
        </p:txBody>
      </p:sp>
      <p:pic>
        <p:nvPicPr>
          <p:cNvPr id="3" name="object 3"/>
          <p:cNvPicPr/>
          <p:nvPr/>
        </p:nvPicPr>
        <p:blipFill>
          <a:blip r:embed="rId2" cstate="print"/>
          <a:stretch>
            <a:fillRect/>
          </a:stretch>
        </p:blipFill>
        <p:spPr>
          <a:xfrm>
            <a:off x="705695" y="5602553"/>
            <a:ext cx="2377190" cy="87650"/>
          </a:xfrm>
          <a:prstGeom prst="rect">
            <a:avLst/>
          </a:prstGeom>
        </p:spPr>
      </p:pic>
      <p:grpSp>
        <p:nvGrpSpPr>
          <p:cNvPr id="4" name="object 4"/>
          <p:cNvGrpSpPr/>
          <p:nvPr/>
        </p:nvGrpSpPr>
        <p:grpSpPr>
          <a:xfrm>
            <a:off x="1028700" y="3003804"/>
            <a:ext cx="1818639" cy="1818639"/>
            <a:chOff x="1028700" y="3003804"/>
            <a:chExt cx="1818639" cy="1818639"/>
          </a:xfrm>
        </p:grpSpPr>
        <p:pic>
          <p:nvPicPr>
            <p:cNvPr id="5" name="object 5"/>
            <p:cNvPicPr/>
            <p:nvPr/>
          </p:nvPicPr>
          <p:blipFill>
            <a:blip r:embed="rId3" cstate="print"/>
            <a:stretch>
              <a:fillRect/>
            </a:stretch>
          </p:blipFill>
          <p:spPr>
            <a:xfrm>
              <a:off x="1028700" y="3005328"/>
              <a:ext cx="1118615" cy="1816608"/>
            </a:xfrm>
            <a:prstGeom prst="rect">
              <a:avLst/>
            </a:prstGeom>
          </p:spPr>
        </p:pic>
        <p:sp>
          <p:nvSpPr>
            <p:cNvPr id="6" name="object 6"/>
            <p:cNvSpPr/>
            <p:nvPr/>
          </p:nvSpPr>
          <p:spPr>
            <a:xfrm>
              <a:off x="1057655" y="3072384"/>
              <a:ext cx="1022985" cy="1723389"/>
            </a:xfrm>
            <a:custGeom>
              <a:avLst/>
              <a:gdLst/>
              <a:ahLst/>
              <a:cxnLst/>
              <a:rect l="l" t="t" r="r" b="b"/>
              <a:pathLst>
                <a:path w="1022985" h="1723389">
                  <a:moveTo>
                    <a:pt x="861187" y="0"/>
                  </a:moveTo>
                  <a:lnTo>
                    <a:pt x="817499" y="1142"/>
                  </a:lnTo>
                  <a:lnTo>
                    <a:pt x="774445" y="4317"/>
                  </a:lnTo>
                  <a:lnTo>
                    <a:pt x="732027" y="9651"/>
                  </a:lnTo>
                  <a:lnTo>
                    <a:pt x="690244" y="17017"/>
                  </a:lnTo>
                  <a:lnTo>
                    <a:pt x="649096" y="26288"/>
                  </a:lnTo>
                  <a:lnTo>
                    <a:pt x="608838" y="37591"/>
                  </a:lnTo>
                  <a:lnTo>
                    <a:pt x="569341" y="50800"/>
                  </a:lnTo>
                  <a:lnTo>
                    <a:pt x="530732" y="65658"/>
                  </a:lnTo>
                  <a:lnTo>
                    <a:pt x="493013" y="82423"/>
                  </a:lnTo>
                  <a:lnTo>
                    <a:pt x="456310" y="100964"/>
                  </a:lnTo>
                  <a:lnTo>
                    <a:pt x="420624" y="121157"/>
                  </a:lnTo>
                  <a:lnTo>
                    <a:pt x="386080" y="142875"/>
                  </a:lnTo>
                  <a:lnTo>
                    <a:pt x="352552" y="166242"/>
                  </a:lnTo>
                  <a:lnTo>
                    <a:pt x="320294" y="191135"/>
                  </a:lnTo>
                  <a:lnTo>
                    <a:pt x="289178" y="217424"/>
                  </a:lnTo>
                  <a:lnTo>
                    <a:pt x="259460" y="245237"/>
                  </a:lnTo>
                  <a:lnTo>
                    <a:pt x="231012" y="274319"/>
                  </a:lnTo>
                  <a:lnTo>
                    <a:pt x="204000" y="304800"/>
                  </a:lnTo>
                  <a:lnTo>
                    <a:pt x="178409" y="336550"/>
                  </a:lnTo>
                  <a:lnTo>
                    <a:pt x="154292" y="369442"/>
                  </a:lnTo>
                  <a:lnTo>
                    <a:pt x="131737" y="403478"/>
                  </a:lnTo>
                  <a:lnTo>
                    <a:pt x="110769" y="438657"/>
                  </a:lnTo>
                  <a:lnTo>
                    <a:pt x="91452" y="474852"/>
                  </a:lnTo>
                  <a:lnTo>
                    <a:pt x="73837" y="512063"/>
                  </a:lnTo>
                  <a:lnTo>
                    <a:pt x="57962" y="550290"/>
                  </a:lnTo>
                  <a:lnTo>
                    <a:pt x="43903" y="589279"/>
                  </a:lnTo>
                  <a:lnTo>
                    <a:pt x="31699" y="629284"/>
                  </a:lnTo>
                  <a:lnTo>
                    <a:pt x="21386" y="670051"/>
                  </a:lnTo>
                  <a:lnTo>
                    <a:pt x="13042" y="711453"/>
                  </a:lnTo>
                  <a:lnTo>
                    <a:pt x="6705" y="753617"/>
                  </a:lnTo>
                  <a:lnTo>
                    <a:pt x="2438" y="796416"/>
                  </a:lnTo>
                  <a:lnTo>
                    <a:pt x="266" y="839851"/>
                  </a:lnTo>
                  <a:lnTo>
                    <a:pt x="0" y="861694"/>
                  </a:lnTo>
                  <a:lnTo>
                    <a:pt x="266" y="883665"/>
                  </a:lnTo>
                  <a:lnTo>
                    <a:pt x="2438" y="926972"/>
                  </a:lnTo>
                  <a:lnTo>
                    <a:pt x="6705" y="969771"/>
                  </a:lnTo>
                  <a:lnTo>
                    <a:pt x="13042" y="1011935"/>
                  </a:lnTo>
                  <a:lnTo>
                    <a:pt x="21386" y="1053464"/>
                  </a:lnTo>
                  <a:lnTo>
                    <a:pt x="31699" y="1094104"/>
                  </a:lnTo>
                  <a:lnTo>
                    <a:pt x="43903" y="1134109"/>
                  </a:lnTo>
                  <a:lnTo>
                    <a:pt x="57962" y="1173098"/>
                  </a:lnTo>
                  <a:lnTo>
                    <a:pt x="73837" y="1211326"/>
                  </a:lnTo>
                  <a:lnTo>
                    <a:pt x="91452" y="1248536"/>
                  </a:lnTo>
                  <a:lnTo>
                    <a:pt x="110769" y="1284732"/>
                  </a:lnTo>
                  <a:lnTo>
                    <a:pt x="131737" y="1319910"/>
                  </a:lnTo>
                  <a:lnTo>
                    <a:pt x="154292" y="1354073"/>
                  </a:lnTo>
                  <a:lnTo>
                    <a:pt x="178409" y="1386966"/>
                  </a:lnTo>
                  <a:lnTo>
                    <a:pt x="204000" y="1418589"/>
                  </a:lnTo>
                  <a:lnTo>
                    <a:pt x="231012" y="1449070"/>
                  </a:lnTo>
                  <a:lnTo>
                    <a:pt x="259460" y="1478152"/>
                  </a:lnTo>
                  <a:lnTo>
                    <a:pt x="289178" y="1505965"/>
                  </a:lnTo>
                  <a:lnTo>
                    <a:pt x="320294" y="1532254"/>
                  </a:lnTo>
                  <a:lnTo>
                    <a:pt x="352552" y="1557146"/>
                  </a:lnTo>
                  <a:lnTo>
                    <a:pt x="386080" y="1580514"/>
                  </a:lnTo>
                  <a:lnTo>
                    <a:pt x="420624" y="1602358"/>
                  </a:lnTo>
                  <a:lnTo>
                    <a:pt x="456310" y="1622424"/>
                  </a:lnTo>
                  <a:lnTo>
                    <a:pt x="493013" y="1640966"/>
                  </a:lnTo>
                  <a:lnTo>
                    <a:pt x="530732" y="1657730"/>
                  </a:lnTo>
                  <a:lnTo>
                    <a:pt x="569341" y="1672716"/>
                  </a:lnTo>
                  <a:lnTo>
                    <a:pt x="608838" y="1685797"/>
                  </a:lnTo>
                  <a:lnTo>
                    <a:pt x="649096" y="1697101"/>
                  </a:lnTo>
                  <a:lnTo>
                    <a:pt x="690244" y="1706498"/>
                  </a:lnTo>
                  <a:lnTo>
                    <a:pt x="732027" y="1713738"/>
                  </a:lnTo>
                  <a:lnTo>
                    <a:pt x="774445" y="1719071"/>
                  </a:lnTo>
                  <a:lnTo>
                    <a:pt x="817499" y="1722373"/>
                  </a:lnTo>
                  <a:lnTo>
                    <a:pt x="861187" y="1723389"/>
                  </a:lnTo>
                  <a:lnTo>
                    <a:pt x="884427" y="1723135"/>
                  </a:lnTo>
                  <a:lnTo>
                    <a:pt x="930656" y="1720595"/>
                  </a:lnTo>
                  <a:lnTo>
                    <a:pt x="976757" y="1715642"/>
                  </a:lnTo>
                  <a:lnTo>
                    <a:pt x="1022604" y="1708149"/>
                  </a:lnTo>
                  <a:lnTo>
                    <a:pt x="861187" y="861694"/>
                  </a:lnTo>
                  <a:lnTo>
                    <a:pt x="861187" y="0"/>
                  </a:lnTo>
                  <a:close/>
                </a:path>
              </a:pathLst>
            </a:custGeom>
            <a:solidFill>
              <a:srgbClr val="93B8DA"/>
            </a:solidFill>
          </p:spPr>
          <p:txBody>
            <a:bodyPr wrap="square" lIns="0" tIns="0" rIns="0" bIns="0" rtlCol="0"/>
            <a:lstStyle/>
            <a:p>
              <a:endParaRPr/>
            </a:p>
          </p:txBody>
        </p:sp>
        <p:pic>
          <p:nvPicPr>
            <p:cNvPr id="7" name="object 7"/>
            <p:cNvPicPr/>
            <p:nvPr/>
          </p:nvPicPr>
          <p:blipFill>
            <a:blip r:embed="rId4" cstate="print"/>
            <a:stretch>
              <a:fillRect/>
            </a:stretch>
          </p:blipFill>
          <p:spPr>
            <a:xfrm>
              <a:off x="1885188" y="3003804"/>
              <a:ext cx="961644" cy="1805940"/>
            </a:xfrm>
            <a:prstGeom prst="rect">
              <a:avLst/>
            </a:prstGeom>
          </p:spPr>
        </p:pic>
        <p:sp>
          <p:nvSpPr>
            <p:cNvPr id="8" name="object 8"/>
            <p:cNvSpPr/>
            <p:nvPr/>
          </p:nvSpPr>
          <p:spPr>
            <a:xfrm>
              <a:off x="1918716" y="3072384"/>
              <a:ext cx="862965" cy="1708785"/>
            </a:xfrm>
            <a:custGeom>
              <a:avLst/>
              <a:gdLst/>
              <a:ahLst/>
              <a:cxnLst/>
              <a:rect l="l" t="t" r="r" b="b"/>
              <a:pathLst>
                <a:path w="862964" h="1708785">
                  <a:moveTo>
                    <a:pt x="0" y="0"/>
                  </a:moveTo>
                  <a:lnTo>
                    <a:pt x="0" y="861694"/>
                  </a:lnTo>
                  <a:lnTo>
                    <a:pt x="161670" y="1708277"/>
                  </a:lnTo>
                  <a:lnTo>
                    <a:pt x="204342" y="1699005"/>
                  </a:lnTo>
                  <a:lnTo>
                    <a:pt x="246125" y="1687702"/>
                  </a:lnTo>
                  <a:lnTo>
                    <a:pt x="286892" y="1674495"/>
                  </a:lnTo>
                  <a:lnTo>
                    <a:pt x="326644" y="1659508"/>
                  </a:lnTo>
                  <a:lnTo>
                    <a:pt x="365251" y="1642617"/>
                  </a:lnTo>
                  <a:lnTo>
                    <a:pt x="402844" y="1623948"/>
                  </a:lnTo>
                  <a:lnTo>
                    <a:pt x="439165" y="1603628"/>
                  </a:lnTo>
                  <a:lnTo>
                    <a:pt x="474344" y="1581658"/>
                  </a:lnTo>
                  <a:lnTo>
                    <a:pt x="508253" y="1558163"/>
                  </a:lnTo>
                  <a:lnTo>
                    <a:pt x="540892" y="1533143"/>
                  </a:lnTo>
                  <a:lnTo>
                    <a:pt x="572261" y="1506601"/>
                  </a:lnTo>
                  <a:lnTo>
                    <a:pt x="602233" y="1478788"/>
                  </a:lnTo>
                  <a:lnTo>
                    <a:pt x="630808" y="1449577"/>
                  </a:lnTo>
                  <a:lnTo>
                    <a:pt x="657859" y="1419097"/>
                  </a:lnTo>
                  <a:lnTo>
                    <a:pt x="683513" y="1387347"/>
                  </a:lnTo>
                  <a:lnTo>
                    <a:pt x="707516" y="1354454"/>
                  </a:lnTo>
                  <a:lnTo>
                    <a:pt x="730122" y="1320545"/>
                  </a:lnTo>
                  <a:lnTo>
                    <a:pt x="750951" y="1285620"/>
                  </a:lnTo>
                  <a:lnTo>
                    <a:pt x="770254" y="1249679"/>
                  </a:lnTo>
                  <a:lnTo>
                    <a:pt x="787781" y="1212849"/>
                  </a:lnTo>
                  <a:lnTo>
                    <a:pt x="803528" y="1175130"/>
                  </a:lnTo>
                  <a:lnTo>
                    <a:pt x="817626" y="1136649"/>
                  </a:lnTo>
                  <a:lnTo>
                    <a:pt x="829817" y="1097407"/>
                  </a:lnTo>
                  <a:lnTo>
                    <a:pt x="840104" y="1057528"/>
                  </a:lnTo>
                  <a:lnTo>
                    <a:pt x="848613" y="1017015"/>
                  </a:lnTo>
                  <a:lnTo>
                    <a:pt x="855090" y="975994"/>
                  </a:lnTo>
                  <a:lnTo>
                    <a:pt x="859663" y="934592"/>
                  </a:lnTo>
                  <a:lnTo>
                    <a:pt x="862076" y="892555"/>
                  </a:lnTo>
                  <a:lnTo>
                    <a:pt x="862583" y="871473"/>
                  </a:lnTo>
                  <a:lnTo>
                    <a:pt x="862583" y="850264"/>
                  </a:lnTo>
                  <a:lnTo>
                    <a:pt x="860806" y="807719"/>
                  </a:lnTo>
                  <a:lnTo>
                    <a:pt x="856995" y="764920"/>
                  </a:lnTo>
                  <a:lnTo>
                    <a:pt x="851026" y="721867"/>
                  </a:lnTo>
                  <a:lnTo>
                    <a:pt x="842771" y="678560"/>
                  </a:lnTo>
                  <a:lnTo>
                    <a:pt x="832357" y="636015"/>
                  </a:lnTo>
                  <a:lnTo>
                    <a:pt x="819911" y="594232"/>
                  </a:lnTo>
                  <a:lnTo>
                    <a:pt x="805560" y="553465"/>
                  </a:lnTo>
                  <a:lnTo>
                    <a:pt x="789177" y="513841"/>
                  </a:lnTo>
                  <a:lnTo>
                    <a:pt x="771016" y="475233"/>
                  </a:lnTo>
                  <a:lnTo>
                    <a:pt x="750951" y="437768"/>
                  </a:lnTo>
                  <a:lnTo>
                    <a:pt x="729233" y="401446"/>
                  </a:lnTo>
                  <a:lnTo>
                    <a:pt x="705865" y="366394"/>
                  </a:lnTo>
                  <a:lnTo>
                    <a:pt x="680846" y="332613"/>
                  </a:lnTo>
                  <a:lnTo>
                    <a:pt x="654176" y="300100"/>
                  </a:lnTo>
                  <a:lnTo>
                    <a:pt x="626109" y="269113"/>
                  </a:lnTo>
                  <a:lnTo>
                    <a:pt x="596645" y="239394"/>
                  </a:lnTo>
                  <a:lnTo>
                    <a:pt x="565657" y="211327"/>
                  </a:lnTo>
                  <a:lnTo>
                    <a:pt x="533526" y="184657"/>
                  </a:lnTo>
                  <a:lnTo>
                    <a:pt x="499998" y="159638"/>
                  </a:lnTo>
                  <a:lnTo>
                    <a:pt x="465327" y="136143"/>
                  </a:lnTo>
                  <a:lnTo>
                    <a:pt x="429513" y="114426"/>
                  </a:lnTo>
                  <a:lnTo>
                    <a:pt x="392683" y="94361"/>
                  </a:lnTo>
                  <a:lnTo>
                    <a:pt x="354710" y="76200"/>
                  </a:lnTo>
                  <a:lnTo>
                    <a:pt x="315848" y="59816"/>
                  </a:lnTo>
                  <a:lnTo>
                    <a:pt x="276097" y="45212"/>
                  </a:lnTo>
                  <a:lnTo>
                    <a:pt x="235584" y="32638"/>
                  </a:lnTo>
                  <a:lnTo>
                    <a:pt x="194182" y="21970"/>
                  </a:lnTo>
                  <a:lnTo>
                    <a:pt x="152145" y="13462"/>
                  </a:lnTo>
                  <a:lnTo>
                    <a:pt x="109346" y="6857"/>
                  </a:lnTo>
                  <a:lnTo>
                    <a:pt x="66039" y="2539"/>
                  </a:lnTo>
                  <a:lnTo>
                    <a:pt x="22097" y="253"/>
                  </a:lnTo>
                  <a:lnTo>
                    <a:pt x="0" y="0"/>
                  </a:lnTo>
                  <a:close/>
                </a:path>
              </a:pathLst>
            </a:custGeom>
            <a:solidFill>
              <a:srgbClr val="669DE8"/>
            </a:solidFill>
          </p:spPr>
          <p:txBody>
            <a:bodyPr wrap="square" lIns="0" tIns="0" rIns="0" bIns="0" rtlCol="0"/>
            <a:lstStyle/>
            <a:p>
              <a:endParaRPr/>
            </a:p>
          </p:txBody>
        </p:sp>
      </p:grpSp>
      <p:sp>
        <p:nvSpPr>
          <p:cNvPr id="9" name="object 9"/>
          <p:cNvSpPr txBox="1"/>
          <p:nvPr/>
        </p:nvSpPr>
        <p:spPr>
          <a:xfrm>
            <a:off x="1146759" y="3621125"/>
            <a:ext cx="391160" cy="469265"/>
          </a:xfrm>
          <a:prstGeom prst="rect">
            <a:avLst/>
          </a:prstGeom>
        </p:spPr>
        <p:txBody>
          <a:bodyPr vert="horz" wrap="square" lIns="0" tIns="62230" rIns="0" bIns="0" rtlCol="0">
            <a:spAutoFit/>
          </a:bodyPr>
          <a:lstStyle/>
          <a:p>
            <a:pPr marL="45720" algn="ctr">
              <a:lnSpc>
                <a:spcPct val="100000"/>
              </a:lnSpc>
              <a:spcBef>
                <a:spcPts val="490"/>
              </a:spcBef>
            </a:pPr>
            <a:r>
              <a:rPr sz="850" spc="45" dirty="0">
                <a:solidFill>
                  <a:srgbClr val="FFFFFF"/>
                </a:solidFill>
                <a:latin typeface="Yu Gothic"/>
                <a:cs typeface="Yu Gothic"/>
              </a:rPr>
              <a:t>女性</a:t>
            </a:r>
            <a:endParaRPr sz="850">
              <a:latin typeface="Yu Gothic"/>
              <a:cs typeface="Yu Gothic"/>
            </a:endParaRPr>
          </a:p>
          <a:p>
            <a:pPr algn="ctr">
              <a:lnSpc>
                <a:spcPct val="100000"/>
              </a:lnSpc>
              <a:spcBef>
                <a:spcPts val="525"/>
              </a:spcBef>
            </a:pPr>
            <a:r>
              <a:rPr sz="1300" spc="60" dirty="0">
                <a:solidFill>
                  <a:srgbClr val="FFFFFF"/>
                </a:solidFill>
                <a:latin typeface="Microsoft YaHei"/>
                <a:cs typeface="Microsoft YaHei"/>
              </a:rPr>
              <a:t>53%</a:t>
            </a:r>
            <a:endParaRPr sz="1300">
              <a:latin typeface="Microsoft YaHei"/>
              <a:cs typeface="Microsoft YaHei"/>
            </a:endParaRPr>
          </a:p>
        </p:txBody>
      </p:sp>
      <p:sp>
        <p:nvSpPr>
          <p:cNvPr id="10" name="object 10"/>
          <p:cNvSpPr txBox="1"/>
          <p:nvPr/>
        </p:nvSpPr>
        <p:spPr>
          <a:xfrm>
            <a:off x="2145283" y="3541121"/>
            <a:ext cx="532765" cy="442595"/>
          </a:xfrm>
          <a:prstGeom prst="rect">
            <a:avLst/>
          </a:prstGeom>
        </p:spPr>
        <p:txBody>
          <a:bodyPr vert="horz" wrap="square" lIns="0" tIns="57150" rIns="0" bIns="0" rtlCol="0">
            <a:spAutoFit/>
          </a:bodyPr>
          <a:lstStyle/>
          <a:p>
            <a:pPr marL="12700">
              <a:lnSpc>
                <a:spcPct val="100000"/>
              </a:lnSpc>
              <a:spcBef>
                <a:spcPts val="450"/>
              </a:spcBef>
            </a:pPr>
            <a:r>
              <a:rPr sz="850" spc="45" dirty="0">
                <a:solidFill>
                  <a:srgbClr val="FFFFFF"/>
                </a:solidFill>
                <a:latin typeface="Yu Gothic"/>
                <a:cs typeface="Yu Gothic"/>
              </a:rPr>
              <a:t>男性</a:t>
            </a:r>
            <a:endParaRPr sz="850">
              <a:latin typeface="Yu Gothic"/>
              <a:cs typeface="Yu Gothic"/>
            </a:endParaRPr>
          </a:p>
          <a:p>
            <a:pPr marL="173990">
              <a:lnSpc>
                <a:spcPct val="100000"/>
              </a:lnSpc>
              <a:spcBef>
                <a:spcPts val="470"/>
              </a:spcBef>
            </a:pPr>
            <a:r>
              <a:rPr sz="1200" spc="75" dirty="0">
                <a:solidFill>
                  <a:srgbClr val="FFFFFF"/>
                </a:solidFill>
                <a:latin typeface="Microsoft YaHei"/>
                <a:cs typeface="Microsoft YaHei"/>
              </a:rPr>
              <a:t>47%</a:t>
            </a:r>
            <a:endParaRPr sz="1200">
              <a:latin typeface="Microsoft YaHei"/>
              <a:cs typeface="Microsoft YaHei"/>
            </a:endParaRPr>
          </a:p>
        </p:txBody>
      </p:sp>
      <p:grpSp>
        <p:nvGrpSpPr>
          <p:cNvPr id="11" name="object 11"/>
          <p:cNvGrpSpPr/>
          <p:nvPr/>
        </p:nvGrpSpPr>
        <p:grpSpPr>
          <a:xfrm>
            <a:off x="3724655" y="3009900"/>
            <a:ext cx="1847214" cy="1845945"/>
            <a:chOff x="3724655" y="3009900"/>
            <a:chExt cx="1847214" cy="1845945"/>
          </a:xfrm>
        </p:grpSpPr>
        <p:pic>
          <p:nvPicPr>
            <p:cNvPr id="12" name="object 12"/>
            <p:cNvPicPr/>
            <p:nvPr/>
          </p:nvPicPr>
          <p:blipFill>
            <a:blip r:embed="rId5" cstate="print"/>
            <a:stretch>
              <a:fillRect/>
            </a:stretch>
          </p:blipFill>
          <p:spPr>
            <a:xfrm>
              <a:off x="4128515" y="3014472"/>
              <a:ext cx="566927" cy="951936"/>
            </a:xfrm>
            <a:prstGeom prst="rect">
              <a:avLst/>
            </a:prstGeom>
          </p:spPr>
        </p:pic>
        <p:sp>
          <p:nvSpPr>
            <p:cNvPr id="13" name="object 13"/>
            <p:cNvSpPr/>
            <p:nvPr/>
          </p:nvSpPr>
          <p:spPr>
            <a:xfrm>
              <a:off x="4162043" y="3081527"/>
              <a:ext cx="467995" cy="871855"/>
            </a:xfrm>
            <a:custGeom>
              <a:avLst/>
              <a:gdLst/>
              <a:ahLst/>
              <a:cxnLst/>
              <a:rect l="l" t="t" r="r" b="b"/>
              <a:pathLst>
                <a:path w="467995" h="871854">
                  <a:moveTo>
                    <a:pt x="467867" y="0"/>
                  </a:moveTo>
                  <a:lnTo>
                    <a:pt x="422782" y="1143"/>
                  </a:lnTo>
                  <a:lnTo>
                    <a:pt x="377951" y="4572"/>
                  </a:lnTo>
                  <a:lnTo>
                    <a:pt x="333375" y="10413"/>
                  </a:lnTo>
                  <a:lnTo>
                    <a:pt x="289305" y="18414"/>
                  </a:lnTo>
                  <a:lnTo>
                    <a:pt x="245744" y="28701"/>
                  </a:lnTo>
                  <a:lnTo>
                    <a:pt x="202818" y="41148"/>
                  </a:lnTo>
                  <a:lnTo>
                    <a:pt x="160527" y="55752"/>
                  </a:lnTo>
                  <a:lnTo>
                    <a:pt x="119125" y="72517"/>
                  </a:lnTo>
                  <a:lnTo>
                    <a:pt x="78358" y="91439"/>
                  </a:lnTo>
                  <a:lnTo>
                    <a:pt x="38734" y="112522"/>
                  </a:lnTo>
                  <a:lnTo>
                    <a:pt x="0" y="135636"/>
                  </a:lnTo>
                  <a:lnTo>
                    <a:pt x="467867" y="871601"/>
                  </a:lnTo>
                  <a:lnTo>
                    <a:pt x="467867" y="0"/>
                  </a:lnTo>
                  <a:close/>
                </a:path>
              </a:pathLst>
            </a:custGeom>
            <a:solidFill>
              <a:srgbClr val="97D3EB"/>
            </a:solidFill>
          </p:spPr>
          <p:txBody>
            <a:bodyPr wrap="square" lIns="0" tIns="0" rIns="0" bIns="0" rtlCol="0"/>
            <a:lstStyle/>
            <a:p>
              <a:endParaRPr/>
            </a:p>
          </p:txBody>
        </p:sp>
        <p:pic>
          <p:nvPicPr>
            <p:cNvPr id="14" name="object 14"/>
            <p:cNvPicPr/>
            <p:nvPr/>
          </p:nvPicPr>
          <p:blipFill>
            <a:blip r:embed="rId6" cstate="print"/>
            <a:stretch>
              <a:fillRect/>
            </a:stretch>
          </p:blipFill>
          <p:spPr>
            <a:xfrm>
              <a:off x="3776471" y="3148584"/>
              <a:ext cx="918972" cy="832103"/>
            </a:xfrm>
            <a:prstGeom prst="rect">
              <a:avLst/>
            </a:prstGeom>
          </p:spPr>
        </p:pic>
        <p:sp>
          <p:nvSpPr>
            <p:cNvPr id="15" name="object 15"/>
            <p:cNvSpPr/>
            <p:nvPr/>
          </p:nvSpPr>
          <p:spPr>
            <a:xfrm>
              <a:off x="3808475" y="3217163"/>
              <a:ext cx="821690" cy="736600"/>
            </a:xfrm>
            <a:custGeom>
              <a:avLst/>
              <a:gdLst/>
              <a:ahLst/>
              <a:cxnLst/>
              <a:rect l="l" t="t" r="r" b="b"/>
              <a:pathLst>
                <a:path w="821689" h="736600">
                  <a:moveTo>
                    <a:pt x="353568" y="0"/>
                  </a:moveTo>
                  <a:lnTo>
                    <a:pt x="315087" y="25908"/>
                  </a:lnTo>
                  <a:lnTo>
                    <a:pt x="278129" y="53594"/>
                  </a:lnTo>
                  <a:lnTo>
                    <a:pt x="242824" y="83185"/>
                  </a:lnTo>
                  <a:lnTo>
                    <a:pt x="209169" y="114553"/>
                  </a:lnTo>
                  <a:lnTo>
                    <a:pt x="177291" y="147447"/>
                  </a:lnTo>
                  <a:lnTo>
                    <a:pt x="147320" y="182118"/>
                  </a:lnTo>
                  <a:lnTo>
                    <a:pt x="119125" y="218186"/>
                  </a:lnTo>
                  <a:lnTo>
                    <a:pt x="92837" y="255777"/>
                  </a:lnTo>
                  <a:lnTo>
                    <a:pt x="68452" y="294766"/>
                  </a:lnTo>
                  <a:lnTo>
                    <a:pt x="46227" y="335025"/>
                  </a:lnTo>
                  <a:lnTo>
                    <a:pt x="26162" y="376427"/>
                  </a:lnTo>
                  <a:lnTo>
                    <a:pt x="8127" y="419100"/>
                  </a:lnTo>
                  <a:lnTo>
                    <a:pt x="0" y="440690"/>
                  </a:lnTo>
                  <a:lnTo>
                    <a:pt x="821182" y="736092"/>
                  </a:lnTo>
                  <a:lnTo>
                    <a:pt x="353568" y="0"/>
                  </a:lnTo>
                  <a:close/>
                </a:path>
              </a:pathLst>
            </a:custGeom>
            <a:solidFill>
              <a:srgbClr val="187DF0"/>
            </a:solidFill>
          </p:spPr>
          <p:txBody>
            <a:bodyPr wrap="square" lIns="0" tIns="0" rIns="0" bIns="0" rtlCol="0"/>
            <a:lstStyle/>
            <a:p>
              <a:endParaRPr/>
            </a:p>
          </p:txBody>
        </p:sp>
        <p:pic>
          <p:nvPicPr>
            <p:cNvPr id="16" name="object 16"/>
            <p:cNvPicPr/>
            <p:nvPr/>
          </p:nvPicPr>
          <p:blipFill>
            <a:blip r:embed="rId7" cstate="print"/>
            <a:stretch>
              <a:fillRect/>
            </a:stretch>
          </p:blipFill>
          <p:spPr>
            <a:xfrm>
              <a:off x="3724655" y="3590544"/>
              <a:ext cx="981455" cy="1264919"/>
            </a:xfrm>
            <a:prstGeom prst="rect">
              <a:avLst/>
            </a:prstGeom>
          </p:spPr>
        </p:pic>
        <p:sp>
          <p:nvSpPr>
            <p:cNvPr id="17" name="object 17"/>
            <p:cNvSpPr/>
            <p:nvPr/>
          </p:nvSpPr>
          <p:spPr>
            <a:xfrm>
              <a:off x="3756659" y="3657600"/>
              <a:ext cx="878205" cy="1167765"/>
            </a:xfrm>
            <a:custGeom>
              <a:avLst/>
              <a:gdLst/>
              <a:ahLst/>
              <a:cxnLst/>
              <a:rect l="l" t="t" r="r" b="b"/>
              <a:pathLst>
                <a:path w="878204" h="1167764">
                  <a:moveTo>
                    <a:pt x="51815" y="0"/>
                  </a:moveTo>
                  <a:lnTo>
                    <a:pt x="38100" y="41275"/>
                  </a:lnTo>
                  <a:lnTo>
                    <a:pt x="26415" y="82804"/>
                  </a:lnTo>
                  <a:lnTo>
                    <a:pt x="17017" y="124460"/>
                  </a:lnTo>
                  <a:lnTo>
                    <a:pt x="9651" y="166116"/>
                  </a:lnTo>
                  <a:lnTo>
                    <a:pt x="4444" y="207772"/>
                  </a:lnTo>
                  <a:lnTo>
                    <a:pt x="1142" y="249427"/>
                  </a:lnTo>
                  <a:lnTo>
                    <a:pt x="0" y="290956"/>
                  </a:lnTo>
                  <a:lnTo>
                    <a:pt x="126" y="311657"/>
                  </a:lnTo>
                  <a:lnTo>
                    <a:pt x="1904" y="352806"/>
                  </a:lnTo>
                  <a:lnTo>
                    <a:pt x="5587" y="393700"/>
                  </a:lnTo>
                  <a:lnTo>
                    <a:pt x="11175" y="434213"/>
                  </a:lnTo>
                  <a:lnTo>
                    <a:pt x="18668" y="474472"/>
                  </a:lnTo>
                  <a:lnTo>
                    <a:pt x="28066" y="514095"/>
                  </a:lnTo>
                  <a:lnTo>
                    <a:pt x="39115" y="553212"/>
                  </a:lnTo>
                  <a:lnTo>
                    <a:pt x="52069" y="591693"/>
                  </a:lnTo>
                  <a:lnTo>
                    <a:pt x="66801" y="629538"/>
                  </a:lnTo>
                  <a:lnTo>
                    <a:pt x="83185" y="666623"/>
                  </a:lnTo>
                  <a:lnTo>
                    <a:pt x="101345" y="702944"/>
                  </a:lnTo>
                  <a:lnTo>
                    <a:pt x="121157" y="738377"/>
                  </a:lnTo>
                  <a:lnTo>
                    <a:pt x="142493" y="772922"/>
                  </a:lnTo>
                  <a:lnTo>
                    <a:pt x="165607" y="806450"/>
                  </a:lnTo>
                  <a:lnTo>
                    <a:pt x="190118" y="838835"/>
                  </a:lnTo>
                  <a:lnTo>
                    <a:pt x="216280" y="870204"/>
                  </a:lnTo>
                  <a:lnTo>
                    <a:pt x="243966" y="900430"/>
                  </a:lnTo>
                  <a:lnTo>
                    <a:pt x="273176" y="929258"/>
                  </a:lnTo>
                  <a:lnTo>
                    <a:pt x="303784" y="956944"/>
                  </a:lnTo>
                  <a:lnTo>
                    <a:pt x="335788" y="983107"/>
                  </a:lnTo>
                  <a:lnTo>
                    <a:pt x="369315" y="1007999"/>
                  </a:lnTo>
                  <a:lnTo>
                    <a:pt x="404113" y="1031239"/>
                  </a:lnTo>
                  <a:lnTo>
                    <a:pt x="440181" y="1052957"/>
                  </a:lnTo>
                  <a:lnTo>
                    <a:pt x="477647" y="1073023"/>
                  </a:lnTo>
                  <a:lnTo>
                    <a:pt x="516381" y="1091438"/>
                  </a:lnTo>
                  <a:lnTo>
                    <a:pt x="556387" y="1108075"/>
                  </a:lnTo>
                  <a:lnTo>
                    <a:pt x="599186" y="1123442"/>
                  </a:lnTo>
                  <a:lnTo>
                    <a:pt x="644398" y="1137031"/>
                  </a:lnTo>
                  <a:lnTo>
                    <a:pt x="690244" y="1148080"/>
                  </a:lnTo>
                  <a:lnTo>
                    <a:pt x="736600" y="1156716"/>
                  </a:lnTo>
                  <a:lnTo>
                    <a:pt x="783336" y="1162812"/>
                  </a:lnTo>
                  <a:lnTo>
                    <a:pt x="830326" y="1166368"/>
                  </a:lnTo>
                  <a:lnTo>
                    <a:pt x="877697" y="1167257"/>
                  </a:lnTo>
                  <a:lnTo>
                    <a:pt x="872109" y="295401"/>
                  </a:lnTo>
                  <a:lnTo>
                    <a:pt x="51815" y="0"/>
                  </a:lnTo>
                  <a:close/>
                </a:path>
              </a:pathLst>
            </a:custGeom>
            <a:solidFill>
              <a:srgbClr val="93B8DA"/>
            </a:solidFill>
          </p:spPr>
          <p:txBody>
            <a:bodyPr wrap="square" lIns="0" tIns="0" rIns="0" bIns="0" rtlCol="0"/>
            <a:lstStyle/>
            <a:p>
              <a:endParaRPr/>
            </a:p>
          </p:txBody>
        </p:sp>
        <p:pic>
          <p:nvPicPr>
            <p:cNvPr id="18" name="object 18"/>
            <p:cNvPicPr/>
            <p:nvPr/>
          </p:nvPicPr>
          <p:blipFill>
            <a:blip r:embed="rId8" cstate="print"/>
            <a:stretch>
              <a:fillRect/>
            </a:stretch>
          </p:blipFill>
          <p:spPr>
            <a:xfrm>
              <a:off x="4596383" y="3009900"/>
              <a:ext cx="975360" cy="1842516"/>
            </a:xfrm>
            <a:prstGeom prst="rect">
              <a:avLst/>
            </a:prstGeom>
          </p:spPr>
        </p:pic>
        <p:sp>
          <p:nvSpPr>
            <p:cNvPr id="19" name="object 19"/>
            <p:cNvSpPr/>
            <p:nvPr/>
          </p:nvSpPr>
          <p:spPr>
            <a:xfrm>
              <a:off x="4629911" y="3081527"/>
              <a:ext cx="870585" cy="1743710"/>
            </a:xfrm>
            <a:custGeom>
              <a:avLst/>
              <a:gdLst/>
              <a:ahLst/>
              <a:cxnLst/>
              <a:rect l="l" t="t" r="r" b="b"/>
              <a:pathLst>
                <a:path w="870585" h="1743710">
                  <a:moveTo>
                    <a:pt x="0" y="0"/>
                  </a:moveTo>
                  <a:lnTo>
                    <a:pt x="0" y="871601"/>
                  </a:lnTo>
                  <a:lnTo>
                    <a:pt x="5461" y="1743202"/>
                  </a:lnTo>
                  <a:lnTo>
                    <a:pt x="48895" y="1741805"/>
                  </a:lnTo>
                  <a:lnTo>
                    <a:pt x="91693" y="1738376"/>
                  </a:lnTo>
                  <a:lnTo>
                    <a:pt x="133985" y="1732915"/>
                  </a:lnTo>
                  <a:lnTo>
                    <a:pt x="175513" y="1725422"/>
                  </a:lnTo>
                  <a:lnTo>
                    <a:pt x="216408" y="1716024"/>
                  </a:lnTo>
                  <a:lnTo>
                    <a:pt x="256539" y="1704721"/>
                  </a:lnTo>
                  <a:lnTo>
                    <a:pt x="295783" y="1691513"/>
                  </a:lnTo>
                  <a:lnTo>
                    <a:pt x="334263" y="1676654"/>
                  </a:lnTo>
                  <a:lnTo>
                    <a:pt x="371728" y="1659890"/>
                  </a:lnTo>
                  <a:lnTo>
                    <a:pt x="408304" y="1641475"/>
                  </a:lnTo>
                  <a:lnTo>
                    <a:pt x="443864" y="1621409"/>
                  </a:lnTo>
                  <a:lnTo>
                    <a:pt x="478409" y="1599819"/>
                  </a:lnTo>
                  <a:lnTo>
                    <a:pt x="511683" y="1576578"/>
                  </a:lnTo>
                  <a:lnTo>
                    <a:pt x="543940" y="1551940"/>
                  </a:lnTo>
                  <a:lnTo>
                    <a:pt x="574928" y="1525778"/>
                  </a:lnTo>
                  <a:lnTo>
                    <a:pt x="604774" y="1498346"/>
                  </a:lnTo>
                  <a:lnTo>
                    <a:pt x="633222" y="1469517"/>
                  </a:lnTo>
                  <a:lnTo>
                    <a:pt x="660273" y="1439291"/>
                  </a:lnTo>
                  <a:lnTo>
                    <a:pt x="685926" y="1407922"/>
                  </a:lnTo>
                  <a:lnTo>
                    <a:pt x="710184" y="1375283"/>
                  </a:lnTo>
                  <a:lnTo>
                    <a:pt x="732916" y="1341628"/>
                  </a:lnTo>
                  <a:lnTo>
                    <a:pt x="753999" y="1306830"/>
                  </a:lnTo>
                  <a:lnTo>
                    <a:pt x="773557" y="1270889"/>
                  </a:lnTo>
                  <a:lnTo>
                    <a:pt x="791463" y="1234059"/>
                  </a:lnTo>
                  <a:lnTo>
                    <a:pt x="807720" y="1196340"/>
                  </a:lnTo>
                  <a:lnTo>
                    <a:pt x="822198" y="1157605"/>
                  </a:lnTo>
                  <a:lnTo>
                    <a:pt x="834771" y="1118108"/>
                  </a:lnTo>
                  <a:lnTo>
                    <a:pt x="845565" y="1077722"/>
                  </a:lnTo>
                  <a:lnTo>
                    <a:pt x="854455" y="1036701"/>
                  </a:lnTo>
                  <a:lnTo>
                    <a:pt x="861440" y="995045"/>
                  </a:lnTo>
                  <a:lnTo>
                    <a:pt x="866393" y="952627"/>
                  </a:lnTo>
                  <a:lnTo>
                    <a:pt x="869314" y="909701"/>
                  </a:lnTo>
                  <a:lnTo>
                    <a:pt x="870076" y="866140"/>
                  </a:lnTo>
                  <a:lnTo>
                    <a:pt x="869696" y="844042"/>
                  </a:lnTo>
                  <a:lnTo>
                    <a:pt x="867283" y="800354"/>
                  </a:lnTo>
                  <a:lnTo>
                    <a:pt x="862711" y="757301"/>
                  </a:lnTo>
                  <a:lnTo>
                    <a:pt x="856107" y="714883"/>
                  </a:lnTo>
                  <a:lnTo>
                    <a:pt x="847471" y="673100"/>
                  </a:lnTo>
                  <a:lnTo>
                    <a:pt x="836802" y="632206"/>
                  </a:lnTo>
                  <a:lnTo>
                    <a:pt x="824357" y="592074"/>
                  </a:lnTo>
                  <a:lnTo>
                    <a:pt x="810005" y="552704"/>
                  </a:lnTo>
                  <a:lnTo>
                    <a:pt x="793876" y="514350"/>
                  </a:lnTo>
                  <a:lnTo>
                    <a:pt x="775970" y="476885"/>
                  </a:lnTo>
                  <a:lnTo>
                    <a:pt x="756412" y="440436"/>
                  </a:lnTo>
                  <a:lnTo>
                    <a:pt x="735076" y="405130"/>
                  </a:lnTo>
                  <a:lnTo>
                    <a:pt x="712342" y="370967"/>
                  </a:lnTo>
                  <a:lnTo>
                    <a:pt x="687959" y="337820"/>
                  </a:lnTo>
                  <a:lnTo>
                    <a:pt x="662051" y="305943"/>
                  </a:lnTo>
                  <a:lnTo>
                    <a:pt x="634746" y="275463"/>
                  </a:lnTo>
                  <a:lnTo>
                    <a:pt x="606043" y="246125"/>
                  </a:lnTo>
                  <a:lnTo>
                    <a:pt x="575945" y="218312"/>
                  </a:lnTo>
                  <a:lnTo>
                    <a:pt x="544576" y="191897"/>
                  </a:lnTo>
                  <a:lnTo>
                    <a:pt x="512063" y="166877"/>
                  </a:lnTo>
                  <a:lnTo>
                    <a:pt x="478282" y="143383"/>
                  </a:lnTo>
                  <a:lnTo>
                    <a:pt x="443484" y="121538"/>
                  </a:lnTo>
                  <a:lnTo>
                    <a:pt x="407542" y="101346"/>
                  </a:lnTo>
                  <a:lnTo>
                    <a:pt x="370459" y="82804"/>
                  </a:lnTo>
                  <a:lnTo>
                    <a:pt x="332613" y="65912"/>
                  </a:lnTo>
                  <a:lnTo>
                    <a:pt x="293624" y="50926"/>
                  </a:lnTo>
                  <a:lnTo>
                    <a:pt x="253873" y="37719"/>
                  </a:lnTo>
                  <a:lnTo>
                    <a:pt x="213360" y="26416"/>
                  </a:lnTo>
                  <a:lnTo>
                    <a:pt x="171958" y="17018"/>
                  </a:lnTo>
                  <a:lnTo>
                    <a:pt x="129921" y="9651"/>
                  </a:lnTo>
                  <a:lnTo>
                    <a:pt x="87249" y="4318"/>
                  </a:lnTo>
                  <a:lnTo>
                    <a:pt x="43941" y="1143"/>
                  </a:lnTo>
                  <a:lnTo>
                    <a:pt x="0" y="0"/>
                  </a:lnTo>
                  <a:close/>
                </a:path>
              </a:pathLst>
            </a:custGeom>
            <a:solidFill>
              <a:srgbClr val="52A7E8"/>
            </a:solidFill>
          </p:spPr>
          <p:txBody>
            <a:bodyPr wrap="square" lIns="0" tIns="0" rIns="0" bIns="0" rtlCol="0"/>
            <a:lstStyle/>
            <a:p>
              <a:endParaRPr/>
            </a:p>
          </p:txBody>
        </p:sp>
      </p:grpSp>
      <p:sp>
        <p:nvSpPr>
          <p:cNvPr id="20" name="object 20"/>
          <p:cNvSpPr txBox="1"/>
          <p:nvPr/>
        </p:nvSpPr>
        <p:spPr>
          <a:xfrm>
            <a:off x="4957064" y="3702577"/>
            <a:ext cx="506095" cy="345440"/>
          </a:xfrm>
          <a:prstGeom prst="rect">
            <a:avLst/>
          </a:prstGeom>
        </p:spPr>
        <p:txBody>
          <a:bodyPr vert="horz" wrap="square" lIns="0" tIns="20320" rIns="0" bIns="0" rtlCol="0">
            <a:spAutoFit/>
          </a:bodyPr>
          <a:lstStyle/>
          <a:p>
            <a:pPr marL="43180">
              <a:lnSpc>
                <a:spcPct val="100000"/>
              </a:lnSpc>
              <a:spcBef>
                <a:spcPts val="160"/>
              </a:spcBef>
            </a:pPr>
            <a:r>
              <a:rPr sz="750" spc="5" dirty="0">
                <a:solidFill>
                  <a:srgbClr val="FFFFFF"/>
                </a:solidFill>
                <a:latin typeface="Microsoft YaHei"/>
                <a:cs typeface="Microsoft YaHei"/>
              </a:rPr>
              <a:t>会社員</a:t>
            </a:r>
            <a:endParaRPr sz="750">
              <a:latin typeface="Microsoft YaHei"/>
              <a:cs typeface="Microsoft YaHei"/>
            </a:endParaRPr>
          </a:p>
          <a:p>
            <a:pPr marL="12700">
              <a:lnSpc>
                <a:spcPct val="100000"/>
              </a:lnSpc>
              <a:spcBef>
                <a:spcPts val="115"/>
              </a:spcBef>
            </a:pPr>
            <a:r>
              <a:rPr sz="1200" spc="70" dirty="0">
                <a:solidFill>
                  <a:srgbClr val="FFFFFF"/>
                </a:solidFill>
                <a:latin typeface="Microsoft YaHei"/>
                <a:cs typeface="Microsoft YaHei"/>
              </a:rPr>
              <a:t>49.9</a:t>
            </a:r>
            <a:r>
              <a:rPr sz="1200" spc="20" dirty="0">
                <a:solidFill>
                  <a:srgbClr val="FFFFFF"/>
                </a:solidFill>
                <a:latin typeface="Microsoft YaHei"/>
                <a:cs typeface="Microsoft YaHei"/>
              </a:rPr>
              <a:t>%</a:t>
            </a:r>
            <a:endParaRPr sz="1200">
              <a:latin typeface="Microsoft YaHei"/>
              <a:cs typeface="Microsoft YaHei"/>
            </a:endParaRPr>
          </a:p>
        </p:txBody>
      </p:sp>
      <p:sp>
        <p:nvSpPr>
          <p:cNvPr id="21" name="object 21"/>
          <p:cNvSpPr txBox="1"/>
          <p:nvPr/>
        </p:nvSpPr>
        <p:spPr>
          <a:xfrm>
            <a:off x="3782314" y="3162134"/>
            <a:ext cx="883285" cy="1153795"/>
          </a:xfrm>
          <a:prstGeom prst="rect">
            <a:avLst/>
          </a:prstGeom>
        </p:spPr>
        <p:txBody>
          <a:bodyPr vert="horz" wrap="square" lIns="0" tIns="10795" rIns="0" bIns="0" rtlCol="0">
            <a:spAutoFit/>
          </a:bodyPr>
          <a:lstStyle/>
          <a:p>
            <a:pPr marL="248285" marR="30480" indent="219075">
              <a:lnSpc>
                <a:spcPct val="109300"/>
              </a:lnSpc>
              <a:spcBef>
                <a:spcPts val="85"/>
              </a:spcBef>
            </a:pPr>
            <a:r>
              <a:rPr sz="750" spc="5" dirty="0">
                <a:solidFill>
                  <a:srgbClr val="FFFFFF"/>
                </a:solidFill>
                <a:latin typeface="Microsoft YaHei"/>
                <a:cs typeface="Microsoft YaHei"/>
              </a:rPr>
              <a:t>その他 </a:t>
            </a:r>
            <a:r>
              <a:rPr sz="1125" spc="7" baseline="-22222" dirty="0">
                <a:solidFill>
                  <a:srgbClr val="FFFFFF"/>
                </a:solidFill>
                <a:latin typeface="Microsoft YaHei"/>
                <a:cs typeface="Microsoft YaHei"/>
              </a:rPr>
              <a:t>学生</a:t>
            </a:r>
            <a:r>
              <a:rPr sz="1125" spc="150" baseline="-22222" dirty="0">
                <a:solidFill>
                  <a:srgbClr val="FFFFFF"/>
                </a:solidFill>
                <a:latin typeface="Microsoft YaHei"/>
                <a:cs typeface="Microsoft YaHei"/>
              </a:rPr>
              <a:t> </a:t>
            </a:r>
            <a:r>
              <a:rPr sz="1050" spc="30" dirty="0">
                <a:solidFill>
                  <a:srgbClr val="FFFFFF"/>
                </a:solidFill>
                <a:latin typeface="Microsoft YaHei"/>
                <a:cs typeface="Microsoft YaHei"/>
              </a:rPr>
              <a:t>9.0%</a:t>
            </a:r>
            <a:endParaRPr sz="1050">
              <a:latin typeface="Microsoft YaHei"/>
              <a:cs typeface="Microsoft YaHei"/>
            </a:endParaRPr>
          </a:p>
          <a:p>
            <a:pPr marL="184150">
              <a:lnSpc>
                <a:spcPct val="100000"/>
              </a:lnSpc>
              <a:spcBef>
                <a:spcPts val="300"/>
              </a:spcBef>
            </a:pPr>
            <a:r>
              <a:rPr sz="1050" spc="40" dirty="0">
                <a:solidFill>
                  <a:srgbClr val="FFFFFF"/>
                </a:solidFill>
                <a:latin typeface="Microsoft YaHei"/>
                <a:cs typeface="Microsoft YaHei"/>
              </a:rPr>
              <a:t>10.5%</a:t>
            </a:r>
            <a:endParaRPr sz="1050">
              <a:latin typeface="Microsoft YaHei"/>
              <a:cs typeface="Microsoft YaHei"/>
            </a:endParaRPr>
          </a:p>
          <a:p>
            <a:pPr marR="21590" algn="ctr">
              <a:lnSpc>
                <a:spcPct val="100000"/>
              </a:lnSpc>
              <a:spcBef>
                <a:spcPts val="1150"/>
              </a:spcBef>
            </a:pPr>
            <a:r>
              <a:rPr sz="750" spc="5" dirty="0">
                <a:solidFill>
                  <a:srgbClr val="FFFFFF"/>
                </a:solidFill>
                <a:latin typeface="Microsoft YaHei"/>
                <a:cs typeface="Microsoft YaHei"/>
              </a:rPr>
              <a:t>主婦</a:t>
            </a:r>
            <a:endParaRPr sz="750">
              <a:latin typeface="Microsoft YaHei"/>
              <a:cs typeface="Microsoft YaHei"/>
            </a:endParaRPr>
          </a:p>
          <a:p>
            <a:pPr marR="24765" algn="ctr">
              <a:lnSpc>
                <a:spcPct val="100000"/>
              </a:lnSpc>
              <a:spcBef>
                <a:spcPts val="204"/>
              </a:spcBef>
            </a:pPr>
            <a:r>
              <a:rPr sz="750" spc="-20" dirty="0">
                <a:solidFill>
                  <a:srgbClr val="FFFFFF"/>
                </a:solidFill>
                <a:latin typeface="Microsoft YaHei"/>
                <a:cs typeface="Microsoft YaHei"/>
              </a:rPr>
              <a:t>パート</a:t>
            </a:r>
            <a:r>
              <a:rPr sz="750" dirty="0">
                <a:solidFill>
                  <a:srgbClr val="FFFFFF"/>
                </a:solidFill>
                <a:latin typeface="Microsoft YaHei"/>
                <a:cs typeface="Microsoft YaHei"/>
              </a:rPr>
              <a:t>/</a:t>
            </a:r>
            <a:r>
              <a:rPr sz="750" spc="-35" dirty="0">
                <a:solidFill>
                  <a:srgbClr val="FFFFFF"/>
                </a:solidFill>
                <a:latin typeface="Microsoft YaHei"/>
                <a:cs typeface="Microsoft YaHei"/>
              </a:rPr>
              <a:t>アルバ</a:t>
            </a:r>
            <a:r>
              <a:rPr sz="750" spc="-45" dirty="0">
                <a:solidFill>
                  <a:srgbClr val="FFFFFF"/>
                </a:solidFill>
                <a:latin typeface="Microsoft YaHei"/>
                <a:cs typeface="Microsoft YaHei"/>
              </a:rPr>
              <a:t>イト</a:t>
            </a:r>
            <a:endParaRPr sz="750">
              <a:latin typeface="Microsoft YaHei"/>
              <a:cs typeface="Microsoft YaHei"/>
            </a:endParaRPr>
          </a:p>
          <a:p>
            <a:pPr marL="126364">
              <a:lnSpc>
                <a:spcPct val="100000"/>
              </a:lnSpc>
              <a:spcBef>
                <a:spcPts val="405"/>
              </a:spcBef>
            </a:pPr>
            <a:r>
              <a:rPr sz="1200" spc="60" dirty="0">
                <a:solidFill>
                  <a:srgbClr val="FFFFFF"/>
                </a:solidFill>
                <a:latin typeface="Microsoft YaHei"/>
                <a:cs typeface="Microsoft YaHei"/>
              </a:rPr>
              <a:t>30.6%</a:t>
            </a:r>
            <a:endParaRPr sz="1200">
              <a:latin typeface="Microsoft YaHei"/>
              <a:cs typeface="Microsoft YaHei"/>
            </a:endParaRPr>
          </a:p>
        </p:txBody>
      </p:sp>
      <p:grpSp>
        <p:nvGrpSpPr>
          <p:cNvPr id="22" name="object 22"/>
          <p:cNvGrpSpPr/>
          <p:nvPr/>
        </p:nvGrpSpPr>
        <p:grpSpPr>
          <a:xfrm>
            <a:off x="6412928" y="3006788"/>
            <a:ext cx="2077720" cy="2035175"/>
            <a:chOff x="6412928" y="3006788"/>
            <a:chExt cx="2077720" cy="2035175"/>
          </a:xfrm>
        </p:grpSpPr>
        <p:pic>
          <p:nvPicPr>
            <p:cNvPr id="23" name="object 23"/>
            <p:cNvPicPr/>
            <p:nvPr/>
          </p:nvPicPr>
          <p:blipFill>
            <a:blip r:embed="rId9" cstate="print"/>
            <a:stretch>
              <a:fillRect/>
            </a:stretch>
          </p:blipFill>
          <p:spPr>
            <a:xfrm>
              <a:off x="7328915" y="4882896"/>
              <a:ext cx="592835" cy="158495"/>
            </a:xfrm>
            <a:prstGeom prst="rect">
              <a:avLst/>
            </a:prstGeom>
          </p:spPr>
        </p:pic>
        <p:pic>
          <p:nvPicPr>
            <p:cNvPr id="24" name="object 24"/>
            <p:cNvPicPr/>
            <p:nvPr/>
          </p:nvPicPr>
          <p:blipFill>
            <a:blip r:embed="rId9" cstate="print"/>
            <a:stretch>
              <a:fillRect/>
            </a:stretch>
          </p:blipFill>
          <p:spPr>
            <a:xfrm>
              <a:off x="7374635" y="4882896"/>
              <a:ext cx="592835" cy="158495"/>
            </a:xfrm>
            <a:prstGeom prst="rect">
              <a:avLst/>
            </a:prstGeom>
          </p:spPr>
        </p:pic>
        <p:sp>
          <p:nvSpPr>
            <p:cNvPr id="25" name="object 25"/>
            <p:cNvSpPr/>
            <p:nvPr/>
          </p:nvSpPr>
          <p:spPr>
            <a:xfrm>
              <a:off x="7451597" y="3015234"/>
              <a:ext cx="1033780" cy="1853564"/>
            </a:xfrm>
            <a:custGeom>
              <a:avLst/>
              <a:gdLst/>
              <a:ahLst/>
              <a:cxnLst/>
              <a:rect l="l" t="t" r="r" b="b"/>
              <a:pathLst>
                <a:path w="1033779" h="1853564">
                  <a:moveTo>
                    <a:pt x="0" y="1690115"/>
                  </a:moveTo>
                  <a:lnTo>
                    <a:pt x="0" y="1853057"/>
                  </a:lnTo>
                </a:path>
                <a:path w="1033779" h="1853564">
                  <a:moveTo>
                    <a:pt x="1033272" y="0"/>
                  </a:moveTo>
                  <a:lnTo>
                    <a:pt x="1033272" y="1853057"/>
                  </a:lnTo>
                </a:path>
              </a:pathLst>
            </a:custGeom>
            <a:ln w="10470">
              <a:solidFill>
                <a:srgbClr val="B8B8B8"/>
              </a:solidFill>
            </a:ln>
          </p:spPr>
          <p:txBody>
            <a:bodyPr wrap="square" lIns="0" tIns="0" rIns="0" bIns="0" rtlCol="0"/>
            <a:lstStyle/>
            <a:p>
              <a:endParaRPr/>
            </a:p>
          </p:txBody>
        </p:sp>
        <p:sp>
          <p:nvSpPr>
            <p:cNvPr id="26" name="object 26"/>
            <p:cNvSpPr/>
            <p:nvPr/>
          </p:nvSpPr>
          <p:spPr>
            <a:xfrm>
              <a:off x="6418325" y="3012186"/>
              <a:ext cx="0" cy="1858010"/>
            </a:xfrm>
            <a:custGeom>
              <a:avLst/>
              <a:gdLst/>
              <a:ahLst/>
              <a:cxnLst/>
              <a:rect l="l" t="t" r="r" b="b"/>
              <a:pathLst>
                <a:path h="1858010">
                  <a:moveTo>
                    <a:pt x="0" y="1857756"/>
                  </a:moveTo>
                  <a:lnTo>
                    <a:pt x="0" y="0"/>
                  </a:lnTo>
                </a:path>
              </a:pathLst>
            </a:custGeom>
            <a:ln w="10470">
              <a:solidFill>
                <a:srgbClr val="000000"/>
              </a:solidFill>
            </a:ln>
          </p:spPr>
          <p:txBody>
            <a:bodyPr wrap="square" lIns="0" tIns="0" rIns="0" bIns="0" rtlCol="0"/>
            <a:lstStyle/>
            <a:p>
              <a:endParaRPr/>
            </a:p>
          </p:txBody>
        </p:sp>
        <p:sp>
          <p:nvSpPr>
            <p:cNvPr id="27" name="object 27"/>
            <p:cNvSpPr/>
            <p:nvPr/>
          </p:nvSpPr>
          <p:spPr>
            <a:xfrm>
              <a:off x="7451597" y="3781806"/>
              <a:ext cx="0" cy="800100"/>
            </a:xfrm>
            <a:custGeom>
              <a:avLst/>
              <a:gdLst/>
              <a:ahLst/>
              <a:cxnLst/>
              <a:rect l="l" t="t" r="r" b="b"/>
              <a:pathLst>
                <a:path h="800100">
                  <a:moveTo>
                    <a:pt x="0" y="0"/>
                  </a:moveTo>
                  <a:lnTo>
                    <a:pt x="0" y="185674"/>
                  </a:lnTo>
                </a:path>
                <a:path h="800100">
                  <a:moveTo>
                    <a:pt x="0" y="304673"/>
                  </a:moveTo>
                  <a:lnTo>
                    <a:pt x="0" y="490347"/>
                  </a:lnTo>
                </a:path>
                <a:path h="800100">
                  <a:moveTo>
                    <a:pt x="0" y="614172"/>
                  </a:moveTo>
                  <a:lnTo>
                    <a:pt x="0" y="799846"/>
                  </a:lnTo>
                </a:path>
              </a:pathLst>
            </a:custGeom>
            <a:ln w="10470">
              <a:solidFill>
                <a:srgbClr val="B8B8B8"/>
              </a:solidFill>
            </a:ln>
          </p:spPr>
          <p:txBody>
            <a:bodyPr wrap="square" lIns="0" tIns="0" rIns="0" bIns="0" rtlCol="0"/>
            <a:lstStyle/>
            <a:p>
              <a:endParaRPr/>
            </a:p>
          </p:txBody>
        </p:sp>
      </p:grpSp>
      <p:sp>
        <p:nvSpPr>
          <p:cNvPr id="28" name="object 28"/>
          <p:cNvSpPr/>
          <p:nvPr/>
        </p:nvSpPr>
        <p:spPr>
          <a:xfrm>
            <a:off x="7451597" y="3167633"/>
            <a:ext cx="0" cy="180975"/>
          </a:xfrm>
          <a:custGeom>
            <a:avLst/>
            <a:gdLst/>
            <a:ahLst/>
            <a:cxnLst/>
            <a:rect l="l" t="t" r="r" b="b"/>
            <a:pathLst>
              <a:path h="180975">
                <a:moveTo>
                  <a:pt x="0" y="0"/>
                </a:moveTo>
                <a:lnTo>
                  <a:pt x="0" y="180848"/>
                </a:lnTo>
              </a:path>
            </a:pathLst>
          </a:custGeom>
          <a:ln w="10470">
            <a:solidFill>
              <a:srgbClr val="B8B8B8"/>
            </a:solidFill>
          </a:ln>
        </p:spPr>
        <p:txBody>
          <a:bodyPr wrap="square" lIns="0" tIns="0" rIns="0" bIns="0" rtlCol="0"/>
          <a:lstStyle/>
          <a:p>
            <a:endParaRPr/>
          </a:p>
        </p:txBody>
      </p:sp>
      <p:sp>
        <p:nvSpPr>
          <p:cNvPr id="29" name="object 29"/>
          <p:cNvSpPr/>
          <p:nvPr/>
        </p:nvSpPr>
        <p:spPr>
          <a:xfrm>
            <a:off x="7451597" y="3015233"/>
            <a:ext cx="0" cy="28575"/>
          </a:xfrm>
          <a:custGeom>
            <a:avLst/>
            <a:gdLst/>
            <a:ahLst/>
            <a:cxnLst/>
            <a:rect l="l" t="t" r="r" b="b"/>
            <a:pathLst>
              <a:path h="28575">
                <a:moveTo>
                  <a:pt x="0" y="0"/>
                </a:moveTo>
                <a:lnTo>
                  <a:pt x="0" y="28164"/>
                </a:lnTo>
              </a:path>
            </a:pathLst>
          </a:custGeom>
          <a:ln w="10470">
            <a:solidFill>
              <a:srgbClr val="B8B8B8"/>
            </a:solidFill>
          </a:ln>
        </p:spPr>
        <p:txBody>
          <a:bodyPr wrap="square" lIns="0" tIns="0" rIns="0" bIns="0" rtlCol="0"/>
          <a:lstStyle/>
          <a:p>
            <a:endParaRPr/>
          </a:p>
        </p:txBody>
      </p:sp>
      <p:sp>
        <p:nvSpPr>
          <p:cNvPr id="30" name="object 30"/>
          <p:cNvSpPr/>
          <p:nvPr/>
        </p:nvSpPr>
        <p:spPr>
          <a:xfrm>
            <a:off x="7451597" y="3472307"/>
            <a:ext cx="0" cy="186055"/>
          </a:xfrm>
          <a:custGeom>
            <a:avLst/>
            <a:gdLst/>
            <a:ahLst/>
            <a:cxnLst/>
            <a:rect l="l" t="t" r="r" b="b"/>
            <a:pathLst>
              <a:path h="186054">
                <a:moveTo>
                  <a:pt x="0" y="0"/>
                </a:moveTo>
                <a:lnTo>
                  <a:pt x="0" y="185673"/>
                </a:lnTo>
              </a:path>
            </a:pathLst>
          </a:custGeom>
          <a:ln w="10470">
            <a:solidFill>
              <a:srgbClr val="B8B8B8"/>
            </a:solidFill>
          </a:ln>
        </p:spPr>
        <p:txBody>
          <a:bodyPr wrap="square" lIns="0" tIns="0" rIns="0" bIns="0" rtlCol="0"/>
          <a:lstStyle/>
          <a:p>
            <a:endParaRPr/>
          </a:p>
        </p:txBody>
      </p:sp>
      <p:sp>
        <p:nvSpPr>
          <p:cNvPr id="31" name="object 31"/>
          <p:cNvSpPr txBox="1"/>
          <p:nvPr/>
        </p:nvSpPr>
        <p:spPr>
          <a:xfrm>
            <a:off x="6054090" y="3081273"/>
            <a:ext cx="281940" cy="653415"/>
          </a:xfrm>
          <a:prstGeom prst="rect">
            <a:avLst/>
          </a:prstGeom>
        </p:spPr>
        <p:txBody>
          <a:bodyPr vert="horz" wrap="square" lIns="0" tIns="17145" rIns="0" bIns="0" rtlCol="0">
            <a:spAutoFit/>
          </a:bodyPr>
          <a:lstStyle/>
          <a:p>
            <a:pPr marL="12700">
              <a:lnSpc>
                <a:spcPct val="100000"/>
              </a:lnSpc>
              <a:spcBef>
                <a:spcPts val="135"/>
              </a:spcBef>
            </a:pPr>
            <a:r>
              <a:rPr sz="850" spc="60" dirty="0">
                <a:latin typeface="Microsoft YaHei"/>
                <a:cs typeface="Microsoft YaHei"/>
              </a:rPr>
              <a:t>10</a:t>
            </a:r>
            <a:r>
              <a:rPr sz="850" spc="35" dirty="0">
                <a:latin typeface="Microsoft YaHei"/>
                <a:cs typeface="Microsoft YaHei"/>
              </a:rPr>
              <a:t>代</a:t>
            </a:r>
            <a:endParaRPr sz="850">
              <a:latin typeface="Microsoft YaHei"/>
              <a:cs typeface="Microsoft YaHei"/>
            </a:endParaRPr>
          </a:p>
          <a:p>
            <a:pPr marL="12700">
              <a:lnSpc>
                <a:spcPct val="100000"/>
              </a:lnSpc>
              <a:spcBef>
                <a:spcPts val="925"/>
              </a:spcBef>
            </a:pPr>
            <a:r>
              <a:rPr sz="850" spc="60" dirty="0">
                <a:latin typeface="Microsoft YaHei"/>
                <a:cs typeface="Microsoft YaHei"/>
              </a:rPr>
              <a:t>20</a:t>
            </a:r>
            <a:r>
              <a:rPr sz="850" spc="35" dirty="0">
                <a:latin typeface="Microsoft YaHei"/>
                <a:cs typeface="Microsoft YaHei"/>
              </a:rPr>
              <a:t>代</a:t>
            </a:r>
            <a:endParaRPr sz="850">
              <a:latin typeface="Microsoft YaHei"/>
              <a:cs typeface="Microsoft YaHei"/>
            </a:endParaRPr>
          </a:p>
          <a:p>
            <a:pPr marL="12700">
              <a:lnSpc>
                <a:spcPct val="100000"/>
              </a:lnSpc>
              <a:spcBef>
                <a:spcPts val="910"/>
              </a:spcBef>
            </a:pPr>
            <a:r>
              <a:rPr sz="850" spc="60" dirty="0">
                <a:latin typeface="Microsoft YaHei"/>
                <a:cs typeface="Microsoft YaHei"/>
              </a:rPr>
              <a:t>30</a:t>
            </a:r>
            <a:r>
              <a:rPr sz="850" spc="35" dirty="0">
                <a:latin typeface="Microsoft YaHei"/>
                <a:cs typeface="Microsoft YaHei"/>
              </a:rPr>
              <a:t>代</a:t>
            </a:r>
            <a:endParaRPr sz="850">
              <a:latin typeface="Microsoft YaHei"/>
              <a:cs typeface="Microsoft YaHei"/>
            </a:endParaRPr>
          </a:p>
        </p:txBody>
      </p:sp>
      <p:sp>
        <p:nvSpPr>
          <p:cNvPr id="32" name="object 32"/>
          <p:cNvSpPr txBox="1"/>
          <p:nvPr/>
        </p:nvSpPr>
        <p:spPr>
          <a:xfrm>
            <a:off x="6056178" y="4009135"/>
            <a:ext cx="357505" cy="653415"/>
          </a:xfrm>
          <a:prstGeom prst="rect">
            <a:avLst/>
          </a:prstGeom>
        </p:spPr>
        <p:txBody>
          <a:bodyPr vert="horz" wrap="square" lIns="0" tIns="17145" rIns="0" bIns="0" rtlCol="0">
            <a:spAutoFit/>
          </a:bodyPr>
          <a:lstStyle/>
          <a:p>
            <a:pPr marL="10160">
              <a:lnSpc>
                <a:spcPct val="100000"/>
              </a:lnSpc>
              <a:spcBef>
                <a:spcPts val="135"/>
              </a:spcBef>
            </a:pPr>
            <a:r>
              <a:rPr sz="850" spc="60" dirty="0">
                <a:latin typeface="Microsoft YaHei"/>
                <a:cs typeface="Microsoft YaHei"/>
              </a:rPr>
              <a:t>40</a:t>
            </a:r>
            <a:r>
              <a:rPr sz="850" spc="35" dirty="0">
                <a:latin typeface="Microsoft YaHei"/>
                <a:cs typeface="Microsoft YaHei"/>
              </a:rPr>
              <a:t>代</a:t>
            </a:r>
            <a:endParaRPr sz="850">
              <a:latin typeface="Microsoft YaHei"/>
              <a:cs typeface="Microsoft YaHei"/>
            </a:endParaRPr>
          </a:p>
          <a:p>
            <a:pPr marL="10160">
              <a:lnSpc>
                <a:spcPct val="100000"/>
              </a:lnSpc>
              <a:spcBef>
                <a:spcPts val="875"/>
              </a:spcBef>
            </a:pPr>
            <a:r>
              <a:rPr sz="900" spc="30" dirty="0">
                <a:latin typeface="Microsoft YaHei"/>
                <a:cs typeface="Microsoft YaHei"/>
              </a:rPr>
              <a:t>50</a:t>
            </a:r>
            <a:r>
              <a:rPr sz="900" spc="-10" dirty="0">
                <a:latin typeface="Microsoft YaHei"/>
                <a:cs typeface="Microsoft YaHei"/>
              </a:rPr>
              <a:t>代</a:t>
            </a:r>
            <a:endParaRPr sz="900">
              <a:latin typeface="Microsoft YaHei"/>
              <a:cs typeface="Microsoft YaHei"/>
            </a:endParaRPr>
          </a:p>
          <a:p>
            <a:pPr marL="10160">
              <a:lnSpc>
                <a:spcPct val="100000"/>
              </a:lnSpc>
              <a:spcBef>
                <a:spcPts val="905"/>
              </a:spcBef>
            </a:pPr>
            <a:r>
              <a:rPr sz="850" spc="60" dirty="0">
                <a:latin typeface="Microsoft YaHei"/>
                <a:cs typeface="Microsoft YaHei"/>
              </a:rPr>
              <a:t>60</a:t>
            </a:r>
            <a:r>
              <a:rPr sz="850" spc="35" dirty="0">
                <a:latin typeface="Microsoft YaHei"/>
                <a:cs typeface="Microsoft YaHei"/>
              </a:rPr>
              <a:t>代</a:t>
            </a:r>
            <a:endParaRPr sz="850">
              <a:latin typeface="Microsoft YaHei"/>
              <a:cs typeface="Microsoft YaHei"/>
            </a:endParaRPr>
          </a:p>
        </p:txBody>
      </p:sp>
      <p:sp>
        <p:nvSpPr>
          <p:cNvPr id="33" name="object 33"/>
          <p:cNvSpPr/>
          <p:nvPr/>
        </p:nvSpPr>
        <p:spPr>
          <a:xfrm>
            <a:off x="6418326" y="4869941"/>
            <a:ext cx="2066925" cy="0"/>
          </a:xfrm>
          <a:custGeom>
            <a:avLst/>
            <a:gdLst/>
            <a:ahLst/>
            <a:cxnLst/>
            <a:rect l="l" t="t" r="r" b="b"/>
            <a:pathLst>
              <a:path w="2066925">
                <a:moveTo>
                  <a:pt x="0" y="0"/>
                </a:moveTo>
                <a:lnTo>
                  <a:pt x="2066417" y="0"/>
                </a:lnTo>
              </a:path>
            </a:pathLst>
          </a:custGeom>
          <a:ln w="10470">
            <a:solidFill>
              <a:srgbClr val="000000"/>
            </a:solidFill>
          </a:ln>
        </p:spPr>
        <p:txBody>
          <a:bodyPr wrap="square" lIns="0" tIns="0" rIns="0" bIns="0" rtlCol="0"/>
          <a:lstStyle/>
          <a:p>
            <a:endParaRPr/>
          </a:p>
        </p:txBody>
      </p:sp>
      <p:sp>
        <p:nvSpPr>
          <p:cNvPr id="34" name="object 34"/>
          <p:cNvSpPr txBox="1"/>
          <p:nvPr/>
        </p:nvSpPr>
        <p:spPr>
          <a:xfrm>
            <a:off x="6331077" y="4880609"/>
            <a:ext cx="173990" cy="140970"/>
          </a:xfrm>
          <a:prstGeom prst="rect">
            <a:avLst/>
          </a:prstGeom>
        </p:spPr>
        <p:txBody>
          <a:bodyPr vert="horz" wrap="square" lIns="0" tIns="13335" rIns="0" bIns="0" rtlCol="0">
            <a:spAutoFit/>
          </a:bodyPr>
          <a:lstStyle/>
          <a:p>
            <a:pPr marL="12700">
              <a:lnSpc>
                <a:spcPct val="100000"/>
              </a:lnSpc>
              <a:spcBef>
                <a:spcPts val="105"/>
              </a:spcBef>
            </a:pPr>
            <a:r>
              <a:rPr sz="750" spc="20" dirty="0">
                <a:latin typeface="Microsoft YaHei"/>
                <a:cs typeface="Microsoft YaHei"/>
              </a:rPr>
              <a:t>0%</a:t>
            </a:r>
            <a:endParaRPr sz="750">
              <a:latin typeface="Microsoft YaHei"/>
              <a:cs typeface="Microsoft YaHei"/>
            </a:endParaRPr>
          </a:p>
        </p:txBody>
      </p:sp>
      <p:sp>
        <p:nvSpPr>
          <p:cNvPr id="35" name="object 35"/>
          <p:cNvSpPr txBox="1"/>
          <p:nvPr/>
        </p:nvSpPr>
        <p:spPr>
          <a:xfrm>
            <a:off x="7335139" y="4880609"/>
            <a:ext cx="237490" cy="140970"/>
          </a:xfrm>
          <a:prstGeom prst="rect">
            <a:avLst/>
          </a:prstGeom>
        </p:spPr>
        <p:txBody>
          <a:bodyPr vert="horz" wrap="square" lIns="0" tIns="13335" rIns="0" bIns="0" rtlCol="0">
            <a:spAutoFit/>
          </a:bodyPr>
          <a:lstStyle/>
          <a:p>
            <a:pPr marL="12700">
              <a:lnSpc>
                <a:spcPct val="100000"/>
              </a:lnSpc>
              <a:spcBef>
                <a:spcPts val="105"/>
              </a:spcBef>
            </a:pPr>
            <a:r>
              <a:rPr sz="750" spc="35" dirty="0">
                <a:latin typeface="Microsoft YaHei"/>
                <a:cs typeface="Microsoft YaHei"/>
              </a:rPr>
              <a:t>50%</a:t>
            </a:r>
            <a:endParaRPr sz="750">
              <a:latin typeface="Microsoft YaHei"/>
              <a:cs typeface="Microsoft YaHei"/>
            </a:endParaRPr>
          </a:p>
        </p:txBody>
      </p:sp>
      <p:sp>
        <p:nvSpPr>
          <p:cNvPr id="36" name="object 36"/>
          <p:cNvSpPr txBox="1"/>
          <p:nvPr/>
        </p:nvSpPr>
        <p:spPr>
          <a:xfrm>
            <a:off x="8338819" y="4880609"/>
            <a:ext cx="298450" cy="140970"/>
          </a:xfrm>
          <a:prstGeom prst="rect">
            <a:avLst/>
          </a:prstGeom>
        </p:spPr>
        <p:txBody>
          <a:bodyPr vert="horz" wrap="square" lIns="0" tIns="13335" rIns="0" bIns="0" rtlCol="0">
            <a:spAutoFit/>
          </a:bodyPr>
          <a:lstStyle/>
          <a:p>
            <a:pPr marL="12700">
              <a:lnSpc>
                <a:spcPct val="100000"/>
              </a:lnSpc>
              <a:spcBef>
                <a:spcPts val="105"/>
              </a:spcBef>
            </a:pPr>
            <a:r>
              <a:rPr sz="750" spc="35" dirty="0">
                <a:latin typeface="Microsoft YaHei"/>
                <a:cs typeface="Microsoft YaHei"/>
              </a:rPr>
              <a:t>100%</a:t>
            </a:r>
            <a:endParaRPr sz="750">
              <a:latin typeface="Microsoft YaHei"/>
              <a:cs typeface="Microsoft YaHei"/>
            </a:endParaRPr>
          </a:p>
        </p:txBody>
      </p:sp>
      <p:sp>
        <p:nvSpPr>
          <p:cNvPr id="37" name="object 37"/>
          <p:cNvSpPr txBox="1"/>
          <p:nvPr/>
        </p:nvSpPr>
        <p:spPr>
          <a:xfrm>
            <a:off x="6423561" y="4581144"/>
            <a:ext cx="1087120" cy="121920"/>
          </a:xfrm>
          <a:prstGeom prst="rect">
            <a:avLst/>
          </a:prstGeom>
          <a:solidFill>
            <a:srgbClr val="4B85AF"/>
          </a:solidFill>
        </p:spPr>
        <p:txBody>
          <a:bodyPr vert="horz" wrap="square" lIns="0" tIns="0" rIns="0" bIns="0" rtlCol="0">
            <a:spAutoFit/>
          </a:bodyPr>
          <a:lstStyle/>
          <a:p>
            <a:pPr marR="5080" algn="r">
              <a:lnSpc>
                <a:spcPts val="925"/>
              </a:lnSpc>
            </a:pPr>
            <a:r>
              <a:rPr sz="800" spc="35" dirty="0">
                <a:solidFill>
                  <a:srgbClr val="FFFFFF"/>
                </a:solidFill>
                <a:latin typeface="Microsoft YaHei"/>
                <a:cs typeface="Microsoft YaHei"/>
              </a:rPr>
              <a:t>52.8%</a:t>
            </a:r>
            <a:endParaRPr sz="800">
              <a:latin typeface="Microsoft YaHei"/>
              <a:cs typeface="Microsoft YaHei"/>
            </a:endParaRPr>
          </a:p>
        </p:txBody>
      </p:sp>
      <p:sp>
        <p:nvSpPr>
          <p:cNvPr id="38" name="object 38"/>
          <p:cNvSpPr txBox="1"/>
          <p:nvPr/>
        </p:nvSpPr>
        <p:spPr>
          <a:xfrm>
            <a:off x="6423561" y="4271771"/>
            <a:ext cx="1701164" cy="121920"/>
          </a:xfrm>
          <a:prstGeom prst="rect">
            <a:avLst/>
          </a:prstGeom>
          <a:solidFill>
            <a:srgbClr val="4B85AF"/>
          </a:solidFill>
        </p:spPr>
        <p:txBody>
          <a:bodyPr vert="horz" wrap="square" lIns="0" tIns="0" rIns="0" bIns="0" rtlCol="0">
            <a:spAutoFit/>
          </a:bodyPr>
          <a:lstStyle/>
          <a:p>
            <a:pPr marR="3175" algn="r">
              <a:lnSpc>
                <a:spcPts val="925"/>
              </a:lnSpc>
            </a:pPr>
            <a:r>
              <a:rPr sz="800" spc="30" dirty="0">
                <a:solidFill>
                  <a:srgbClr val="FFFFFF"/>
                </a:solidFill>
                <a:latin typeface="Microsoft YaHei"/>
                <a:cs typeface="Microsoft YaHei"/>
              </a:rPr>
              <a:t>82.6%</a:t>
            </a:r>
            <a:endParaRPr sz="800">
              <a:latin typeface="Microsoft YaHei"/>
              <a:cs typeface="Microsoft YaHei"/>
            </a:endParaRPr>
          </a:p>
        </p:txBody>
      </p:sp>
      <p:sp>
        <p:nvSpPr>
          <p:cNvPr id="39" name="object 39"/>
          <p:cNvSpPr txBox="1"/>
          <p:nvPr/>
        </p:nvSpPr>
        <p:spPr>
          <a:xfrm>
            <a:off x="6423561" y="3960627"/>
            <a:ext cx="1818639" cy="125095"/>
          </a:xfrm>
          <a:prstGeom prst="rect">
            <a:avLst/>
          </a:prstGeom>
          <a:solidFill>
            <a:srgbClr val="4B85AF"/>
          </a:solidFill>
        </p:spPr>
        <p:txBody>
          <a:bodyPr vert="horz" wrap="square" lIns="0" tIns="1270" rIns="0" bIns="0" rtlCol="0">
            <a:spAutoFit/>
          </a:bodyPr>
          <a:lstStyle/>
          <a:p>
            <a:pPr marR="13970" algn="r">
              <a:lnSpc>
                <a:spcPct val="100000"/>
              </a:lnSpc>
              <a:spcBef>
                <a:spcPts val="10"/>
              </a:spcBef>
            </a:pPr>
            <a:r>
              <a:rPr sz="800" spc="35" dirty="0">
                <a:solidFill>
                  <a:srgbClr val="FFFFFF"/>
                </a:solidFill>
                <a:latin typeface="Microsoft YaHei"/>
                <a:cs typeface="Microsoft YaHei"/>
              </a:rPr>
              <a:t>87.7%</a:t>
            </a:r>
            <a:endParaRPr sz="800">
              <a:latin typeface="Microsoft YaHei"/>
              <a:cs typeface="Microsoft YaHei"/>
            </a:endParaRPr>
          </a:p>
        </p:txBody>
      </p:sp>
      <p:sp>
        <p:nvSpPr>
          <p:cNvPr id="40" name="object 40"/>
          <p:cNvSpPr txBox="1"/>
          <p:nvPr/>
        </p:nvSpPr>
        <p:spPr>
          <a:xfrm>
            <a:off x="6423561" y="3657316"/>
            <a:ext cx="1925320" cy="123825"/>
          </a:xfrm>
          <a:prstGeom prst="rect">
            <a:avLst/>
          </a:prstGeom>
          <a:solidFill>
            <a:srgbClr val="4B85AF"/>
          </a:solidFill>
        </p:spPr>
        <p:txBody>
          <a:bodyPr vert="horz" wrap="square" lIns="0" tIns="0" rIns="0" bIns="0" rtlCol="0">
            <a:spAutoFit/>
          </a:bodyPr>
          <a:lstStyle/>
          <a:p>
            <a:pPr marR="9525" algn="r">
              <a:lnSpc>
                <a:spcPts val="935"/>
              </a:lnSpc>
            </a:pPr>
            <a:r>
              <a:rPr sz="800" spc="35" dirty="0">
                <a:solidFill>
                  <a:srgbClr val="FFFFFF"/>
                </a:solidFill>
                <a:latin typeface="Microsoft YaHei"/>
                <a:cs typeface="Microsoft YaHei"/>
              </a:rPr>
              <a:t>93.4%</a:t>
            </a:r>
            <a:endParaRPr sz="800">
              <a:latin typeface="Microsoft YaHei"/>
              <a:cs typeface="Microsoft YaHei"/>
            </a:endParaRPr>
          </a:p>
        </p:txBody>
      </p:sp>
      <p:sp>
        <p:nvSpPr>
          <p:cNvPr id="41" name="object 41"/>
          <p:cNvSpPr txBox="1"/>
          <p:nvPr/>
        </p:nvSpPr>
        <p:spPr>
          <a:xfrm>
            <a:off x="6423561" y="3347943"/>
            <a:ext cx="2056130" cy="123825"/>
          </a:xfrm>
          <a:prstGeom prst="rect">
            <a:avLst/>
          </a:prstGeom>
          <a:solidFill>
            <a:srgbClr val="4B85AF"/>
          </a:solidFill>
        </p:spPr>
        <p:txBody>
          <a:bodyPr vert="horz" wrap="square" lIns="0" tIns="0" rIns="0" bIns="0" rtlCol="0">
            <a:spAutoFit/>
          </a:bodyPr>
          <a:lstStyle/>
          <a:p>
            <a:pPr marR="42545" algn="r">
              <a:lnSpc>
                <a:spcPts val="950"/>
              </a:lnSpc>
            </a:pPr>
            <a:r>
              <a:rPr sz="800" spc="35" dirty="0">
                <a:solidFill>
                  <a:srgbClr val="FFFFFF"/>
                </a:solidFill>
                <a:latin typeface="Microsoft YaHei"/>
                <a:cs typeface="Microsoft YaHei"/>
              </a:rPr>
              <a:t>98.1%</a:t>
            </a:r>
            <a:endParaRPr sz="800">
              <a:latin typeface="Microsoft YaHei"/>
              <a:cs typeface="Microsoft YaHei"/>
            </a:endParaRPr>
          </a:p>
        </p:txBody>
      </p:sp>
      <p:sp>
        <p:nvSpPr>
          <p:cNvPr id="42" name="object 42"/>
          <p:cNvSpPr txBox="1"/>
          <p:nvPr/>
        </p:nvSpPr>
        <p:spPr>
          <a:xfrm>
            <a:off x="6423561" y="3043398"/>
            <a:ext cx="1818639" cy="123825"/>
          </a:xfrm>
          <a:prstGeom prst="rect">
            <a:avLst/>
          </a:prstGeom>
          <a:solidFill>
            <a:srgbClr val="4B85AF"/>
          </a:solidFill>
        </p:spPr>
        <p:txBody>
          <a:bodyPr vert="horz" wrap="square" lIns="0" tIns="0" rIns="0" bIns="0" rtlCol="0">
            <a:spAutoFit/>
          </a:bodyPr>
          <a:lstStyle/>
          <a:p>
            <a:pPr algn="r">
              <a:lnSpc>
                <a:spcPts val="925"/>
              </a:lnSpc>
            </a:pPr>
            <a:r>
              <a:rPr sz="800" spc="35" dirty="0">
                <a:solidFill>
                  <a:srgbClr val="FFFFFF"/>
                </a:solidFill>
                <a:latin typeface="Microsoft YaHei"/>
                <a:cs typeface="Microsoft YaHei"/>
              </a:rPr>
              <a:t>88.7%</a:t>
            </a:r>
            <a:endParaRPr sz="800">
              <a:latin typeface="Microsoft YaHei"/>
              <a:cs typeface="Microsoft YaHei"/>
            </a:endParaRPr>
          </a:p>
        </p:txBody>
      </p:sp>
      <p:sp>
        <p:nvSpPr>
          <p:cNvPr id="43" name="object 43"/>
          <p:cNvSpPr/>
          <p:nvPr/>
        </p:nvSpPr>
        <p:spPr>
          <a:xfrm>
            <a:off x="6045708" y="3950157"/>
            <a:ext cx="2444750" cy="855344"/>
          </a:xfrm>
          <a:custGeom>
            <a:avLst/>
            <a:gdLst/>
            <a:ahLst/>
            <a:cxnLst/>
            <a:rect l="l" t="t" r="r" b="b"/>
            <a:pathLst>
              <a:path w="2444750" h="855345">
                <a:moveTo>
                  <a:pt x="0" y="854760"/>
                </a:moveTo>
                <a:lnTo>
                  <a:pt x="2444368" y="854760"/>
                </a:lnTo>
                <a:lnTo>
                  <a:pt x="2444368" y="0"/>
                </a:lnTo>
                <a:lnTo>
                  <a:pt x="0" y="0"/>
                </a:lnTo>
                <a:lnTo>
                  <a:pt x="0" y="854760"/>
                </a:lnTo>
                <a:close/>
              </a:path>
            </a:pathLst>
          </a:custGeom>
          <a:ln w="20941">
            <a:solidFill>
              <a:srgbClr val="ED210C"/>
            </a:solidFill>
          </a:ln>
        </p:spPr>
        <p:txBody>
          <a:bodyPr wrap="square" lIns="0" tIns="0" rIns="0" bIns="0" rtlCol="0"/>
          <a:lstStyle/>
          <a:p>
            <a:endParaRPr/>
          </a:p>
        </p:txBody>
      </p:sp>
      <p:sp>
        <p:nvSpPr>
          <p:cNvPr id="44" name="object 44"/>
          <p:cNvSpPr txBox="1"/>
          <p:nvPr/>
        </p:nvSpPr>
        <p:spPr>
          <a:xfrm>
            <a:off x="6707505" y="5348097"/>
            <a:ext cx="1376045" cy="168275"/>
          </a:xfrm>
          <a:prstGeom prst="rect">
            <a:avLst/>
          </a:prstGeom>
        </p:spPr>
        <p:txBody>
          <a:bodyPr vert="horz" wrap="square" lIns="0" tIns="17145" rIns="0" bIns="0" rtlCol="0">
            <a:spAutoFit/>
          </a:bodyPr>
          <a:lstStyle/>
          <a:p>
            <a:pPr marL="12700">
              <a:lnSpc>
                <a:spcPct val="100000"/>
              </a:lnSpc>
              <a:spcBef>
                <a:spcPts val="135"/>
              </a:spcBef>
            </a:pPr>
            <a:r>
              <a:rPr sz="900" b="1" spc="40" dirty="0">
                <a:solidFill>
                  <a:srgbClr val="5E5E5E"/>
                </a:solidFill>
                <a:latin typeface="Microsoft YaHei UI"/>
                <a:cs typeface="Microsoft YaHei UI"/>
              </a:rPr>
              <a:t>40代以上でも高い利</a:t>
            </a:r>
            <a:r>
              <a:rPr sz="900" b="1" spc="35" dirty="0">
                <a:solidFill>
                  <a:srgbClr val="5E5E5E"/>
                </a:solidFill>
                <a:latin typeface="Microsoft YaHei UI"/>
                <a:cs typeface="Microsoft YaHei UI"/>
              </a:rPr>
              <a:t>用率</a:t>
            </a:r>
            <a:endParaRPr sz="900">
              <a:latin typeface="Microsoft YaHei UI"/>
              <a:cs typeface="Microsoft YaHei UI"/>
            </a:endParaRPr>
          </a:p>
        </p:txBody>
      </p:sp>
      <p:sp>
        <p:nvSpPr>
          <p:cNvPr id="53" name="object 53"/>
          <p:cNvSpPr txBox="1">
            <a:spLocks noGrp="1"/>
          </p:cNvSpPr>
          <p:nvPr>
            <p:ph type="ftr" sz="quarter" idx="5"/>
          </p:nvPr>
        </p:nvSpPr>
        <p:spPr>
          <a:xfrm>
            <a:off x="186334" y="6744868"/>
            <a:ext cx="1945005" cy="114300"/>
          </a:xfrm>
          <a:prstGeom prst="rect">
            <a:avLst/>
          </a:prstGeom>
        </p:spPr>
        <p:txBody>
          <a:bodyPr vert="horz" wrap="square" lIns="0" tIns="0" rIns="0" bIns="0" rtlCol="0">
            <a:spAutoFit/>
          </a:bodyPr>
          <a:lstStyle>
            <a:defPPr>
              <a:defRPr lang="ja-JP"/>
            </a:defPPr>
            <a:lvl1pPr marL="0" algn="l" defTabSz="914400" rtl="0" eaLnBrk="1" latinLnBrk="0" hangingPunct="1">
              <a:defRPr kumimoji="1" sz="700" b="0" i="0" kern="1200">
                <a:solidFill>
                  <a:schemeClr val="tx1"/>
                </a:solidFill>
                <a:latin typeface="Calibri"/>
                <a:ea typeface="+mn-ea"/>
                <a:cs typeface="Calibri"/>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12700">
              <a:lnSpc>
                <a:spcPts val="760"/>
              </a:lnSpc>
            </a:pPr>
            <a:r>
              <a:rPr lang="en-US" spc="-10"/>
              <a:t>Copyright(C)</a:t>
            </a:r>
            <a:r>
              <a:rPr lang="en-US" spc="40"/>
              <a:t> </a:t>
            </a:r>
            <a:r>
              <a:rPr lang="en-US" spc="-5"/>
              <a:t>MMInternational</a:t>
            </a:r>
            <a:r>
              <a:rPr lang="en-US" spc="60"/>
              <a:t> </a:t>
            </a:r>
            <a:r>
              <a:rPr lang="en-US" spc="-5"/>
              <a:t>Inc.</a:t>
            </a:r>
            <a:r>
              <a:rPr lang="en-US"/>
              <a:t> </a:t>
            </a:r>
            <a:r>
              <a:rPr lang="en-US" spc="-5"/>
              <a:t>All</a:t>
            </a:r>
            <a:r>
              <a:rPr lang="en-US" spc="10"/>
              <a:t> </a:t>
            </a:r>
            <a:r>
              <a:rPr lang="en-US" spc="-10"/>
              <a:t>rights</a:t>
            </a:r>
            <a:r>
              <a:rPr lang="en-US" spc="35"/>
              <a:t> </a:t>
            </a:r>
            <a:r>
              <a:rPr lang="en-US" spc="-5"/>
              <a:t>reserved</a:t>
            </a:r>
            <a:endParaRPr spc="-5" dirty="0"/>
          </a:p>
        </p:txBody>
      </p:sp>
      <p:sp>
        <p:nvSpPr>
          <p:cNvPr id="45" name="object 45"/>
          <p:cNvSpPr txBox="1"/>
          <p:nvPr/>
        </p:nvSpPr>
        <p:spPr>
          <a:xfrm>
            <a:off x="3650360" y="5342635"/>
            <a:ext cx="1935480" cy="168275"/>
          </a:xfrm>
          <a:prstGeom prst="rect">
            <a:avLst/>
          </a:prstGeom>
        </p:spPr>
        <p:txBody>
          <a:bodyPr vert="horz" wrap="square" lIns="0" tIns="17145" rIns="0" bIns="0" rtlCol="0">
            <a:spAutoFit/>
          </a:bodyPr>
          <a:lstStyle/>
          <a:p>
            <a:pPr marL="12700">
              <a:lnSpc>
                <a:spcPct val="100000"/>
              </a:lnSpc>
              <a:spcBef>
                <a:spcPts val="135"/>
              </a:spcBef>
            </a:pPr>
            <a:r>
              <a:rPr sz="900" b="1" spc="35" dirty="0">
                <a:solidFill>
                  <a:srgbClr val="5E5E5E"/>
                </a:solidFill>
                <a:latin typeface="Microsoft YaHei UI"/>
                <a:cs typeface="Microsoft YaHei UI"/>
              </a:rPr>
              <a:t>会社員や主婦学生な</a:t>
            </a:r>
            <a:r>
              <a:rPr sz="900" b="1" spc="45" dirty="0">
                <a:solidFill>
                  <a:srgbClr val="5E5E5E"/>
                </a:solidFill>
                <a:latin typeface="Microsoft YaHei UI"/>
                <a:cs typeface="Microsoft YaHei UI"/>
              </a:rPr>
              <a:t>ど</a:t>
            </a:r>
            <a:r>
              <a:rPr sz="900" b="1" spc="35" dirty="0">
                <a:solidFill>
                  <a:srgbClr val="5E5E5E"/>
                </a:solidFill>
                <a:latin typeface="Microsoft YaHei UI"/>
                <a:cs typeface="Microsoft YaHei UI"/>
              </a:rPr>
              <a:t>が</a:t>
            </a:r>
            <a:r>
              <a:rPr sz="900" b="1" spc="45" dirty="0">
                <a:solidFill>
                  <a:srgbClr val="5E5E5E"/>
                </a:solidFill>
                <a:latin typeface="Microsoft YaHei UI"/>
                <a:cs typeface="Microsoft YaHei UI"/>
              </a:rPr>
              <a:t>幅広</a:t>
            </a:r>
            <a:r>
              <a:rPr sz="900" b="1" spc="35" dirty="0">
                <a:solidFill>
                  <a:srgbClr val="5E5E5E"/>
                </a:solidFill>
                <a:latin typeface="Microsoft YaHei UI"/>
                <a:cs typeface="Microsoft YaHei UI"/>
              </a:rPr>
              <a:t>く</a:t>
            </a:r>
            <a:r>
              <a:rPr sz="900" b="1" spc="45" dirty="0">
                <a:solidFill>
                  <a:srgbClr val="5E5E5E"/>
                </a:solidFill>
                <a:latin typeface="Microsoft YaHei UI"/>
                <a:cs typeface="Microsoft YaHei UI"/>
              </a:rPr>
              <a:t>利用</a:t>
            </a:r>
            <a:endParaRPr sz="900">
              <a:latin typeface="Microsoft YaHei UI"/>
              <a:cs typeface="Microsoft YaHei UI"/>
            </a:endParaRPr>
          </a:p>
        </p:txBody>
      </p:sp>
      <p:sp>
        <p:nvSpPr>
          <p:cNvPr id="46" name="object 46"/>
          <p:cNvSpPr txBox="1"/>
          <p:nvPr/>
        </p:nvSpPr>
        <p:spPr>
          <a:xfrm>
            <a:off x="1369822" y="5348097"/>
            <a:ext cx="976630" cy="309880"/>
          </a:xfrm>
          <a:prstGeom prst="rect">
            <a:avLst/>
          </a:prstGeom>
        </p:spPr>
        <p:txBody>
          <a:bodyPr vert="horz" wrap="square" lIns="0" tIns="12700" rIns="0" bIns="0" rtlCol="0">
            <a:spAutoFit/>
          </a:bodyPr>
          <a:lstStyle/>
          <a:p>
            <a:pPr marL="12700" marR="5080">
              <a:lnSpc>
                <a:spcPct val="103400"/>
              </a:lnSpc>
              <a:spcBef>
                <a:spcPts val="100"/>
              </a:spcBef>
            </a:pPr>
            <a:r>
              <a:rPr sz="900" b="1" spc="30" dirty="0">
                <a:solidFill>
                  <a:srgbClr val="5E5E5E"/>
                </a:solidFill>
                <a:latin typeface="Microsoft YaHei UI"/>
                <a:cs typeface="Microsoft YaHei UI"/>
              </a:rPr>
              <a:t>男女比はほぼ同割 </a:t>
            </a:r>
            <a:r>
              <a:rPr sz="900" b="1" spc="35" dirty="0">
                <a:solidFill>
                  <a:srgbClr val="5E5E5E"/>
                </a:solidFill>
                <a:latin typeface="Microsoft YaHei UI"/>
                <a:cs typeface="Microsoft YaHei UI"/>
              </a:rPr>
              <a:t>合</a:t>
            </a:r>
            <a:endParaRPr sz="900">
              <a:latin typeface="Microsoft YaHei UI"/>
              <a:cs typeface="Microsoft YaHei UI"/>
            </a:endParaRPr>
          </a:p>
        </p:txBody>
      </p:sp>
      <p:sp>
        <p:nvSpPr>
          <p:cNvPr id="47" name="object 47"/>
          <p:cNvSpPr txBox="1"/>
          <p:nvPr/>
        </p:nvSpPr>
        <p:spPr>
          <a:xfrm>
            <a:off x="1042416" y="2476500"/>
            <a:ext cx="1673860" cy="195580"/>
          </a:xfrm>
          <a:prstGeom prst="rect">
            <a:avLst/>
          </a:prstGeom>
          <a:solidFill>
            <a:srgbClr val="004D7E"/>
          </a:solidFill>
        </p:spPr>
        <p:txBody>
          <a:bodyPr vert="horz" wrap="square" lIns="0" tIns="27940" rIns="0" bIns="0" rtlCol="0">
            <a:spAutoFit/>
          </a:bodyPr>
          <a:lstStyle/>
          <a:p>
            <a:pPr algn="ctr">
              <a:lnSpc>
                <a:spcPct val="100000"/>
              </a:lnSpc>
              <a:spcBef>
                <a:spcPts val="220"/>
              </a:spcBef>
            </a:pPr>
            <a:r>
              <a:rPr sz="1050" spc="-10" dirty="0">
                <a:solidFill>
                  <a:srgbClr val="FFFFFF"/>
                </a:solidFill>
                <a:latin typeface="Microsoft YaHei"/>
                <a:cs typeface="Microsoft YaHei"/>
              </a:rPr>
              <a:t>性別</a:t>
            </a:r>
            <a:endParaRPr sz="1050">
              <a:latin typeface="Microsoft YaHei"/>
              <a:cs typeface="Microsoft YaHei"/>
            </a:endParaRPr>
          </a:p>
        </p:txBody>
      </p:sp>
      <p:sp>
        <p:nvSpPr>
          <p:cNvPr id="48" name="object 48"/>
          <p:cNvSpPr txBox="1"/>
          <p:nvPr/>
        </p:nvSpPr>
        <p:spPr>
          <a:xfrm>
            <a:off x="3777996" y="2476500"/>
            <a:ext cx="1673860" cy="195580"/>
          </a:xfrm>
          <a:prstGeom prst="rect">
            <a:avLst/>
          </a:prstGeom>
          <a:solidFill>
            <a:srgbClr val="004D7E"/>
          </a:solidFill>
        </p:spPr>
        <p:txBody>
          <a:bodyPr vert="horz" wrap="square" lIns="0" tIns="27940" rIns="0" bIns="0" rtlCol="0">
            <a:spAutoFit/>
          </a:bodyPr>
          <a:lstStyle/>
          <a:p>
            <a:pPr marL="635" algn="ctr">
              <a:lnSpc>
                <a:spcPct val="100000"/>
              </a:lnSpc>
              <a:spcBef>
                <a:spcPts val="220"/>
              </a:spcBef>
            </a:pPr>
            <a:r>
              <a:rPr sz="1050" spc="-10" dirty="0">
                <a:solidFill>
                  <a:srgbClr val="FFFFFF"/>
                </a:solidFill>
                <a:latin typeface="Microsoft YaHei"/>
                <a:cs typeface="Microsoft YaHei"/>
              </a:rPr>
              <a:t>職業別</a:t>
            </a:r>
            <a:endParaRPr sz="1050">
              <a:latin typeface="Microsoft YaHei"/>
              <a:cs typeface="Microsoft YaHei"/>
            </a:endParaRPr>
          </a:p>
        </p:txBody>
      </p:sp>
      <p:sp>
        <p:nvSpPr>
          <p:cNvPr id="49" name="object 49"/>
          <p:cNvSpPr txBox="1"/>
          <p:nvPr/>
        </p:nvSpPr>
        <p:spPr>
          <a:xfrm>
            <a:off x="6513576" y="2476500"/>
            <a:ext cx="1673860" cy="195580"/>
          </a:xfrm>
          <a:prstGeom prst="rect">
            <a:avLst/>
          </a:prstGeom>
          <a:solidFill>
            <a:srgbClr val="004D7E"/>
          </a:solidFill>
        </p:spPr>
        <p:txBody>
          <a:bodyPr vert="horz" wrap="square" lIns="0" tIns="27940" rIns="0" bIns="0" rtlCol="0">
            <a:spAutoFit/>
          </a:bodyPr>
          <a:lstStyle/>
          <a:p>
            <a:pPr marL="437515">
              <a:lnSpc>
                <a:spcPct val="100000"/>
              </a:lnSpc>
              <a:spcBef>
                <a:spcPts val="220"/>
              </a:spcBef>
            </a:pPr>
            <a:r>
              <a:rPr sz="1050" spc="-10" dirty="0">
                <a:solidFill>
                  <a:srgbClr val="FFFFFF"/>
                </a:solidFill>
                <a:latin typeface="Microsoft YaHei"/>
                <a:cs typeface="Microsoft YaHei"/>
              </a:rPr>
              <a:t>年代別利用率</a:t>
            </a:r>
            <a:endParaRPr sz="1050">
              <a:latin typeface="Microsoft YaHei"/>
              <a:cs typeface="Microsoft YaHei"/>
            </a:endParaRPr>
          </a:p>
        </p:txBody>
      </p:sp>
      <p:sp>
        <p:nvSpPr>
          <p:cNvPr id="50" name="object 50"/>
          <p:cNvSpPr txBox="1">
            <a:spLocks noGrp="1"/>
          </p:cNvSpPr>
          <p:nvPr>
            <p:ph type="title"/>
          </p:nvPr>
        </p:nvSpPr>
        <p:spPr>
          <a:xfrm>
            <a:off x="78739" y="353553"/>
            <a:ext cx="2220595" cy="173766"/>
          </a:xfrm>
          <a:prstGeom prst="rect">
            <a:avLst/>
          </a:prstGeom>
        </p:spPr>
        <p:txBody>
          <a:bodyPr vert="horz" wrap="square" lIns="0" tIns="12065" rIns="0" bIns="0" rtlCol="0">
            <a:spAutoFit/>
          </a:bodyPr>
          <a:lstStyle/>
          <a:p>
            <a:pPr marL="12700">
              <a:lnSpc>
                <a:spcPct val="100000"/>
              </a:lnSpc>
              <a:spcBef>
                <a:spcPts val="95"/>
              </a:spcBef>
            </a:pPr>
            <a:r>
              <a:rPr sz="1050" spc="235" dirty="0"/>
              <a:t>4-(2).LINE</a:t>
            </a:r>
            <a:r>
              <a:rPr sz="1050" spc="55" dirty="0"/>
              <a:t>導入</a:t>
            </a:r>
            <a:r>
              <a:rPr sz="1050" spc="45" dirty="0"/>
              <a:t>の</a:t>
            </a:r>
            <a:r>
              <a:rPr sz="1050" spc="55" dirty="0"/>
              <a:t>理由</a:t>
            </a:r>
          </a:p>
        </p:txBody>
      </p:sp>
      <p:sp>
        <p:nvSpPr>
          <p:cNvPr id="51" name="object 51"/>
          <p:cNvSpPr txBox="1"/>
          <p:nvPr/>
        </p:nvSpPr>
        <p:spPr>
          <a:xfrm>
            <a:off x="2551302" y="305816"/>
            <a:ext cx="2557145" cy="269240"/>
          </a:xfrm>
          <a:prstGeom prst="rect">
            <a:avLst/>
          </a:prstGeom>
        </p:spPr>
        <p:txBody>
          <a:bodyPr vert="horz" wrap="square" lIns="0" tIns="12065" rIns="0" bIns="0" rtlCol="0">
            <a:spAutoFit/>
          </a:bodyPr>
          <a:lstStyle/>
          <a:p>
            <a:pPr marL="12700">
              <a:lnSpc>
                <a:spcPct val="100000"/>
              </a:lnSpc>
              <a:spcBef>
                <a:spcPts val="95"/>
              </a:spcBef>
            </a:pPr>
            <a:r>
              <a:rPr sz="1600" spc="114" dirty="0">
                <a:latin typeface="MS UI Gothic"/>
                <a:cs typeface="MS UI Gothic"/>
              </a:rPr>
              <a:t>～</a:t>
            </a:r>
            <a:r>
              <a:rPr sz="1600" spc="95" dirty="0">
                <a:latin typeface="MS UI Gothic"/>
                <a:cs typeface="MS UI Gothic"/>
              </a:rPr>
              <a:t>なぜ</a:t>
            </a:r>
            <a:r>
              <a:rPr sz="1600" spc="110" dirty="0">
                <a:latin typeface="MS UI Gothic"/>
                <a:cs typeface="MS UI Gothic"/>
              </a:rPr>
              <a:t>今</a:t>
            </a:r>
            <a:r>
              <a:rPr sz="1600" spc="210" dirty="0">
                <a:latin typeface="MS UI Gothic"/>
                <a:cs typeface="MS UI Gothic"/>
              </a:rPr>
              <a:t>LINE</a:t>
            </a:r>
            <a:r>
              <a:rPr sz="1600" spc="114" dirty="0">
                <a:latin typeface="MS UI Gothic"/>
                <a:cs typeface="MS UI Gothic"/>
              </a:rPr>
              <a:t>な</a:t>
            </a:r>
            <a:r>
              <a:rPr sz="1600" spc="110" dirty="0">
                <a:latin typeface="MS UI Gothic"/>
                <a:cs typeface="MS UI Gothic"/>
              </a:rPr>
              <a:t>のか</a:t>
            </a:r>
            <a:r>
              <a:rPr sz="1600" spc="135" dirty="0">
                <a:latin typeface="MS UI Gothic"/>
                <a:cs typeface="MS UI Gothic"/>
              </a:rPr>
              <a:t>？？～</a:t>
            </a:r>
            <a:endParaRPr sz="1600">
              <a:latin typeface="MS UI Gothic"/>
              <a:cs typeface="MS UI Gothic"/>
            </a:endParaRPr>
          </a:p>
        </p:txBody>
      </p:sp>
      <p:sp>
        <p:nvSpPr>
          <p:cNvPr id="52" name="object 52"/>
          <p:cNvSpPr txBox="1"/>
          <p:nvPr/>
        </p:nvSpPr>
        <p:spPr>
          <a:xfrm>
            <a:off x="5946775" y="215011"/>
            <a:ext cx="2216150" cy="361315"/>
          </a:xfrm>
          <a:prstGeom prst="rect">
            <a:avLst/>
          </a:prstGeom>
        </p:spPr>
        <p:txBody>
          <a:bodyPr vert="horz" wrap="square" lIns="0" tIns="12700" rIns="0" bIns="0" rtlCol="0">
            <a:spAutoFit/>
          </a:bodyPr>
          <a:lstStyle/>
          <a:p>
            <a:pPr marL="12700" marR="5080" indent="671830">
              <a:lnSpc>
                <a:spcPct val="100000"/>
              </a:lnSpc>
              <a:spcBef>
                <a:spcPts val="100"/>
              </a:spcBef>
            </a:pPr>
            <a:r>
              <a:rPr sz="1100" dirty="0">
                <a:latin typeface="MS UI Gothic"/>
                <a:cs typeface="MS UI Gothic"/>
              </a:rPr>
              <a:t>更新：</a:t>
            </a:r>
            <a:r>
              <a:rPr sz="1100" spc="285" dirty="0">
                <a:latin typeface="MS UI Gothic"/>
                <a:cs typeface="MS UI Gothic"/>
              </a:rPr>
              <a:t>2022</a:t>
            </a:r>
            <a:r>
              <a:rPr sz="1100" dirty="0">
                <a:latin typeface="MS UI Gothic"/>
                <a:cs typeface="MS UI Gothic"/>
              </a:rPr>
              <a:t>年</a:t>
            </a:r>
            <a:r>
              <a:rPr sz="1100" spc="285" dirty="0">
                <a:latin typeface="MS UI Gothic"/>
                <a:cs typeface="MS UI Gothic"/>
              </a:rPr>
              <a:t>6</a:t>
            </a:r>
            <a:r>
              <a:rPr sz="1100" dirty="0">
                <a:latin typeface="MS UI Gothic"/>
                <a:cs typeface="MS UI Gothic"/>
              </a:rPr>
              <a:t>月</a:t>
            </a:r>
            <a:r>
              <a:rPr sz="1100" spc="285" dirty="0">
                <a:latin typeface="MS UI Gothic"/>
                <a:cs typeface="MS UI Gothic"/>
              </a:rPr>
              <a:t>20</a:t>
            </a:r>
            <a:r>
              <a:rPr sz="1100" dirty="0">
                <a:latin typeface="MS UI Gothic"/>
                <a:cs typeface="MS UI Gothic"/>
              </a:rPr>
              <a:t>日 </a:t>
            </a:r>
            <a:r>
              <a:rPr sz="1100" spc="55" dirty="0">
                <a:latin typeface="MS UI Gothic"/>
                <a:cs typeface="MS UI Gothic"/>
              </a:rPr>
              <a:t>株式会社エム</a:t>
            </a:r>
            <a:r>
              <a:rPr sz="1100" spc="35" dirty="0">
                <a:latin typeface="MS UI Gothic"/>
                <a:cs typeface="MS UI Gothic"/>
              </a:rPr>
              <a:t>エ</a:t>
            </a:r>
            <a:r>
              <a:rPr sz="1100" spc="90" dirty="0">
                <a:latin typeface="MS UI Gothic"/>
                <a:cs typeface="MS UI Gothic"/>
              </a:rPr>
              <a:t>ム</a:t>
            </a:r>
            <a:r>
              <a:rPr sz="1100" spc="85" dirty="0">
                <a:latin typeface="MS UI Gothic"/>
                <a:cs typeface="MS UI Gothic"/>
              </a:rPr>
              <a:t>イ</a:t>
            </a:r>
            <a:r>
              <a:rPr sz="1100" spc="170" dirty="0">
                <a:latin typeface="MS UI Gothic"/>
                <a:cs typeface="MS UI Gothic"/>
              </a:rPr>
              <a:t>ン</a:t>
            </a:r>
            <a:r>
              <a:rPr sz="1100" spc="195" dirty="0">
                <a:latin typeface="MS UI Gothic"/>
                <a:cs typeface="MS UI Gothic"/>
              </a:rPr>
              <a:t>タ</a:t>
            </a:r>
            <a:r>
              <a:rPr sz="1100" spc="155" dirty="0">
                <a:latin typeface="MS UI Gothic"/>
                <a:cs typeface="MS UI Gothic"/>
              </a:rPr>
              <a:t>ー</a:t>
            </a:r>
            <a:r>
              <a:rPr sz="1100" spc="145" dirty="0">
                <a:latin typeface="MS UI Gothic"/>
                <a:cs typeface="MS UI Gothic"/>
              </a:rPr>
              <a:t>ナ</a:t>
            </a:r>
            <a:r>
              <a:rPr sz="1100" spc="65" dirty="0">
                <a:latin typeface="MS UI Gothic"/>
                <a:cs typeface="MS UI Gothic"/>
              </a:rPr>
              <a:t>シ</a:t>
            </a:r>
            <a:r>
              <a:rPr sz="1100" spc="340" dirty="0">
                <a:latin typeface="MS UI Gothic"/>
                <a:cs typeface="MS UI Gothic"/>
              </a:rPr>
              <a:t>ョ</a:t>
            </a:r>
            <a:r>
              <a:rPr sz="1100" spc="145" dirty="0">
                <a:latin typeface="MS UI Gothic"/>
                <a:cs typeface="MS UI Gothic"/>
              </a:rPr>
              <a:t>ナ</a:t>
            </a:r>
            <a:r>
              <a:rPr sz="1100" spc="180" dirty="0">
                <a:latin typeface="MS UI Gothic"/>
                <a:cs typeface="MS UI Gothic"/>
              </a:rPr>
              <a:t>ル</a:t>
            </a:r>
            <a:endParaRPr sz="1100">
              <a:latin typeface="MS UI Gothic"/>
              <a:cs typeface="MS UI Gothic"/>
            </a:endParaRPr>
          </a:p>
        </p:txBody>
      </p:sp>
      <p:sp>
        <p:nvSpPr>
          <p:cNvPr id="54" name="Text Box 31">
            <a:extLst>
              <a:ext uri="{FF2B5EF4-FFF2-40B4-BE49-F238E27FC236}">
                <a16:creationId xmlns:a16="http://schemas.microsoft.com/office/drawing/2014/main" id="{68305DB8-0235-4C11-998A-245CBA3BF783}"/>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16</a:t>
            </a:fld>
            <a:r>
              <a:rPr lang="ja-JP" altLang="en-US" sz="1050" dirty="0">
                <a:latin typeface="Helvetica" pitchFamily="34" charset="0"/>
                <a:ea typeface="中ゴシックBBB" pitchFamily="49" charset="-128"/>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716" y="985265"/>
            <a:ext cx="7007225" cy="1212215"/>
          </a:xfrm>
          <a:prstGeom prst="rect">
            <a:avLst/>
          </a:prstGeom>
        </p:spPr>
        <p:txBody>
          <a:bodyPr vert="horz" wrap="square" lIns="0" tIns="12700" rIns="0" bIns="0" rtlCol="0">
            <a:spAutoFit/>
          </a:bodyPr>
          <a:lstStyle/>
          <a:p>
            <a:pPr marL="12700">
              <a:lnSpc>
                <a:spcPct val="100000"/>
              </a:lnSpc>
              <a:spcBef>
                <a:spcPts val="100"/>
              </a:spcBef>
            </a:pPr>
            <a:r>
              <a:rPr sz="1800" b="1" spc="125" dirty="0">
                <a:latin typeface="Microsoft YaHei UI"/>
                <a:cs typeface="Microsoft YaHei UI"/>
              </a:rPr>
              <a:t>LINE</a:t>
            </a:r>
            <a:r>
              <a:rPr sz="1800" b="1" dirty="0">
                <a:latin typeface="Microsoft YaHei UI"/>
                <a:cs typeface="Microsoft YaHei UI"/>
              </a:rPr>
              <a:t>の有用性</a:t>
            </a:r>
            <a:r>
              <a:rPr sz="1800" b="1" spc="-450" dirty="0">
                <a:latin typeface="Microsoft YaHei UI"/>
                <a:cs typeface="Microsoft YaHei UI"/>
              </a:rPr>
              <a:t>：③</a:t>
            </a:r>
            <a:r>
              <a:rPr sz="1800" b="1" spc="-85" dirty="0">
                <a:latin typeface="Microsoft YaHei UI"/>
                <a:cs typeface="Microsoft YaHei UI"/>
              </a:rPr>
              <a:t>マーケ</a:t>
            </a:r>
            <a:r>
              <a:rPr sz="1800" b="1" spc="-160" dirty="0">
                <a:latin typeface="Microsoft YaHei UI"/>
                <a:cs typeface="Microsoft YaHei UI"/>
              </a:rPr>
              <a:t>テ</a:t>
            </a:r>
            <a:r>
              <a:rPr sz="1800" b="1" spc="-310" dirty="0">
                <a:latin typeface="Microsoft YaHei UI"/>
                <a:cs typeface="Microsoft YaHei UI"/>
              </a:rPr>
              <a:t>ィ</a:t>
            </a:r>
            <a:r>
              <a:rPr sz="1800" b="1" spc="-130" dirty="0">
                <a:latin typeface="Microsoft YaHei UI"/>
                <a:cs typeface="Microsoft YaHei UI"/>
              </a:rPr>
              <a:t>ン</a:t>
            </a:r>
            <a:r>
              <a:rPr sz="1800" b="1" spc="-55" dirty="0">
                <a:latin typeface="Microsoft YaHei UI"/>
                <a:cs typeface="Microsoft YaHei UI"/>
              </a:rPr>
              <a:t>グ</a:t>
            </a:r>
            <a:r>
              <a:rPr sz="1800" b="1" spc="-65" dirty="0">
                <a:latin typeface="Microsoft YaHei UI"/>
                <a:cs typeface="Microsoft YaHei UI"/>
              </a:rPr>
              <a:t>ツール</a:t>
            </a:r>
            <a:r>
              <a:rPr sz="1800" b="1" spc="-55" dirty="0">
                <a:latin typeface="Microsoft YaHei UI"/>
                <a:cs typeface="Microsoft YaHei UI"/>
              </a:rPr>
              <a:t>と</a:t>
            </a:r>
            <a:r>
              <a:rPr sz="1800" b="1" spc="-350" dirty="0">
                <a:latin typeface="Microsoft YaHei UI"/>
                <a:cs typeface="Microsoft YaHei UI"/>
              </a:rPr>
              <a:t>し</a:t>
            </a:r>
            <a:r>
              <a:rPr sz="1800" b="1" spc="-30" dirty="0">
                <a:latin typeface="Microsoft YaHei UI"/>
                <a:cs typeface="Microsoft YaHei UI"/>
              </a:rPr>
              <a:t>て</a:t>
            </a:r>
            <a:r>
              <a:rPr sz="1800" b="1" dirty="0">
                <a:latin typeface="Microsoft YaHei UI"/>
                <a:cs typeface="Microsoft YaHei UI"/>
              </a:rPr>
              <a:t>の活用</a:t>
            </a:r>
            <a:endParaRPr sz="1800">
              <a:latin typeface="Microsoft YaHei UI"/>
              <a:cs typeface="Microsoft YaHei UI"/>
            </a:endParaRPr>
          </a:p>
          <a:p>
            <a:pPr>
              <a:lnSpc>
                <a:spcPct val="100000"/>
              </a:lnSpc>
              <a:spcBef>
                <a:spcPts val="5"/>
              </a:spcBef>
            </a:pPr>
            <a:endParaRPr sz="1000">
              <a:latin typeface="Microsoft YaHei UI"/>
              <a:cs typeface="Microsoft YaHei UI"/>
            </a:endParaRPr>
          </a:p>
          <a:p>
            <a:pPr marL="1941195" marR="5080" indent="190500">
              <a:lnSpc>
                <a:spcPct val="150000"/>
              </a:lnSpc>
            </a:pPr>
            <a:r>
              <a:rPr sz="1500" b="1" spc="-5" dirty="0">
                <a:solidFill>
                  <a:srgbClr val="5E5E5E"/>
                </a:solidFill>
                <a:latin typeface="Microsoft YaHei UI"/>
                <a:cs typeface="Microsoft YaHei UI"/>
              </a:rPr>
              <a:t>LINE</a:t>
            </a:r>
            <a:r>
              <a:rPr sz="1500" b="1" dirty="0">
                <a:solidFill>
                  <a:srgbClr val="5E5E5E"/>
                </a:solidFill>
                <a:latin typeface="Microsoft YaHei UI"/>
                <a:cs typeface="Microsoft YaHei UI"/>
              </a:rPr>
              <a:t>公式アカウント数は過去</a:t>
            </a:r>
            <a:r>
              <a:rPr sz="1500" b="1" spc="-5" dirty="0">
                <a:solidFill>
                  <a:srgbClr val="5E5E5E"/>
                </a:solidFill>
                <a:latin typeface="Microsoft YaHei UI"/>
                <a:cs typeface="Microsoft YaHei UI"/>
              </a:rPr>
              <a:t>5</a:t>
            </a:r>
            <a:r>
              <a:rPr sz="1500" b="1" dirty="0">
                <a:solidFill>
                  <a:srgbClr val="5E5E5E"/>
                </a:solidFill>
                <a:latin typeface="Microsoft YaHei UI"/>
                <a:cs typeface="Microsoft YaHei UI"/>
              </a:rPr>
              <a:t>年で</a:t>
            </a:r>
            <a:r>
              <a:rPr sz="1500" b="1" spc="-5" dirty="0">
                <a:solidFill>
                  <a:srgbClr val="5E5E5E"/>
                </a:solidFill>
                <a:latin typeface="Microsoft YaHei UI"/>
                <a:cs typeface="Microsoft YaHei UI"/>
              </a:rPr>
              <a:t>3</a:t>
            </a:r>
            <a:r>
              <a:rPr sz="1500" b="1" dirty="0">
                <a:solidFill>
                  <a:srgbClr val="5E5E5E"/>
                </a:solidFill>
                <a:latin typeface="Microsoft YaHei UI"/>
                <a:cs typeface="Microsoft YaHei UI"/>
              </a:rPr>
              <a:t>倍近くまで増加。 </a:t>
            </a:r>
            <a:r>
              <a:rPr sz="1500" b="1" spc="5" dirty="0">
                <a:solidFill>
                  <a:srgbClr val="5E5E5E"/>
                </a:solidFill>
                <a:latin typeface="Microsoft YaHei UI"/>
                <a:cs typeface="Microsoft YaHei UI"/>
              </a:rPr>
              <a:t> </a:t>
            </a:r>
            <a:r>
              <a:rPr sz="1500" b="1" dirty="0">
                <a:solidFill>
                  <a:srgbClr val="5E5E5E"/>
                </a:solidFill>
                <a:latin typeface="Microsoft YaHei UI"/>
                <a:cs typeface="Microsoft YaHei UI"/>
              </a:rPr>
              <a:t>多くの企業</a:t>
            </a:r>
            <a:r>
              <a:rPr sz="1500" b="1" spc="335" dirty="0">
                <a:solidFill>
                  <a:srgbClr val="5E5E5E"/>
                </a:solidFill>
                <a:latin typeface="Microsoft YaHei UI"/>
                <a:cs typeface="Microsoft YaHei UI"/>
              </a:rPr>
              <a:t>が</a:t>
            </a:r>
            <a:r>
              <a:rPr sz="1500" b="1" dirty="0">
                <a:solidFill>
                  <a:srgbClr val="5E5E5E"/>
                </a:solidFill>
                <a:latin typeface="Microsoft YaHei UI"/>
                <a:cs typeface="Microsoft YaHei UI"/>
              </a:rPr>
              <a:t>ライトユーザーの囲い込みとして</a:t>
            </a:r>
            <a:r>
              <a:rPr sz="1500" b="1" spc="-5" dirty="0">
                <a:solidFill>
                  <a:srgbClr val="5E5E5E"/>
                </a:solidFill>
                <a:latin typeface="Microsoft YaHei UI"/>
                <a:cs typeface="Microsoft YaHei UI"/>
              </a:rPr>
              <a:t>LINE</a:t>
            </a:r>
            <a:r>
              <a:rPr sz="1500" b="1" dirty="0">
                <a:solidFill>
                  <a:srgbClr val="5E5E5E"/>
                </a:solidFill>
                <a:latin typeface="Microsoft YaHei UI"/>
                <a:cs typeface="Microsoft YaHei UI"/>
              </a:rPr>
              <a:t>を活用</a:t>
            </a:r>
            <a:endParaRPr sz="1500">
              <a:latin typeface="Microsoft YaHei UI"/>
              <a:cs typeface="Microsoft YaHei UI"/>
            </a:endParaRPr>
          </a:p>
        </p:txBody>
      </p:sp>
      <p:sp>
        <p:nvSpPr>
          <p:cNvPr id="3" name="object 3"/>
          <p:cNvSpPr txBox="1"/>
          <p:nvPr/>
        </p:nvSpPr>
        <p:spPr>
          <a:xfrm>
            <a:off x="651141" y="2455240"/>
            <a:ext cx="3692525" cy="196215"/>
          </a:xfrm>
          <a:prstGeom prst="rect">
            <a:avLst/>
          </a:prstGeom>
        </p:spPr>
        <p:txBody>
          <a:bodyPr vert="horz" wrap="square" lIns="0" tIns="14604" rIns="0" bIns="0" rtlCol="0">
            <a:spAutoFit/>
          </a:bodyPr>
          <a:lstStyle/>
          <a:p>
            <a:pPr marL="12700">
              <a:lnSpc>
                <a:spcPct val="100000"/>
              </a:lnSpc>
              <a:spcBef>
                <a:spcPts val="114"/>
              </a:spcBef>
              <a:tabLst>
                <a:tab pos="1109980" algn="l"/>
                <a:tab pos="3679190" algn="l"/>
              </a:tabLst>
            </a:pPr>
            <a:r>
              <a:rPr sz="1100" u="heavy" dirty="0">
                <a:solidFill>
                  <a:srgbClr val="5E5E5E"/>
                </a:solidFill>
                <a:uFill>
                  <a:solidFill>
                    <a:srgbClr val="4B85AF"/>
                  </a:solidFill>
                </a:uFill>
                <a:latin typeface="Times New Roman"/>
                <a:cs typeface="Times New Roman"/>
              </a:rPr>
              <a:t> 	</a:t>
            </a:r>
            <a:r>
              <a:rPr sz="1100" b="1" u="heavy" spc="5" dirty="0">
                <a:solidFill>
                  <a:srgbClr val="5E5E5E"/>
                </a:solidFill>
                <a:uFill>
                  <a:solidFill>
                    <a:srgbClr val="4B85AF"/>
                  </a:solidFill>
                </a:uFill>
                <a:latin typeface="Microsoft YaHei UI"/>
                <a:cs typeface="Microsoft YaHei UI"/>
              </a:rPr>
              <a:t>LINE</a:t>
            </a:r>
            <a:r>
              <a:rPr sz="1100" b="1" u="heavy" spc="20" dirty="0">
                <a:solidFill>
                  <a:srgbClr val="5E5E5E"/>
                </a:solidFill>
                <a:uFill>
                  <a:solidFill>
                    <a:srgbClr val="4B85AF"/>
                  </a:solidFill>
                </a:uFill>
                <a:latin typeface="Microsoft YaHei UI"/>
                <a:cs typeface="Microsoft YaHei UI"/>
              </a:rPr>
              <a:t>公式アカウン</a:t>
            </a:r>
            <a:r>
              <a:rPr sz="1100" b="1" u="heavy" spc="25" dirty="0">
                <a:solidFill>
                  <a:srgbClr val="5E5E5E"/>
                </a:solidFill>
                <a:uFill>
                  <a:solidFill>
                    <a:srgbClr val="4B85AF"/>
                  </a:solidFill>
                </a:uFill>
                <a:latin typeface="Microsoft YaHei UI"/>
                <a:cs typeface="Microsoft YaHei UI"/>
              </a:rPr>
              <a:t>ト</a:t>
            </a:r>
            <a:r>
              <a:rPr sz="1100" b="1" u="heavy" spc="15" dirty="0">
                <a:solidFill>
                  <a:srgbClr val="5E5E5E"/>
                </a:solidFill>
                <a:uFill>
                  <a:solidFill>
                    <a:srgbClr val="4B85AF"/>
                  </a:solidFill>
                </a:uFill>
                <a:latin typeface="Microsoft YaHei UI"/>
                <a:cs typeface="Microsoft YaHei UI"/>
              </a:rPr>
              <a:t>数	</a:t>
            </a:r>
            <a:endParaRPr sz="1100">
              <a:latin typeface="Microsoft YaHei UI"/>
              <a:cs typeface="Microsoft YaHei UI"/>
            </a:endParaRPr>
          </a:p>
        </p:txBody>
      </p:sp>
      <p:sp>
        <p:nvSpPr>
          <p:cNvPr id="4" name="object 4"/>
          <p:cNvSpPr txBox="1"/>
          <p:nvPr/>
        </p:nvSpPr>
        <p:spPr>
          <a:xfrm>
            <a:off x="4831460" y="2455240"/>
            <a:ext cx="3692525" cy="196215"/>
          </a:xfrm>
          <a:prstGeom prst="rect">
            <a:avLst/>
          </a:prstGeom>
        </p:spPr>
        <p:txBody>
          <a:bodyPr vert="horz" wrap="square" lIns="0" tIns="14604" rIns="0" bIns="0" rtlCol="0">
            <a:spAutoFit/>
          </a:bodyPr>
          <a:lstStyle/>
          <a:p>
            <a:pPr marL="12700">
              <a:lnSpc>
                <a:spcPct val="100000"/>
              </a:lnSpc>
              <a:spcBef>
                <a:spcPts val="114"/>
              </a:spcBef>
              <a:tabLst>
                <a:tab pos="1039494" algn="l"/>
                <a:tab pos="3679190" algn="l"/>
              </a:tabLst>
            </a:pPr>
            <a:r>
              <a:rPr sz="1100" u="heavy" dirty="0">
                <a:solidFill>
                  <a:srgbClr val="5E5E5E"/>
                </a:solidFill>
                <a:uFill>
                  <a:solidFill>
                    <a:srgbClr val="4B85AF"/>
                  </a:solidFill>
                </a:uFill>
                <a:latin typeface="Times New Roman"/>
                <a:cs typeface="Times New Roman"/>
              </a:rPr>
              <a:t> 	</a:t>
            </a:r>
            <a:r>
              <a:rPr sz="1100" b="1" u="heavy" spc="5" dirty="0">
                <a:solidFill>
                  <a:srgbClr val="5E5E5E"/>
                </a:solidFill>
                <a:uFill>
                  <a:solidFill>
                    <a:srgbClr val="4B85AF"/>
                  </a:solidFill>
                </a:uFill>
                <a:latin typeface="Microsoft YaHei UI"/>
                <a:cs typeface="Microsoft YaHei UI"/>
              </a:rPr>
              <a:t>LINE</a:t>
            </a:r>
            <a:r>
              <a:rPr sz="1100" b="1" u="heavy" spc="20" dirty="0">
                <a:solidFill>
                  <a:srgbClr val="5E5E5E"/>
                </a:solidFill>
                <a:uFill>
                  <a:solidFill>
                    <a:srgbClr val="4B85AF"/>
                  </a:solidFill>
                </a:uFill>
                <a:latin typeface="Microsoft YaHei UI"/>
                <a:cs typeface="Microsoft YaHei UI"/>
              </a:rPr>
              <a:t>でのナーチャリン</a:t>
            </a:r>
            <a:r>
              <a:rPr sz="1100" b="1" u="heavy" spc="15" dirty="0">
                <a:solidFill>
                  <a:srgbClr val="5E5E5E"/>
                </a:solidFill>
                <a:uFill>
                  <a:solidFill>
                    <a:srgbClr val="4B85AF"/>
                  </a:solidFill>
                </a:uFill>
                <a:latin typeface="Microsoft YaHei UI"/>
                <a:cs typeface="Microsoft YaHei UI"/>
              </a:rPr>
              <a:t>グ	</a:t>
            </a:r>
            <a:endParaRPr sz="1100">
              <a:latin typeface="Microsoft YaHei UI"/>
              <a:cs typeface="Microsoft YaHei UI"/>
            </a:endParaRPr>
          </a:p>
        </p:txBody>
      </p:sp>
      <p:sp>
        <p:nvSpPr>
          <p:cNvPr id="5" name="object 5"/>
          <p:cNvSpPr/>
          <p:nvPr/>
        </p:nvSpPr>
        <p:spPr>
          <a:xfrm>
            <a:off x="6663690" y="4382261"/>
            <a:ext cx="1762125" cy="553085"/>
          </a:xfrm>
          <a:custGeom>
            <a:avLst/>
            <a:gdLst/>
            <a:ahLst/>
            <a:cxnLst/>
            <a:rect l="l" t="t" r="r" b="b"/>
            <a:pathLst>
              <a:path w="1762125" h="553085">
                <a:moveTo>
                  <a:pt x="0" y="514857"/>
                </a:moveTo>
                <a:lnTo>
                  <a:pt x="0" y="38226"/>
                </a:lnTo>
                <a:lnTo>
                  <a:pt x="3048" y="23368"/>
                </a:lnTo>
                <a:lnTo>
                  <a:pt x="11175" y="11175"/>
                </a:lnTo>
                <a:lnTo>
                  <a:pt x="23367" y="3048"/>
                </a:lnTo>
                <a:lnTo>
                  <a:pt x="38226" y="0"/>
                </a:lnTo>
                <a:lnTo>
                  <a:pt x="1723389" y="0"/>
                </a:lnTo>
                <a:lnTo>
                  <a:pt x="1738249" y="3048"/>
                </a:lnTo>
                <a:lnTo>
                  <a:pt x="1750440" y="11175"/>
                </a:lnTo>
                <a:lnTo>
                  <a:pt x="1758568" y="23368"/>
                </a:lnTo>
                <a:lnTo>
                  <a:pt x="1761616" y="38226"/>
                </a:lnTo>
                <a:lnTo>
                  <a:pt x="1761616" y="514857"/>
                </a:lnTo>
                <a:lnTo>
                  <a:pt x="1758568" y="529717"/>
                </a:lnTo>
                <a:lnTo>
                  <a:pt x="1750440" y="541908"/>
                </a:lnTo>
                <a:lnTo>
                  <a:pt x="1738249" y="550163"/>
                </a:lnTo>
                <a:lnTo>
                  <a:pt x="1723389" y="553085"/>
                </a:lnTo>
                <a:lnTo>
                  <a:pt x="38226" y="553085"/>
                </a:lnTo>
                <a:lnTo>
                  <a:pt x="23367" y="550163"/>
                </a:lnTo>
                <a:lnTo>
                  <a:pt x="11175" y="541908"/>
                </a:lnTo>
                <a:lnTo>
                  <a:pt x="3048" y="529717"/>
                </a:lnTo>
                <a:lnTo>
                  <a:pt x="0" y="514857"/>
                </a:lnTo>
                <a:close/>
              </a:path>
            </a:pathLst>
          </a:custGeom>
          <a:ln w="10470">
            <a:solidFill>
              <a:srgbClr val="5E5E5E"/>
            </a:solidFill>
          </a:ln>
        </p:spPr>
        <p:txBody>
          <a:bodyPr wrap="square" lIns="0" tIns="0" rIns="0" bIns="0" rtlCol="0"/>
          <a:lstStyle/>
          <a:p>
            <a:endParaRPr/>
          </a:p>
        </p:txBody>
      </p:sp>
      <p:sp>
        <p:nvSpPr>
          <p:cNvPr id="6" name="object 6"/>
          <p:cNvSpPr txBox="1"/>
          <p:nvPr/>
        </p:nvSpPr>
        <p:spPr>
          <a:xfrm>
            <a:off x="6672453" y="4444148"/>
            <a:ext cx="1734185" cy="323850"/>
          </a:xfrm>
          <a:prstGeom prst="rect">
            <a:avLst/>
          </a:prstGeom>
        </p:spPr>
        <p:txBody>
          <a:bodyPr vert="horz" wrap="square" lIns="0" tIns="31115" rIns="0" bIns="0" rtlCol="0">
            <a:spAutoFit/>
          </a:bodyPr>
          <a:lstStyle/>
          <a:p>
            <a:pPr marL="12700">
              <a:lnSpc>
                <a:spcPct val="100000"/>
              </a:lnSpc>
              <a:spcBef>
                <a:spcPts val="245"/>
              </a:spcBef>
            </a:pPr>
            <a:r>
              <a:rPr sz="850" spc="45" dirty="0">
                <a:solidFill>
                  <a:srgbClr val="5E5E5E"/>
                </a:solidFill>
                <a:latin typeface="Yu Gothic"/>
                <a:cs typeface="Yu Gothic"/>
              </a:rPr>
              <a:t>より深い関係を構築し、リ</a:t>
            </a:r>
            <a:r>
              <a:rPr sz="850" spc="-5" dirty="0">
                <a:solidFill>
                  <a:srgbClr val="5E5E5E"/>
                </a:solidFill>
                <a:latin typeface="Yu Gothic"/>
                <a:cs typeface="Yu Gothic"/>
              </a:rPr>
              <a:t>ピ</a:t>
            </a:r>
            <a:r>
              <a:rPr sz="850" spc="45" dirty="0">
                <a:solidFill>
                  <a:srgbClr val="5E5E5E"/>
                </a:solidFill>
                <a:latin typeface="Yu Gothic"/>
                <a:cs typeface="Yu Gothic"/>
              </a:rPr>
              <a:t>ート</a:t>
            </a:r>
            <a:endParaRPr sz="850">
              <a:latin typeface="Yu Gothic"/>
              <a:cs typeface="Yu Gothic"/>
            </a:endParaRPr>
          </a:p>
          <a:p>
            <a:pPr marL="12700">
              <a:lnSpc>
                <a:spcPct val="100000"/>
              </a:lnSpc>
              <a:spcBef>
                <a:spcPts val="105"/>
              </a:spcBef>
            </a:pPr>
            <a:r>
              <a:rPr sz="900" dirty="0">
                <a:solidFill>
                  <a:srgbClr val="5E5E5E"/>
                </a:solidFill>
                <a:latin typeface="Yu Gothic"/>
                <a:cs typeface="Yu Gothic"/>
              </a:rPr>
              <a:t>購入</a:t>
            </a:r>
            <a:r>
              <a:rPr sz="900" spc="-5" dirty="0">
                <a:solidFill>
                  <a:srgbClr val="5E5E5E"/>
                </a:solidFill>
                <a:latin typeface="Yu Gothic"/>
                <a:cs typeface="Yu Gothic"/>
              </a:rPr>
              <a:t>や再来店な</a:t>
            </a:r>
            <a:r>
              <a:rPr sz="900" spc="-25" dirty="0">
                <a:solidFill>
                  <a:srgbClr val="5E5E5E"/>
                </a:solidFill>
                <a:latin typeface="Yu Gothic"/>
                <a:cs typeface="Yu Gothic"/>
              </a:rPr>
              <a:t>ど</a:t>
            </a:r>
            <a:r>
              <a:rPr sz="900" spc="-5" dirty="0">
                <a:solidFill>
                  <a:srgbClr val="5E5E5E"/>
                </a:solidFill>
                <a:latin typeface="Yu Gothic"/>
                <a:cs typeface="Yu Gothic"/>
              </a:rPr>
              <a:t>につ</a:t>
            </a:r>
            <a:r>
              <a:rPr sz="900" dirty="0">
                <a:solidFill>
                  <a:srgbClr val="5E5E5E"/>
                </a:solidFill>
                <a:latin typeface="Yu Gothic"/>
                <a:cs typeface="Yu Gothic"/>
              </a:rPr>
              <a:t>な</a:t>
            </a:r>
            <a:r>
              <a:rPr sz="900" spc="-50" dirty="0">
                <a:solidFill>
                  <a:srgbClr val="5E5E5E"/>
                </a:solidFill>
                <a:latin typeface="Yu Gothic"/>
                <a:cs typeface="Yu Gothic"/>
              </a:rPr>
              <a:t>げ</a:t>
            </a:r>
            <a:r>
              <a:rPr sz="900" spc="-10" dirty="0">
                <a:solidFill>
                  <a:srgbClr val="5E5E5E"/>
                </a:solidFill>
                <a:latin typeface="Yu Gothic"/>
                <a:cs typeface="Yu Gothic"/>
              </a:rPr>
              <a:t>る</a:t>
            </a:r>
            <a:endParaRPr sz="900">
              <a:latin typeface="Yu Gothic"/>
              <a:cs typeface="Yu Gothic"/>
            </a:endParaRPr>
          </a:p>
        </p:txBody>
      </p:sp>
      <p:sp>
        <p:nvSpPr>
          <p:cNvPr id="7" name="object 7"/>
          <p:cNvSpPr/>
          <p:nvPr/>
        </p:nvSpPr>
        <p:spPr>
          <a:xfrm>
            <a:off x="6669785" y="2887217"/>
            <a:ext cx="1771014" cy="377825"/>
          </a:xfrm>
          <a:custGeom>
            <a:avLst/>
            <a:gdLst/>
            <a:ahLst/>
            <a:cxnLst/>
            <a:rect l="l" t="t" r="r" b="b"/>
            <a:pathLst>
              <a:path w="1771015" h="377825">
                <a:moveTo>
                  <a:pt x="0" y="339471"/>
                </a:moveTo>
                <a:lnTo>
                  <a:pt x="0" y="38227"/>
                </a:lnTo>
                <a:lnTo>
                  <a:pt x="3810" y="23368"/>
                </a:lnTo>
                <a:lnTo>
                  <a:pt x="14224" y="11176"/>
                </a:lnTo>
                <a:lnTo>
                  <a:pt x="29718" y="3048"/>
                </a:lnTo>
                <a:lnTo>
                  <a:pt x="48641" y="0"/>
                </a:lnTo>
                <a:lnTo>
                  <a:pt x="1722120" y="0"/>
                </a:lnTo>
                <a:lnTo>
                  <a:pt x="1741170" y="3048"/>
                </a:lnTo>
                <a:lnTo>
                  <a:pt x="1756664" y="11176"/>
                </a:lnTo>
                <a:lnTo>
                  <a:pt x="1767078" y="23368"/>
                </a:lnTo>
                <a:lnTo>
                  <a:pt x="1770888" y="38227"/>
                </a:lnTo>
                <a:lnTo>
                  <a:pt x="1770888" y="339471"/>
                </a:lnTo>
                <a:lnTo>
                  <a:pt x="1767078" y="354330"/>
                </a:lnTo>
                <a:lnTo>
                  <a:pt x="1756664" y="366522"/>
                </a:lnTo>
                <a:lnTo>
                  <a:pt x="1741170" y="374650"/>
                </a:lnTo>
                <a:lnTo>
                  <a:pt x="1722120" y="377698"/>
                </a:lnTo>
                <a:lnTo>
                  <a:pt x="48641" y="377698"/>
                </a:lnTo>
                <a:lnTo>
                  <a:pt x="29718" y="374650"/>
                </a:lnTo>
                <a:lnTo>
                  <a:pt x="14224" y="366522"/>
                </a:lnTo>
                <a:lnTo>
                  <a:pt x="3810" y="354330"/>
                </a:lnTo>
                <a:lnTo>
                  <a:pt x="0" y="339471"/>
                </a:lnTo>
                <a:close/>
              </a:path>
            </a:pathLst>
          </a:custGeom>
          <a:ln w="10470">
            <a:solidFill>
              <a:srgbClr val="5E5E5E"/>
            </a:solidFill>
          </a:ln>
        </p:spPr>
        <p:txBody>
          <a:bodyPr wrap="square" lIns="0" tIns="0" rIns="0" bIns="0" rtlCol="0"/>
          <a:lstStyle/>
          <a:p>
            <a:endParaRPr/>
          </a:p>
        </p:txBody>
      </p:sp>
      <p:sp>
        <p:nvSpPr>
          <p:cNvPr id="8" name="object 8"/>
          <p:cNvSpPr txBox="1"/>
          <p:nvPr/>
        </p:nvSpPr>
        <p:spPr>
          <a:xfrm>
            <a:off x="6679438" y="2862148"/>
            <a:ext cx="1289050" cy="324485"/>
          </a:xfrm>
          <a:prstGeom prst="rect">
            <a:avLst/>
          </a:prstGeom>
        </p:spPr>
        <p:txBody>
          <a:bodyPr vert="horz" wrap="square" lIns="0" tIns="11430" rIns="0" bIns="0" rtlCol="0">
            <a:spAutoFit/>
          </a:bodyPr>
          <a:lstStyle/>
          <a:p>
            <a:pPr marL="12700" marR="5080" indent="2540">
              <a:lnSpc>
                <a:spcPct val="115300"/>
              </a:lnSpc>
              <a:spcBef>
                <a:spcPts val="90"/>
              </a:spcBef>
            </a:pPr>
            <a:r>
              <a:rPr sz="850" spc="80" dirty="0">
                <a:solidFill>
                  <a:srgbClr val="5E5E5E"/>
                </a:solidFill>
                <a:latin typeface="Yu Gothic"/>
                <a:cs typeface="Yu Gothic"/>
              </a:rPr>
              <a:t>ライトユーザー</a:t>
            </a:r>
            <a:r>
              <a:rPr sz="850" spc="85" dirty="0">
                <a:solidFill>
                  <a:srgbClr val="5E5E5E"/>
                </a:solidFill>
                <a:latin typeface="Yu Gothic"/>
                <a:cs typeface="Yu Gothic"/>
              </a:rPr>
              <a:t>を</a:t>
            </a:r>
            <a:r>
              <a:rPr sz="850" spc="60" dirty="0">
                <a:solidFill>
                  <a:srgbClr val="5E5E5E"/>
                </a:solidFill>
                <a:latin typeface="Yu Gothic"/>
                <a:cs typeface="Yu Gothic"/>
              </a:rPr>
              <a:t>LINE </a:t>
            </a:r>
            <a:r>
              <a:rPr sz="850" spc="-229" dirty="0">
                <a:solidFill>
                  <a:srgbClr val="5E5E5E"/>
                </a:solidFill>
                <a:latin typeface="Yu Gothic"/>
                <a:cs typeface="Yu Gothic"/>
              </a:rPr>
              <a:t> </a:t>
            </a:r>
            <a:r>
              <a:rPr sz="850" spc="45" dirty="0">
                <a:solidFill>
                  <a:srgbClr val="5E5E5E"/>
                </a:solidFill>
                <a:latin typeface="Yu Gothic"/>
                <a:cs typeface="Yu Gothic"/>
              </a:rPr>
              <a:t>で囲い込</a:t>
            </a:r>
            <a:r>
              <a:rPr sz="850" spc="35" dirty="0">
                <a:solidFill>
                  <a:srgbClr val="5E5E5E"/>
                </a:solidFill>
                <a:latin typeface="Yu Gothic"/>
                <a:cs typeface="Yu Gothic"/>
              </a:rPr>
              <a:t>み</a:t>
            </a:r>
            <a:endParaRPr sz="850">
              <a:latin typeface="Yu Gothic"/>
              <a:cs typeface="Yu Gothic"/>
            </a:endParaRPr>
          </a:p>
        </p:txBody>
      </p:sp>
      <p:pic>
        <p:nvPicPr>
          <p:cNvPr id="9" name="object 9"/>
          <p:cNvPicPr/>
          <p:nvPr/>
        </p:nvPicPr>
        <p:blipFill>
          <a:blip r:embed="rId2" cstate="print"/>
          <a:stretch>
            <a:fillRect/>
          </a:stretch>
        </p:blipFill>
        <p:spPr>
          <a:xfrm>
            <a:off x="7347204" y="3480815"/>
            <a:ext cx="391668" cy="394716"/>
          </a:xfrm>
          <a:prstGeom prst="rect">
            <a:avLst/>
          </a:prstGeom>
        </p:spPr>
      </p:pic>
      <p:grpSp>
        <p:nvGrpSpPr>
          <p:cNvPr id="10" name="object 10"/>
          <p:cNvGrpSpPr/>
          <p:nvPr/>
        </p:nvGrpSpPr>
        <p:grpSpPr>
          <a:xfrm>
            <a:off x="4885944" y="3197860"/>
            <a:ext cx="1696720" cy="1674495"/>
            <a:chOff x="4885944" y="3197860"/>
            <a:chExt cx="1696720" cy="1674495"/>
          </a:xfrm>
        </p:grpSpPr>
        <p:sp>
          <p:nvSpPr>
            <p:cNvPr id="11" name="object 11"/>
            <p:cNvSpPr/>
            <p:nvPr/>
          </p:nvSpPr>
          <p:spPr>
            <a:xfrm>
              <a:off x="4885944" y="3197859"/>
              <a:ext cx="1696720" cy="1674495"/>
            </a:xfrm>
            <a:custGeom>
              <a:avLst/>
              <a:gdLst/>
              <a:ahLst/>
              <a:cxnLst/>
              <a:rect l="l" t="t" r="r" b="b"/>
              <a:pathLst>
                <a:path w="1696720" h="1674495">
                  <a:moveTo>
                    <a:pt x="1696212" y="831469"/>
                  </a:moveTo>
                  <a:lnTo>
                    <a:pt x="1695958" y="808355"/>
                  </a:lnTo>
                  <a:lnTo>
                    <a:pt x="1694053" y="767969"/>
                  </a:lnTo>
                  <a:lnTo>
                    <a:pt x="1690103" y="727456"/>
                  </a:lnTo>
                  <a:lnTo>
                    <a:pt x="1687449" y="710184"/>
                  </a:lnTo>
                  <a:lnTo>
                    <a:pt x="1684274" y="687070"/>
                  </a:lnTo>
                  <a:lnTo>
                    <a:pt x="1680578" y="669798"/>
                  </a:lnTo>
                  <a:lnTo>
                    <a:pt x="1676527" y="646684"/>
                  </a:lnTo>
                  <a:lnTo>
                    <a:pt x="1671955" y="629412"/>
                  </a:lnTo>
                  <a:lnTo>
                    <a:pt x="1666875" y="606298"/>
                  </a:lnTo>
                  <a:lnTo>
                    <a:pt x="1661287" y="588899"/>
                  </a:lnTo>
                  <a:lnTo>
                    <a:pt x="1655178" y="571627"/>
                  </a:lnTo>
                  <a:lnTo>
                    <a:pt x="1648587" y="548513"/>
                  </a:lnTo>
                  <a:lnTo>
                    <a:pt x="1641602" y="531241"/>
                  </a:lnTo>
                  <a:lnTo>
                    <a:pt x="1634109" y="513842"/>
                  </a:lnTo>
                  <a:lnTo>
                    <a:pt x="1626108" y="490855"/>
                  </a:lnTo>
                  <a:lnTo>
                    <a:pt x="1617599" y="473456"/>
                  </a:lnTo>
                  <a:lnTo>
                    <a:pt x="1608582" y="456184"/>
                  </a:lnTo>
                  <a:lnTo>
                    <a:pt x="1599184" y="438785"/>
                  </a:lnTo>
                  <a:lnTo>
                    <a:pt x="1589151" y="415798"/>
                  </a:lnTo>
                  <a:lnTo>
                    <a:pt x="1556512" y="363728"/>
                  </a:lnTo>
                  <a:lnTo>
                    <a:pt x="1532255" y="329184"/>
                  </a:lnTo>
                  <a:lnTo>
                    <a:pt x="1492250" y="277114"/>
                  </a:lnTo>
                  <a:lnTo>
                    <a:pt x="1463040" y="248285"/>
                  </a:lnTo>
                  <a:lnTo>
                    <a:pt x="1432179" y="213614"/>
                  </a:lnTo>
                  <a:lnTo>
                    <a:pt x="1416177" y="202184"/>
                  </a:lnTo>
                  <a:lnTo>
                    <a:pt x="1399921" y="184785"/>
                  </a:lnTo>
                  <a:lnTo>
                    <a:pt x="1366647" y="161671"/>
                  </a:lnTo>
                  <a:lnTo>
                    <a:pt x="1349502" y="144399"/>
                  </a:lnTo>
                  <a:lnTo>
                    <a:pt x="1314704" y="121285"/>
                  </a:lnTo>
                  <a:lnTo>
                    <a:pt x="1279017" y="98171"/>
                  </a:lnTo>
                  <a:lnTo>
                    <a:pt x="1260856" y="92456"/>
                  </a:lnTo>
                  <a:lnTo>
                    <a:pt x="1223899" y="69342"/>
                  </a:lnTo>
                  <a:lnTo>
                    <a:pt x="1205230" y="63500"/>
                  </a:lnTo>
                  <a:lnTo>
                    <a:pt x="1186307" y="52070"/>
                  </a:lnTo>
                  <a:lnTo>
                    <a:pt x="1167257" y="46228"/>
                  </a:lnTo>
                  <a:lnTo>
                    <a:pt x="1148080" y="34671"/>
                  </a:lnTo>
                  <a:lnTo>
                    <a:pt x="1030097" y="0"/>
                  </a:lnTo>
                  <a:lnTo>
                    <a:pt x="666115" y="0"/>
                  </a:lnTo>
                  <a:lnTo>
                    <a:pt x="548132" y="34671"/>
                  </a:lnTo>
                  <a:lnTo>
                    <a:pt x="528955" y="46228"/>
                  </a:lnTo>
                  <a:lnTo>
                    <a:pt x="509905" y="52070"/>
                  </a:lnTo>
                  <a:lnTo>
                    <a:pt x="490982" y="63500"/>
                  </a:lnTo>
                  <a:lnTo>
                    <a:pt x="472313" y="69342"/>
                  </a:lnTo>
                  <a:lnTo>
                    <a:pt x="435356" y="92456"/>
                  </a:lnTo>
                  <a:lnTo>
                    <a:pt x="417195" y="98171"/>
                  </a:lnTo>
                  <a:lnTo>
                    <a:pt x="381508" y="121285"/>
                  </a:lnTo>
                  <a:lnTo>
                    <a:pt x="346583" y="144399"/>
                  </a:lnTo>
                  <a:lnTo>
                    <a:pt x="329565" y="161671"/>
                  </a:lnTo>
                  <a:lnTo>
                    <a:pt x="296291" y="184785"/>
                  </a:lnTo>
                  <a:lnTo>
                    <a:pt x="280035" y="202184"/>
                  </a:lnTo>
                  <a:lnTo>
                    <a:pt x="264033" y="213614"/>
                  </a:lnTo>
                  <a:lnTo>
                    <a:pt x="233172" y="248285"/>
                  </a:lnTo>
                  <a:lnTo>
                    <a:pt x="203962" y="277114"/>
                  </a:lnTo>
                  <a:lnTo>
                    <a:pt x="176784" y="311785"/>
                  </a:lnTo>
                  <a:lnTo>
                    <a:pt x="151638" y="346456"/>
                  </a:lnTo>
                  <a:lnTo>
                    <a:pt x="128270" y="381127"/>
                  </a:lnTo>
                  <a:lnTo>
                    <a:pt x="106934" y="415798"/>
                  </a:lnTo>
                  <a:lnTo>
                    <a:pt x="97028" y="438785"/>
                  </a:lnTo>
                  <a:lnTo>
                    <a:pt x="87630" y="456184"/>
                  </a:lnTo>
                  <a:lnTo>
                    <a:pt x="78613" y="473456"/>
                  </a:lnTo>
                  <a:lnTo>
                    <a:pt x="70104" y="490855"/>
                  </a:lnTo>
                  <a:lnTo>
                    <a:pt x="62103" y="513842"/>
                  </a:lnTo>
                  <a:lnTo>
                    <a:pt x="54610" y="531241"/>
                  </a:lnTo>
                  <a:lnTo>
                    <a:pt x="47498" y="548513"/>
                  </a:lnTo>
                  <a:lnTo>
                    <a:pt x="41021" y="571627"/>
                  </a:lnTo>
                  <a:lnTo>
                    <a:pt x="34925" y="588899"/>
                  </a:lnTo>
                  <a:lnTo>
                    <a:pt x="29337" y="606298"/>
                  </a:lnTo>
                  <a:lnTo>
                    <a:pt x="24257" y="629412"/>
                  </a:lnTo>
                  <a:lnTo>
                    <a:pt x="19685" y="646684"/>
                  </a:lnTo>
                  <a:lnTo>
                    <a:pt x="15494" y="669798"/>
                  </a:lnTo>
                  <a:lnTo>
                    <a:pt x="11938" y="687070"/>
                  </a:lnTo>
                  <a:lnTo>
                    <a:pt x="8763" y="710184"/>
                  </a:lnTo>
                  <a:lnTo>
                    <a:pt x="6096" y="727456"/>
                  </a:lnTo>
                  <a:lnTo>
                    <a:pt x="2159" y="767969"/>
                  </a:lnTo>
                  <a:lnTo>
                    <a:pt x="254" y="808355"/>
                  </a:lnTo>
                  <a:lnTo>
                    <a:pt x="0" y="831469"/>
                  </a:lnTo>
                  <a:lnTo>
                    <a:pt x="254" y="848741"/>
                  </a:lnTo>
                  <a:lnTo>
                    <a:pt x="1016" y="871855"/>
                  </a:lnTo>
                  <a:lnTo>
                    <a:pt x="3937" y="912241"/>
                  </a:lnTo>
                  <a:lnTo>
                    <a:pt x="8763" y="952627"/>
                  </a:lnTo>
                  <a:lnTo>
                    <a:pt x="11938" y="970026"/>
                  </a:lnTo>
                  <a:lnTo>
                    <a:pt x="15494" y="993140"/>
                  </a:lnTo>
                  <a:lnTo>
                    <a:pt x="19685" y="1010412"/>
                  </a:lnTo>
                  <a:lnTo>
                    <a:pt x="24257" y="1033526"/>
                  </a:lnTo>
                  <a:lnTo>
                    <a:pt x="29337" y="1050798"/>
                  </a:lnTo>
                  <a:lnTo>
                    <a:pt x="34925" y="1073912"/>
                  </a:lnTo>
                  <a:lnTo>
                    <a:pt x="41021" y="1091184"/>
                  </a:lnTo>
                  <a:lnTo>
                    <a:pt x="47498" y="1108583"/>
                  </a:lnTo>
                  <a:lnTo>
                    <a:pt x="54610" y="1131697"/>
                  </a:lnTo>
                  <a:lnTo>
                    <a:pt x="62103" y="1148969"/>
                  </a:lnTo>
                  <a:lnTo>
                    <a:pt x="70104" y="1166241"/>
                  </a:lnTo>
                  <a:lnTo>
                    <a:pt x="78613" y="1189355"/>
                  </a:lnTo>
                  <a:lnTo>
                    <a:pt x="97028" y="1224026"/>
                  </a:lnTo>
                  <a:lnTo>
                    <a:pt x="117348" y="1258697"/>
                  </a:lnTo>
                  <a:lnTo>
                    <a:pt x="128270" y="1275969"/>
                  </a:lnTo>
                  <a:lnTo>
                    <a:pt x="139700" y="1299083"/>
                  </a:lnTo>
                  <a:lnTo>
                    <a:pt x="163957" y="1333754"/>
                  </a:lnTo>
                  <a:lnTo>
                    <a:pt x="176784" y="1345311"/>
                  </a:lnTo>
                  <a:lnTo>
                    <a:pt x="203962" y="1379982"/>
                  </a:lnTo>
                  <a:lnTo>
                    <a:pt x="218313" y="1397254"/>
                  </a:lnTo>
                  <a:lnTo>
                    <a:pt x="248412" y="1431925"/>
                  </a:lnTo>
                  <a:lnTo>
                    <a:pt x="264033" y="1443482"/>
                  </a:lnTo>
                  <a:lnTo>
                    <a:pt x="280035" y="1460754"/>
                  </a:lnTo>
                  <a:lnTo>
                    <a:pt x="296291" y="1472311"/>
                  </a:lnTo>
                  <a:lnTo>
                    <a:pt x="312801" y="1489583"/>
                  </a:lnTo>
                  <a:lnTo>
                    <a:pt x="346583" y="1512697"/>
                  </a:lnTo>
                  <a:lnTo>
                    <a:pt x="381508" y="1535811"/>
                  </a:lnTo>
                  <a:lnTo>
                    <a:pt x="417195" y="1558925"/>
                  </a:lnTo>
                  <a:lnTo>
                    <a:pt x="453644" y="1582039"/>
                  </a:lnTo>
                  <a:lnTo>
                    <a:pt x="472313" y="1587754"/>
                  </a:lnTo>
                  <a:lnTo>
                    <a:pt x="490982" y="1599311"/>
                  </a:lnTo>
                  <a:lnTo>
                    <a:pt x="509905" y="1605026"/>
                  </a:lnTo>
                  <a:lnTo>
                    <a:pt x="528955" y="1616583"/>
                  </a:lnTo>
                  <a:lnTo>
                    <a:pt x="686181" y="1662811"/>
                  </a:lnTo>
                  <a:lnTo>
                    <a:pt x="706247" y="1662811"/>
                  </a:lnTo>
                  <a:lnTo>
                    <a:pt x="726313" y="1668653"/>
                  </a:lnTo>
                  <a:lnTo>
                    <a:pt x="746506" y="1668653"/>
                  </a:lnTo>
                  <a:lnTo>
                    <a:pt x="766826" y="1674368"/>
                  </a:lnTo>
                  <a:lnTo>
                    <a:pt x="929386" y="1674368"/>
                  </a:lnTo>
                  <a:lnTo>
                    <a:pt x="949706" y="1668653"/>
                  </a:lnTo>
                  <a:lnTo>
                    <a:pt x="969899" y="1668653"/>
                  </a:lnTo>
                  <a:lnTo>
                    <a:pt x="989965" y="1662811"/>
                  </a:lnTo>
                  <a:lnTo>
                    <a:pt x="1010031" y="1662811"/>
                  </a:lnTo>
                  <a:lnTo>
                    <a:pt x="1167257" y="1616583"/>
                  </a:lnTo>
                  <a:lnTo>
                    <a:pt x="1186307" y="1605026"/>
                  </a:lnTo>
                  <a:lnTo>
                    <a:pt x="1205230" y="1599311"/>
                  </a:lnTo>
                  <a:lnTo>
                    <a:pt x="1223899" y="1587754"/>
                  </a:lnTo>
                  <a:lnTo>
                    <a:pt x="1279017" y="1558925"/>
                  </a:lnTo>
                  <a:lnTo>
                    <a:pt x="1314704" y="1535811"/>
                  </a:lnTo>
                  <a:lnTo>
                    <a:pt x="1366647" y="1501140"/>
                  </a:lnTo>
                  <a:lnTo>
                    <a:pt x="1399921" y="1472311"/>
                  </a:lnTo>
                  <a:lnTo>
                    <a:pt x="1416177" y="1460754"/>
                  </a:lnTo>
                  <a:lnTo>
                    <a:pt x="1432179" y="1443482"/>
                  </a:lnTo>
                  <a:lnTo>
                    <a:pt x="1447800" y="1431925"/>
                  </a:lnTo>
                  <a:lnTo>
                    <a:pt x="1477899" y="1397254"/>
                  </a:lnTo>
                  <a:lnTo>
                    <a:pt x="1492250" y="1379982"/>
                  </a:lnTo>
                  <a:lnTo>
                    <a:pt x="1519301" y="1345311"/>
                  </a:lnTo>
                  <a:lnTo>
                    <a:pt x="1532255" y="1333754"/>
                  </a:lnTo>
                  <a:lnTo>
                    <a:pt x="1556512" y="1299083"/>
                  </a:lnTo>
                  <a:lnTo>
                    <a:pt x="1567815" y="1275969"/>
                  </a:lnTo>
                  <a:lnTo>
                    <a:pt x="1578737" y="1258697"/>
                  </a:lnTo>
                  <a:lnTo>
                    <a:pt x="1599184" y="1224026"/>
                  </a:lnTo>
                  <a:lnTo>
                    <a:pt x="1617599" y="1189355"/>
                  </a:lnTo>
                  <a:lnTo>
                    <a:pt x="1626108" y="1166241"/>
                  </a:lnTo>
                  <a:lnTo>
                    <a:pt x="1634109" y="1148969"/>
                  </a:lnTo>
                  <a:lnTo>
                    <a:pt x="1641602" y="1131697"/>
                  </a:lnTo>
                  <a:lnTo>
                    <a:pt x="1648587" y="1108583"/>
                  </a:lnTo>
                  <a:lnTo>
                    <a:pt x="1655178" y="1091184"/>
                  </a:lnTo>
                  <a:lnTo>
                    <a:pt x="1661287" y="1073912"/>
                  </a:lnTo>
                  <a:lnTo>
                    <a:pt x="1666875" y="1050798"/>
                  </a:lnTo>
                  <a:lnTo>
                    <a:pt x="1671955" y="1033526"/>
                  </a:lnTo>
                  <a:lnTo>
                    <a:pt x="1676527" y="1010412"/>
                  </a:lnTo>
                  <a:lnTo>
                    <a:pt x="1680578" y="993140"/>
                  </a:lnTo>
                  <a:lnTo>
                    <a:pt x="1684274" y="970026"/>
                  </a:lnTo>
                  <a:lnTo>
                    <a:pt x="1687449" y="952627"/>
                  </a:lnTo>
                  <a:lnTo>
                    <a:pt x="1692275" y="912241"/>
                  </a:lnTo>
                  <a:lnTo>
                    <a:pt x="1695196" y="871855"/>
                  </a:lnTo>
                  <a:lnTo>
                    <a:pt x="1695958" y="848741"/>
                  </a:lnTo>
                  <a:lnTo>
                    <a:pt x="1696212" y="831469"/>
                  </a:lnTo>
                  <a:close/>
                </a:path>
              </a:pathLst>
            </a:custGeom>
            <a:solidFill>
              <a:srgbClr val="BBEBFF"/>
            </a:solidFill>
          </p:spPr>
          <p:txBody>
            <a:bodyPr wrap="square" lIns="0" tIns="0" rIns="0" bIns="0" rtlCol="0"/>
            <a:lstStyle/>
            <a:p>
              <a:endParaRPr/>
            </a:p>
          </p:txBody>
        </p:sp>
        <p:sp>
          <p:nvSpPr>
            <p:cNvPr id="12" name="object 12"/>
            <p:cNvSpPr/>
            <p:nvPr/>
          </p:nvSpPr>
          <p:spPr>
            <a:xfrm>
              <a:off x="5317236" y="3607308"/>
              <a:ext cx="833755" cy="835025"/>
            </a:xfrm>
            <a:custGeom>
              <a:avLst/>
              <a:gdLst/>
              <a:ahLst/>
              <a:cxnLst/>
              <a:rect l="l" t="t" r="r" b="b"/>
              <a:pathLst>
                <a:path w="833754" h="835025">
                  <a:moveTo>
                    <a:pt x="427100" y="0"/>
                  </a:moveTo>
                  <a:lnTo>
                    <a:pt x="406400" y="0"/>
                  </a:lnTo>
                  <a:lnTo>
                    <a:pt x="385825" y="1016"/>
                  </a:lnTo>
                  <a:lnTo>
                    <a:pt x="344804" y="6096"/>
                  </a:lnTo>
                  <a:lnTo>
                    <a:pt x="304291" y="15240"/>
                  </a:lnTo>
                  <a:lnTo>
                    <a:pt x="264794" y="28448"/>
                  </a:lnTo>
                  <a:lnTo>
                    <a:pt x="226440" y="45847"/>
                  </a:lnTo>
                  <a:lnTo>
                    <a:pt x="189611" y="67183"/>
                  </a:lnTo>
                  <a:lnTo>
                    <a:pt x="154686" y="92710"/>
                  </a:lnTo>
                  <a:lnTo>
                    <a:pt x="122047" y="122174"/>
                  </a:lnTo>
                  <a:lnTo>
                    <a:pt x="92455" y="154940"/>
                  </a:lnTo>
                  <a:lnTo>
                    <a:pt x="67055" y="189865"/>
                  </a:lnTo>
                  <a:lnTo>
                    <a:pt x="45719" y="226822"/>
                  </a:lnTo>
                  <a:lnTo>
                    <a:pt x="28448" y="265176"/>
                  </a:lnTo>
                  <a:lnTo>
                    <a:pt x="15239" y="304800"/>
                  </a:lnTo>
                  <a:lnTo>
                    <a:pt x="6096" y="345313"/>
                  </a:lnTo>
                  <a:lnTo>
                    <a:pt x="1015" y="386461"/>
                  </a:lnTo>
                  <a:lnTo>
                    <a:pt x="0" y="407162"/>
                  </a:lnTo>
                  <a:lnTo>
                    <a:pt x="0" y="427736"/>
                  </a:lnTo>
                  <a:lnTo>
                    <a:pt x="3048" y="469011"/>
                  </a:lnTo>
                  <a:lnTo>
                    <a:pt x="10160" y="509905"/>
                  </a:lnTo>
                  <a:lnTo>
                    <a:pt x="21336" y="550037"/>
                  </a:lnTo>
                  <a:lnTo>
                    <a:pt x="36575" y="589026"/>
                  </a:lnTo>
                  <a:lnTo>
                    <a:pt x="55879" y="626745"/>
                  </a:lnTo>
                  <a:lnTo>
                    <a:pt x="79248" y="662686"/>
                  </a:lnTo>
                  <a:lnTo>
                    <a:pt x="106806" y="696595"/>
                  </a:lnTo>
                  <a:lnTo>
                    <a:pt x="138049" y="727964"/>
                  </a:lnTo>
                  <a:lnTo>
                    <a:pt x="171958" y="755523"/>
                  </a:lnTo>
                  <a:lnTo>
                    <a:pt x="207772" y="778891"/>
                  </a:lnTo>
                  <a:lnTo>
                    <a:pt x="245363" y="798195"/>
                  </a:lnTo>
                  <a:lnTo>
                    <a:pt x="284352" y="813562"/>
                  </a:lnTo>
                  <a:lnTo>
                    <a:pt x="324485" y="824738"/>
                  </a:lnTo>
                  <a:lnTo>
                    <a:pt x="365251" y="831850"/>
                  </a:lnTo>
                  <a:lnTo>
                    <a:pt x="406400" y="834898"/>
                  </a:lnTo>
                  <a:lnTo>
                    <a:pt x="427100" y="834898"/>
                  </a:lnTo>
                  <a:lnTo>
                    <a:pt x="468249" y="831850"/>
                  </a:lnTo>
                  <a:lnTo>
                    <a:pt x="509015" y="824738"/>
                  </a:lnTo>
                  <a:lnTo>
                    <a:pt x="549148" y="813562"/>
                  </a:lnTo>
                  <a:lnTo>
                    <a:pt x="588137" y="798195"/>
                  </a:lnTo>
                  <a:lnTo>
                    <a:pt x="625728" y="778891"/>
                  </a:lnTo>
                  <a:lnTo>
                    <a:pt x="661542" y="755523"/>
                  </a:lnTo>
                  <a:lnTo>
                    <a:pt x="695451" y="727964"/>
                  </a:lnTo>
                  <a:lnTo>
                    <a:pt x="726821" y="696595"/>
                  </a:lnTo>
                  <a:lnTo>
                    <a:pt x="754252" y="662686"/>
                  </a:lnTo>
                  <a:lnTo>
                    <a:pt x="777621" y="626745"/>
                  </a:lnTo>
                  <a:lnTo>
                    <a:pt x="796925" y="589026"/>
                  </a:lnTo>
                  <a:lnTo>
                    <a:pt x="812164" y="550037"/>
                  </a:lnTo>
                  <a:lnTo>
                    <a:pt x="823340" y="509905"/>
                  </a:lnTo>
                  <a:lnTo>
                    <a:pt x="830452" y="469011"/>
                  </a:lnTo>
                  <a:lnTo>
                    <a:pt x="833501" y="427736"/>
                  </a:lnTo>
                  <a:lnTo>
                    <a:pt x="833501" y="407162"/>
                  </a:lnTo>
                  <a:lnTo>
                    <a:pt x="830452" y="365887"/>
                  </a:lnTo>
                  <a:lnTo>
                    <a:pt x="823340" y="324993"/>
                  </a:lnTo>
                  <a:lnTo>
                    <a:pt x="812164" y="284861"/>
                  </a:lnTo>
                  <a:lnTo>
                    <a:pt x="796925" y="245872"/>
                  </a:lnTo>
                  <a:lnTo>
                    <a:pt x="777621" y="208153"/>
                  </a:lnTo>
                  <a:lnTo>
                    <a:pt x="754252" y="172212"/>
                  </a:lnTo>
                  <a:lnTo>
                    <a:pt x="726821" y="138303"/>
                  </a:lnTo>
                  <a:lnTo>
                    <a:pt x="695451" y="106934"/>
                  </a:lnTo>
                  <a:lnTo>
                    <a:pt x="661542" y="79375"/>
                  </a:lnTo>
                  <a:lnTo>
                    <a:pt x="625728" y="56007"/>
                  </a:lnTo>
                  <a:lnTo>
                    <a:pt x="588137" y="36703"/>
                  </a:lnTo>
                  <a:lnTo>
                    <a:pt x="549148" y="21336"/>
                  </a:lnTo>
                  <a:lnTo>
                    <a:pt x="509015" y="10160"/>
                  </a:lnTo>
                  <a:lnTo>
                    <a:pt x="468249" y="3048"/>
                  </a:lnTo>
                  <a:lnTo>
                    <a:pt x="427100" y="0"/>
                  </a:lnTo>
                  <a:close/>
                </a:path>
              </a:pathLst>
            </a:custGeom>
            <a:solidFill>
              <a:srgbClr val="4B92B9"/>
            </a:solidFill>
          </p:spPr>
          <p:txBody>
            <a:bodyPr wrap="square" lIns="0" tIns="0" rIns="0" bIns="0" rtlCol="0"/>
            <a:lstStyle/>
            <a:p>
              <a:endParaRPr/>
            </a:p>
          </p:txBody>
        </p:sp>
        <p:pic>
          <p:nvPicPr>
            <p:cNvPr id="13" name="object 13"/>
            <p:cNvPicPr/>
            <p:nvPr/>
          </p:nvPicPr>
          <p:blipFill>
            <a:blip r:embed="rId3" cstate="print"/>
            <a:stretch>
              <a:fillRect/>
            </a:stretch>
          </p:blipFill>
          <p:spPr>
            <a:xfrm>
              <a:off x="5622036" y="4001516"/>
              <a:ext cx="225425" cy="195325"/>
            </a:xfrm>
            <a:prstGeom prst="rect">
              <a:avLst/>
            </a:prstGeom>
          </p:spPr>
        </p:pic>
        <p:pic>
          <p:nvPicPr>
            <p:cNvPr id="14" name="object 14"/>
            <p:cNvPicPr/>
            <p:nvPr/>
          </p:nvPicPr>
          <p:blipFill>
            <a:blip r:embed="rId4" cstate="print"/>
            <a:stretch>
              <a:fillRect/>
            </a:stretch>
          </p:blipFill>
          <p:spPr>
            <a:xfrm>
              <a:off x="5622036" y="3331464"/>
              <a:ext cx="225425" cy="195325"/>
            </a:xfrm>
            <a:prstGeom prst="rect">
              <a:avLst/>
            </a:prstGeom>
          </p:spPr>
        </p:pic>
      </p:grpSp>
      <p:sp>
        <p:nvSpPr>
          <p:cNvPr id="15" name="object 15"/>
          <p:cNvSpPr txBox="1"/>
          <p:nvPr/>
        </p:nvSpPr>
        <p:spPr>
          <a:xfrm>
            <a:off x="5422772" y="2982904"/>
            <a:ext cx="625475" cy="335915"/>
          </a:xfrm>
          <a:prstGeom prst="rect">
            <a:avLst/>
          </a:prstGeom>
        </p:spPr>
        <p:txBody>
          <a:bodyPr vert="horz" wrap="square" lIns="0" tIns="59690" rIns="0" bIns="0" rtlCol="0">
            <a:spAutoFit/>
          </a:bodyPr>
          <a:lstStyle/>
          <a:p>
            <a:pPr marL="22225" algn="ctr">
              <a:lnSpc>
                <a:spcPct val="100000"/>
              </a:lnSpc>
              <a:spcBef>
                <a:spcPts val="470"/>
              </a:spcBef>
              <a:tabLst>
                <a:tab pos="370840" algn="l"/>
              </a:tabLst>
            </a:pPr>
            <a:r>
              <a:rPr sz="850" u="heavy" spc="5" dirty="0">
                <a:solidFill>
                  <a:srgbClr val="5E5E5E"/>
                </a:solidFill>
                <a:uFill>
                  <a:solidFill>
                    <a:srgbClr val="BBEBFF"/>
                  </a:solidFill>
                </a:uFill>
                <a:latin typeface="Times New Roman"/>
                <a:cs typeface="Times New Roman"/>
              </a:rPr>
              <a:t> 	</a:t>
            </a:r>
            <a:endParaRPr sz="850">
              <a:latin typeface="Times New Roman"/>
              <a:cs typeface="Times New Roman"/>
            </a:endParaRPr>
          </a:p>
          <a:p>
            <a:pPr algn="ctr">
              <a:lnSpc>
                <a:spcPct val="100000"/>
              </a:lnSpc>
              <a:spcBef>
                <a:spcPts val="270"/>
              </a:spcBef>
            </a:pPr>
            <a:r>
              <a:rPr sz="650" b="1" spc="20" dirty="0">
                <a:solidFill>
                  <a:srgbClr val="5E5E5E"/>
                </a:solidFill>
                <a:latin typeface="Microsoft YaHei UI"/>
                <a:cs typeface="Microsoft YaHei UI"/>
              </a:rPr>
              <a:t>ライトユーザー</a:t>
            </a:r>
            <a:endParaRPr sz="650">
              <a:latin typeface="Microsoft YaHei UI"/>
              <a:cs typeface="Microsoft YaHei UI"/>
            </a:endParaRPr>
          </a:p>
        </p:txBody>
      </p:sp>
      <p:sp>
        <p:nvSpPr>
          <p:cNvPr id="16" name="object 16"/>
          <p:cNvSpPr txBox="1"/>
          <p:nvPr/>
        </p:nvSpPr>
        <p:spPr>
          <a:xfrm>
            <a:off x="5465826" y="3833622"/>
            <a:ext cx="537845" cy="126364"/>
          </a:xfrm>
          <a:prstGeom prst="rect">
            <a:avLst/>
          </a:prstGeom>
        </p:spPr>
        <p:txBody>
          <a:bodyPr vert="horz" wrap="square" lIns="0" tIns="13970" rIns="0" bIns="0" rtlCol="0">
            <a:spAutoFit/>
          </a:bodyPr>
          <a:lstStyle/>
          <a:p>
            <a:pPr marL="12700">
              <a:lnSpc>
                <a:spcPct val="100000"/>
              </a:lnSpc>
              <a:spcBef>
                <a:spcPts val="110"/>
              </a:spcBef>
            </a:pPr>
            <a:r>
              <a:rPr sz="650" b="1" spc="20" dirty="0">
                <a:solidFill>
                  <a:srgbClr val="FFFFFF"/>
                </a:solidFill>
                <a:latin typeface="Microsoft YaHei UI"/>
                <a:cs typeface="Microsoft YaHei UI"/>
              </a:rPr>
              <a:t>コアユーザー</a:t>
            </a:r>
            <a:endParaRPr sz="650">
              <a:latin typeface="Microsoft YaHei UI"/>
              <a:cs typeface="Microsoft YaHei UI"/>
            </a:endParaRPr>
          </a:p>
        </p:txBody>
      </p:sp>
      <p:grpSp>
        <p:nvGrpSpPr>
          <p:cNvPr id="17" name="object 17"/>
          <p:cNvGrpSpPr/>
          <p:nvPr/>
        </p:nvGrpSpPr>
        <p:grpSpPr>
          <a:xfrm>
            <a:off x="5562600" y="3252413"/>
            <a:ext cx="1106805" cy="1247775"/>
            <a:chOff x="5562600" y="3252413"/>
            <a:chExt cx="1106805" cy="1247775"/>
          </a:xfrm>
        </p:grpSpPr>
        <p:sp>
          <p:nvSpPr>
            <p:cNvPr id="18" name="object 18"/>
            <p:cNvSpPr/>
            <p:nvPr/>
          </p:nvSpPr>
          <p:spPr>
            <a:xfrm>
              <a:off x="6254495" y="3262884"/>
              <a:ext cx="403860" cy="403860"/>
            </a:xfrm>
            <a:custGeom>
              <a:avLst/>
              <a:gdLst/>
              <a:ahLst/>
              <a:cxnLst/>
              <a:rect l="l" t="t" r="r" b="b"/>
              <a:pathLst>
                <a:path w="403859" h="403860">
                  <a:moveTo>
                    <a:pt x="0" y="403859"/>
                  </a:moveTo>
                  <a:lnTo>
                    <a:pt x="3428" y="400430"/>
                  </a:lnTo>
                  <a:lnTo>
                    <a:pt x="403859" y="0"/>
                  </a:lnTo>
                </a:path>
              </a:pathLst>
            </a:custGeom>
            <a:ln w="20941">
              <a:solidFill>
                <a:srgbClr val="5E5E5E"/>
              </a:solidFill>
            </a:ln>
          </p:spPr>
          <p:txBody>
            <a:bodyPr wrap="square" lIns="0" tIns="0" rIns="0" bIns="0" rtlCol="0"/>
            <a:lstStyle/>
            <a:p>
              <a:endParaRPr/>
            </a:p>
          </p:txBody>
        </p:sp>
        <p:pic>
          <p:nvPicPr>
            <p:cNvPr id="19" name="object 19"/>
            <p:cNvPicPr/>
            <p:nvPr/>
          </p:nvPicPr>
          <p:blipFill>
            <a:blip r:embed="rId5" cstate="print"/>
            <a:stretch>
              <a:fillRect/>
            </a:stretch>
          </p:blipFill>
          <p:spPr>
            <a:xfrm>
              <a:off x="6225540" y="3657601"/>
              <a:ext cx="38100" cy="38098"/>
            </a:xfrm>
            <a:prstGeom prst="rect">
              <a:avLst/>
            </a:prstGeom>
          </p:spPr>
        </p:pic>
        <p:sp>
          <p:nvSpPr>
            <p:cNvPr id="20" name="object 20"/>
            <p:cNvSpPr/>
            <p:nvPr/>
          </p:nvSpPr>
          <p:spPr>
            <a:xfrm>
              <a:off x="6003036" y="4026408"/>
              <a:ext cx="623570" cy="463550"/>
            </a:xfrm>
            <a:custGeom>
              <a:avLst/>
              <a:gdLst/>
              <a:ahLst/>
              <a:cxnLst/>
              <a:rect l="l" t="t" r="r" b="b"/>
              <a:pathLst>
                <a:path w="623570" h="463550">
                  <a:moveTo>
                    <a:pt x="0" y="0"/>
                  </a:moveTo>
                  <a:lnTo>
                    <a:pt x="3810" y="2794"/>
                  </a:lnTo>
                  <a:lnTo>
                    <a:pt x="623062" y="463296"/>
                  </a:lnTo>
                </a:path>
              </a:pathLst>
            </a:custGeom>
            <a:ln w="20941">
              <a:solidFill>
                <a:srgbClr val="5E5E5E"/>
              </a:solidFill>
            </a:ln>
          </p:spPr>
          <p:txBody>
            <a:bodyPr wrap="square" lIns="0" tIns="0" rIns="0" bIns="0" rtlCol="0"/>
            <a:lstStyle/>
            <a:p>
              <a:endParaRPr/>
            </a:p>
          </p:txBody>
        </p:sp>
        <p:pic>
          <p:nvPicPr>
            <p:cNvPr id="21" name="object 21"/>
            <p:cNvPicPr/>
            <p:nvPr/>
          </p:nvPicPr>
          <p:blipFill>
            <a:blip r:embed="rId6" cstate="print"/>
            <a:stretch>
              <a:fillRect/>
            </a:stretch>
          </p:blipFill>
          <p:spPr>
            <a:xfrm>
              <a:off x="5972555" y="3998977"/>
              <a:ext cx="38100" cy="38098"/>
            </a:xfrm>
            <a:prstGeom prst="rect">
              <a:avLst/>
            </a:prstGeom>
          </p:spPr>
        </p:pic>
        <p:sp>
          <p:nvSpPr>
            <p:cNvPr id="22" name="object 22"/>
            <p:cNvSpPr/>
            <p:nvPr/>
          </p:nvSpPr>
          <p:spPr>
            <a:xfrm>
              <a:off x="5562600" y="3540252"/>
              <a:ext cx="342900" cy="277495"/>
            </a:xfrm>
            <a:custGeom>
              <a:avLst/>
              <a:gdLst/>
              <a:ahLst/>
              <a:cxnLst/>
              <a:rect l="l" t="t" r="r" b="b"/>
              <a:pathLst>
                <a:path w="342900" h="277495">
                  <a:moveTo>
                    <a:pt x="74167" y="0"/>
                  </a:moveTo>
                  <a:lnTo>
                    <a:pt x="73278" y="140716"/>
                  </a:lnTo>
                  <a:lnTo>
                    <a:pt x="0" y="140208"/>
                  </a:lnTo>
                  <a:lnTo>
                    <a:pt x="170434" y="277368"/>
                  </a:lnTo>
                  <a:lnTo>
                    <a:pt x="342646" y="142240"/>
                  </a:lnTo>
                  <a:lnTo>
                    <a:pt x="269366" y="141859"/>
                  </a:lnTo>
                  <a:lnTo>
                    <a:pt x="270128" y="1143"/>
                  </a:lnTo>
                  <a:lnTo>
                    <a:pt x="74167" y="0"/>
                  </a:lnTo>
                  <a:close/>
                </a:path>
              </a:pathLst>
            </a:custGeom>
            <a:solidFill>
              <a:srgbClr val="ED210C"/>
            </a:solidFill>
          </p:spPr>
          <p:txBody>
            <a:bodyPr wrap="square" lIns="0" tIns="0" rIns="0" bIns="0" rtlCol="0"/>
            <a:lstStyle/>
            <a:p>
              <a:endParaRPr/>
            </a:p>
          </p:txBody>
        </p:sp>
      </p:grpSp>
      <p:sp>
        <p:nvSpPr>
          <p:cNvPr id="23" name="object 23"/>
          <p:cNvSpPr txBox="1"/>
          <p:nvPr/>
        </p:nvSpPr>
        <p:spPr>
          <a:xfrm>
            <a:off x="5408167" y="5012207"/>
            <a:ext cx="2906395" cy="461645"/>
          </a:xfrm>
          <a:prstGeom prst="rect">
            <a:avLst/>
          </a:prstGeom>
        </p:spPr>
        <p:txBody>
          <a:bodyPr vert="horz" wrap="square" lIns="0" tIns="11430" rIns="0" bIns="0" rtlCol="0">
            <a:spAutoFit/>
          </a:bodyPr>
          <a:lstStyle/>
          <a:p>
            <a:pPr marL="12700" marR="5080" indent="196215">
              <a:lnSpc>
                <a:spcPct val="158900"/>
              </a:lnSpc>
              <a:spcBef>
                <a:spcPts val="90"/>
              </a:spcBef>
            </a:pPr>
            <a:r>
              <a:rPr sz="900" spc="70" dirty="0">
                <a:solidFill>
                  <a:srgbClr val="5E5E5E"/>
                </a:solidFill>
                <a:latin typeface="Yu Gothic"/>
                <a:cs typeface="Yu Gothic"/>
              </a:rPr>
              <a:t>友達登録のハードルが低い</a:t>
            </a:r>
            <a:r>
              <a:rPr sz="900" spc="30" dirty="0">
                <a:solidFill>
                  <a:srgbClr val="5E5E5E"/>
                </a:solidFill>
                <a:latin typeface="Yu Gothic"/>
                <a:cs typeface="Yu Gothic"/>
              </a:rPr>
              <a:t>LINE</a:t>
            </a:r>
            <a:r>
              <a:rPr sz="900" spc="70" dirty="0">
                <a:solidFill>
                  <a:srgbClr val="5E5E5E"/>
                </a:solidFill>
                <a:latin typeface="Yu Gothic"/>
                <a:cs typeface="Yu Gothic"/>
              </a:rPr>
              <a:t>を活用</a:t>
            </a:r>
            <a:r>
              <a:rPr sz="900" spc="-135" dirty="0">
                <a:solidFill>
                  <a:srgbClr val="5E5E5E"/>
                </a:solidFill>
                <a:latin typeface="Yu Gothic"/>
                <a:cs typeface="Yu Gothic"/>
              </a:rPr>
              <a:t>し</a:t>
            </a:r>
            <a:r>
              <a:rPr sz="900" spc="35" dirty="0">
                <a:solidFill>
                  <a:srgbClr val="5E5E5E"/>
                </a:solidFill>
                <a:latin typeface="Yu Gothic"/>
                <a:cs typeface="Yu Gothic"/>
              </a:rPr>
              <a:t>て</a:t>
            </a:r>
            <a:r>
              <a:rPr sz="900" spc="195" dirty="0">
                <a:solidFill>
                  <a:srgbClr val="5E5E5E"/>
                </a:solidFill>
                <a:latin typeface="Yu Gothic"/>
                <a:cs typeface="Yu Gothic"/>
              </a:rPr>
              <a:t> </a:t>
            </a:r>
            <a:r>
              <a:rPr sz="900" spc="35" dirty="0">
                <a:solidFill>
                  <a:srgbClr val="5E5E5E"/>
                </a:solidFill>
                <a:latin typeface="Yu Gothic"/>
                <a:cs typeface="Yu Gothic"/>
              </a:rPr>
              <a:t>ライ ト層を囲い込み、コ</a:t>
            </a:r>
            <a:r>
              <a:rPr sz="900" spc="10" dirty="0">
                <a:solidFill>
                  <a:srgbClr val="5E5E5E"/>
                </a:solidFill>
                <a:latin typeface="Yu Gothic"/>
                <a:cs typeface="Yu Gothic"/>
              </a:rPr>
              <a:t>ア</a:t>
            </a:r>
            <a:r>
              <a:rPr sz="900" spc="35" dirty="0">
                <a:solidFill>
                  <a:srgbClr val="5E5E5E"/>
                </a:solidFill>
                <a:latin typeface="Yu Gothic"/>
                <a:cs typeface="Yu Gothic"/>
              </a:rPr>
              <a:t>ユ</a:t>
            </a:r>
            <a:r>
              <a:rPr sz="900" spc="45" dirty="0">
                <a:solidFill>
                  <a:srgbClr val="5E5E5E"/>
                </a:solidFill>
                <a:latin typeface="Yu Gothic"/>
                <a:cs typeface="Yu Gothic"/>
              </a:rPr>
              <a:t>ー</a:t>
            </a:r>
            <a:r>
              <a:rPr sz="900" spc="35" dirty="0">
                <a:solidFill>
                  <a:srgbClr val="5E5E5E"/>
                </a:solidFill>
                <a:latin typeface="Yu Gothic"/>
                <a:cs typeface="Yu Gothic"/>
              </a:rPr>
              <a:t>ザ</a:t>
            </a:r>
            <a:r>
              <a:rPr sz="900" spc="45" dirty="0">
                <a:solidFill>
                  <a:srgbClr val="5E5E5E"/>
                </a:solidFill>
                <a:latin typeface="Yu Gothic"/>
                <a:cs typeface="Yu Gothic"/>
              </a:rPr>
              <a:t>ーへ</a:t>
            </a:r>
            <a:r>
              <a:rPr sz="900" spc="35" dirty="0">
                <a:solidFill>
                  <a:srgbClr val="5E5E5E"/>
                </a:solidFill>
                <a:latin typeface="Yu Gothic"/>
                <a:cs typeface="Yu Gothic"/>
              </a:rPr>
              <a:t>の</a:t>
            </a:r>
            <a:r>
              <a:rPr sz="900" spc="45" dirty="0">
                <a:solidFill>
                  <a:srgbClr val="5E5E5E"/>
                </a:solidFill>
                <a:latin typeface="Yu Gothic"/>
                <a:cs typeface="Yu Gothic"/>
              </a:rPr>
              <a:t>育</a:t>
            </a:r>
            <a:r>
              <a:rPr sz="900" spc="35" dirty="0">
                <a:solidFill>
                  <a:srgbClr val="5E5E5E"/>
                </a:solidFill>
                <a:latin typeface="Yu Gothic"/>
                <a:cs typeface="Yu Gothic"/>
              </a:rPr>
              <a:t>成</a:t>
            </a:r>
            <a:r>
              <a:rPr sz="900" spc="45" dirty="0">
                <a:solidFill>
                  <a:srgbClr val="5E5E5E"/>
                </a:solidFill>
                <a:latin typeface="Yu Gothic"/>
                <a:cs typeface="Yu Gothic"/>
              </a:rPr>
              <a:t>に</a:t>
            </a:r>
            <a:r>
              <a:rPr sz="900" spc="35" dirty="0">
                <a:solidFill>
                  <a:srgbClr val="5E5E5E"/>
                </a:solidFill>
                <a:latin typeface="Yu Gothic"/>
                <a:cs typeface="Yu Gothic"/>
              </a:rPr>
              <a:t>活用</a:t>
            </a:r>
            <a:endParaRPr sz="900">
              <a:latin typeface="Yu Gothic"/>
              <a:cs typeface="Yu Gothic"/>
            </a:endParaRPr>
          </a:p>
        </p:txBody>
      </p:sp>
      <p:grpSp>
        <p:nvGrpSpPr>
          <p:cNvPr id="24" name="object 24"/>
          <p:cNvGrpSpPr/>
          <p:nvPr/>
        </p:nvGrpSpPr>
        <p:grpSpPr>
          <a:xfrm>
            <a:off x="612838" y="3243072"/>
            <a:ext cx="3619500" cy="1988820"/>
            <a:chOff x="612838" y="3243072"/>
            <a:chExt cx="3619500" cy="1988820"/>
          </a:xfrm>
        </p:grpSpPr>
        <p:sp>
          <p:nvSpPr>
            <p:cNvPr id="25" name="object 25"/>
            <p:cNvSpPr/>
            <p:nvPr/>
          </p:nvSpPr>
          <p:spPr>
            <a:xfrm>
              <a:off x="784860" y="3243071"/>
              <a:ext cx="3304540" cy="1984375"/>
            </a:xfrm>
            <a:custGeom>
              <a:avLst/>
              <a:gdLst/>
              <a:ahLst/>
              <a:cxnLst/>
              <a:rect l="l" t="t" r="r" b="b"/>
              <a:pathLst>
                <a:path w="3304540" h="1984375">
                  <a:moveTo>
                    <a:pt x="476288" y="1302550"/>
                  </a:moveTo>
                  <a:lnTo>
                    <a:pt x="0" y="1302550"/>
                  </a:lnTo>
                  <a:lnTo>
                    <a:pt x="0" y="1984006"/>
                  </a:lnTo>
                  <a:lnTo>
                    <a:pt x="476288" y="1984006"/>
                  </a:lnTo>
                  <a:lnTo>
                    <a:pt x="476288" y="1302550"/>
                  </a:lnTo>
                  <a:close/>
                </a:path>
                <a:path w="3304540" h="1984375">
                  <a:moveTo>
                    <a:pt x="1183170" y="895997"/>
                  </a:moveTo>
                  <a:lnTo>
                    <a:pt x="706882" y="895997"/>
                  </a:lnTo>
                  <a:lnTo>
                    <a:pt x="706882" y="1984006"/>
                  </a:lnTo>
                  <a:lnTo>
                    <a:pt x="1183170" y="1984006"/>
                  </a:lnTo>
                  <a:lnTo>
                    <a:pt x="1183170" y="895997"/>
                  </a:lnTo>
                  <a:close/>
                </a:path>
                <a:path w="3304540" h="1984375">
                  <a:moveTo>
                    <a:pt x="1890166" y="512330"/>
                  </a:moveTo>
                  <a:lnTo>
                    <a:pt x="1413891" y="512330"/>
                  </a:lnTo>
                  <a:lnTo>
                    <a:pt x="1413891" y="1984006"/>
                  </a:lnTo>
                  <a:lnTo>
                    <a:pt x="1890166" y="1984006"/>
                  </a:lnTo>
                  <a:lnTo>
                    <a:pt x="1890166" y="512330"/>
                  </a:lnTo>
                  <a:close/>
                </a:path>
                <a:path w="3304540" h="1984375">
                  <a:moveTo>
                    <a:pt x="2597061" y="288925"/>
                  </a:moveTo>
                  <a:lnTo>
                    <a:pt x="2120773" y="288925"/>
                  </a:lnTo>
                  <a:lnTo>
                    <a:pt x="2120773" y="1984006"/>
                  </a:lnTo>
                  <a:lnTo>
                    <a:pt x="2597061" y="1984006"/>
                  </a:lnTo>
                  <a:lnTo>
                    <a:pt x="2597061" y="288925"/>
                  </a:lnTo>
                  <a:close/>
                </a:path>
                <a:path w="3304540" h="1984375">
                  <a:moveTo>
                    <a:pt x="3303943" y="0"/>
                  </a:moveTo>
                  <a:lnTo>
                    <a:pt x="2827655" y="0"/>
                  </a:lnTo>
                  <a:lnTo>
                    <a:pt x="2827655" y="1984006"/>
                  </a:lnTo>
                  <a:lnTo>
                    <a:pt x="3303943" y="1984006"/>
                  </a:lnTo>
                  <a:lnTo>
                    <a:pt x="3303943" y="0"/>
                  </a:lnTo>
                  <a:close/>
                </a:path>
              </a:pathLst>
            </a:custGeom>
            <a:solidFill>
              <a:srgbClr val="00B800"/>
            </a:solidFill>
          </p:spPr>
          <p:txBody>
            <a:bodyPr wrap="square" lIns="0" tIns="0" rIns="0" bIns="0" rtlCol="0"/>
            <a:lstStyle/>
            <a:p>
              <a:endParaRPr/>
            </a:p>
          </p:txBody>
        </p:sp>
        <p:sp>
          <p:nvSpPr>
            <p:cNvPr id="26" name="object 26"/>
            <p:cNvSpPr/>
            <p:nvPr/>
          </p:nvSpPr>
          <p:spPr>
            <a:xfrm>
              <a:off x="623316" y="5221223"/>
              <a:ext cx="3598545" cy="0"/>
            </a:xfrm>
            <a:custGeom>
              <a:avLst/>
              <a:gdLst/>
              <a:ahLst/>
              <a:cxnLst/>
              <a:rect l="l" t="t" r="r" b="b"/>
              <a:pathLst>
                <a:path w="3598545">
                  <a:moveTo>
                    <a:pt x="0" y="0"/>
                  </a:moveTo>
                  <a:lnTo>
                    <a:pt x="3598164" y="0"/>
                  </a:lnTo>
                </a:path>
              </a:pathLst>
            </a:custGeom>
            <a:ln w="20941">
              <a:solidFill>
                <a:srgbClr val="000000"/>
              </a:solidFill>
            </a:ln>
          </p:spPr>
          <p:txBody>
            <a:bodyPr wrap="square" lIns="0" tIns="0" rIns="0" bIns="0" rtlCol="0"/>
            <a:lstStyle/>
            <a:p>
              <a:endParaRPr/>
            </a:p>
          </p:txBody>
        </p:sp>
      </p:grpSp>
      <p:sp>
        <p:nvSpPr>
          <p:cNvPr id="27" name="object 27"/>
          <p:cNvSpPr txBox="1"/>
          <p:nvPr/>
        </p:nvSpPr>
        <p:spPr>
          <a:xfrm>
            <a:off x="659688" y="5283784"/>
            <a:ext cx="1242695" cy="378460"/>
          </a:xfrm>
          <a:prstGeom prst="rect">
            <a:avLst/>
          </a:prstGeom>
        </p:spPr>
        <p:txBody>
          <a:bodyPr vert="horz" wrap="square" lIns="0" tIns="14604" rIns="0" bIns="0" rtlCol="0">
            <a:spAutoFit/>
          </a:bodyPr>
          <a:lstStyle/>
          <a:p>
            <a:pPr marL="184785">
              <a:lnSpc>
                <a:spcPct val="100000"/>
              </a:lnSpc>
              <a:spcBef>
                <a:spcPts val="114"/>
              </a:spcBef>
              <a:tabLst>
                <a:tab pos="875030" algn="l"/>
              </a:tabLst>
            </a:pPr>
            <a:r>
              <a:rPr sz="800" spc="45" dirty="0">
                <a:solidFill>
                  <a:srgbClr val="5E5E5E"/>
                </a:solidFill>
                <a:latin typeface="Yu Gothic"/>
                <a:cs typeface="Yu Gothic"/>
              </a:rPr>
              <a:t>2016</a:t>
            </a:r>
            <a:r>
              <a:rPr sz="800" spc="15" dirty="0">
                <a:solidFill>
                  <a:srgbClr val="5E5E5E"/>
                </a:solidFill>
                <a:latin typeface="Yu Gothic"/>
                <a:cs typeface="Yu Gothic"/>
              </a:rPr>
              <a:t>年</a:t>
            </a:r>
            <a:r>
              <a:rPr sz="800" dirty="0">
                <a:solidFill>
                  <a:srgbClr val="5E5E5E"/>
                </a:solidFill>
                <a:latin typeface="Yu Gothic"/>
                <a:cs typeface="Yu Gothic"/>
              </a:rPr>
              <a:t>	</a:t>
            </a:r>
            <a:r>
              <a:rPr sz="800" spc="45" dirty="0">
                <a:solidFill>
                  <a:srgbClr val="5E5E5E"/>
                </a:solidFill>
                <a:latin typeface="Yu Gothic"/>
                <a:cs typeface="Yu Gothic"/>
              </a:rPr>
              <a:t>201</a:t>
            </a:r>
            <a:r>
              <a:rPr sz="800" spc="40" dirty="0">
                <a:solidFill>
                  <a:srgbClr val="5E5E5E"/>
                </a:solidFill>
                <a:latin typeface="Yu Gothic"/>
                <a:cs typeface="Yu Gothic"/>
              </a:rPr>
              <a:t>7</a:t>
            </a:r>
            <a:r>
              <a:rPr sz="800" spc="15" dirty="0">
                <a:solidFill>
                  <a:srgbClr val="5E5E5E"/>
                </a:solidFill>
                <a:latin typeface="Yu Gothic"/>
                <a:cs typeface="Yu Gothic"/>
              </a:rPr>
              <a:t>年</a:t>
            </a:r>
            <a:endParaRPr sz="800">
              <a:latin typeface="Yu Gothic"/>
              <a:cs typeface="Yu Gothic"/>
            </a:endParaRPr>
          </a:p>
          <a:p>
            <a:pPr>
              <a:lnSpc>
                <a:spcPct val="100000"/>
              </a:lnSpc>
              <a:spcBef>
                <a:spcPts val="5"/>
              </a:spcBef>
            </a:pPr>
            <a:endParaRPr sz="600">
              <a:latin typeface="Yu Gothic"/>
              <a:cs typeface="Yu Gothic"/>
            </a:endParaRPr>
          </a:p>
          <a:p>
            <a:pPr marL="12700">
              <a:lnSpc>
                <a:spcPct val="100000"/>
              </a:lnSpc>
              <a:spcBef>
                <a:spcPts val="5"/>
              </a:spcBef>
            </a:pPr>
            <a:r>
              <a:rPr sz="550" b="1" spc="10" dirty="0">
                <a:solidFill>
                  <a:srgbClr val="5E5E5E"/>
                </a:solidFill>
                <a:latin typeface="Microsoft YaHei UI"/>
                <a:cs typeface="Microsoft YaHei UI"/>
              </a:rPr>
              <a:t>参照元：</a:t>
            </a:r>
            <a:r>
              <a:rPr sz="550" b="1" spc="5" dirty="0">
                <a:solidFill>
                  <a:srgbClr val="5E5E5E"/>
                </a:solidFill>
                <a:latin typeface="Microsoft YaHei UI"/>
                <a:cs typeface="Microsoft YaHei UI"/>
              </a:rPr>
              <a:t>LI</a:t>
            </a:r>
            <a:r>
              <a:rPr sz="550" b="1" spc="10" dirty="0">
                <a:solidFill>
                  <a:srgbClr val="5E5E5E"/>
                </a:solidFill>
                <a:latin typeface="Microsoft YaHei UI"/>
                <a:cs typeface="Microsoft YaHei UI"/>
              </a:rPr>
              <a:t>N</a:t>
            </a:r>
            <a:r>
              <a:rPr sz="550" b="1" spc="5" dirty="0">
                <a:solidFill>
                  <a:srgbClr val="5E5E5E"/>
                </a:solidFill>
                <a:latin typeface="Microsoft YaHei UI"/>
                <a:cs typeface="Microsoft YaHei UI"/>
              </a:rPr>
              <a:t>E</a:t>
            </a:r>
            <a:r>
              <a:rPr sz="550" b="1" spc="10" dirty="0">
                <a:solidFill>
                  <a:srgbClr val="5E5E5E"/>
                </a:solidFill>
                <a:latin typeface="Microsoft YaHei UI"/>
                <a:cs typeface="Microsoft YaHei UI"/>
              </a:rPr>
              <a:t>社決算資料より作成</a:t>
            </a:r>
            <a:endParaRPr sz="550">
              <a:latin typeface="Microsoft YaHei UI"/>
              <a:cs typeface="Microsoft YaHei UI"/>
            </a:endParaRPr>
          </a:p>
        </p:txBody>
      </p:sp>
      <p:sp>
        <p:nvSpPr>
          <p:cNvPr id="28" name="object 28"/>
          <p:cNvSpPr txBox="1"/>
          <p:nvPr/>
        </p:nvSpPr>
        <p:spPr>
          <a:xfrm>
            <a:off x="2232405" y="5283784"/>
            <a:ext cx="379730" cy="150495"/>
          </a:xfrm>
          <a:prstGeom prst="rect">
            <a:avLst/>
          </a:prstGeom>
        </p:spPr>
        <p:txBody>
          <a:bodyPr vert="horz" wrap="square" lIns="0" tIns="14604" rIns="0" bIns="0" rtlCol="0">
            <a:spAutoFit/>
          </a:bodyPr>
          <a:lstStyle/>
          <a:p>
            <a:pPr marL="12700">
              <a:lnSpc>
                <a:spcPct val="100000"/>
              </a:lnSpc>
              <a:spcBef>
                <a:spcPts val="114"/>
              </a:spcBef>
            </a:pPr>
            <a:r>
              <a:rPr sz="800" spc="45" dirty="0">
                <a:solidFill>
                  <a:srgbClr val="5E5E5E"/>
                </a:solidFill>
                <a:latin typeface="Yu Gothic"/>
                <a:cs typeface="Yu Gothic"/>
              </a:rPr>
              <a:t>2018</a:t>
            </a:r>
            <a:r>
              <a:rPr sz="800" spc="15" dirty="0">
                <a:solidFill>
                  <a:srgbClr val="5E5E5E"/>
                </a:solidFill>
                <a:latin typeface="Yu Gothic"/>
                <a:cs typeface="Yu Gothic"/>
              </a:rPr>
              <a:t>年</a:t>
            </a:r>
            <a:endParaRPr sz="800">
              <a:latin typeface="Yu Gothic"/>
              <a:cs typeface="Yu Gothic"/>
            </a:endParaRPr>
          </a:p>
        </p:txBody>
      </p:sp>
      <p:sp>
        <p:nvSpPr>
          <p:cNvPr id="29" name="object 29"/>
          <p:cNvSpPr txBox="1"/>
          <p:nvPr/>
        </p:nvSpPr>
        <p:spPr>
          <a:xfrm>
            <a:off x="2942589" y="5283784"/>
            <a:ext cx="379730" cy="150495"/>
          </a:xfrm>
          <a:prstGeom prst="rect">
            <a:avLst/>
          </a:prstGeom>
        </p:spPr>
        <p:txBody>
          <a:bodyPr vert="horz" wrap="square" lIns="0" tIns="14604" rIns="0" bIns="0" rtlCol="0">
            <a:spAutoFit/>
          </a:bodyPr>
          <a:lstStyle/>
          <a:p>
            <a:pPr marL="12700">
              <a:lnSpc>
                <a:spcPct val="100000"/>
              </a:lnSpc>
              <a:spcBef>
                <a:spcPts val="114"/>
              </a:spcBef>
            </a:pPr>
            <a:r>
              <a:rPr sz="800" spc="45" dirty="0">
                <a:solidFill>
                  <a:srgbClr val="5E5E5E"/>
                </a:solidFill>
                <a:latin typeface="Yu Gothic"/>
                <a:cs typeface="Yu Gothic"/>
              </a:rPr>
              <a:t>2019</a:t>
            </a:r>
            <a:r>
              <a:rPr sz="800" spc="15" dirty="0">
                <a:solidFill>
                  <a:srgbClr val="5E5E5E"/>
                </a:solidFill>
                <a:latin typeface="Yu Gothic"/>
                <a:cs typeface="Yu Gothic"/>
              </a:rPr>
              <a:t>年</a:t>
            </a:r>
            <a:endParaRPr sz="800">
              <a:latin typeface="Yu Gothic"/>
              <a:cs typeface="Yu Gothic"/>
            </a:endParaRPr>
          </a:p>
        </p:txBody>
      </p:sp>
      <p:sp>
        <p:nvSpPr>
          <p:cNvPr id="30" name="object 30"/>
          <p:cNvSpPr txBox="1"/>
          <p:nvPr/>
        </p:nvSpPr>
        <p:spPr>
          <a:xfrm>
            <a:off x="3660140" y="5283784"/>
            <a:ext cx="379730" cy="150495"/>
          </a:xfrm>
          <a:prstGeom prst="rect">
            <a:avLst/>
          </a:prstGeom>
        </p:spPr>
        <p:txBody>
          <a:bodyPr vert="horz" wrap="square" lIns="0" tIns="14604" rIns="0" bIns="0" rtlCol="0">
            <a:spAutoFit/>
          </a:bodyPr>
          <a:lstStyle/>
          <a:p>
            <a:pPr marL="12700">
              <a:lnSpc>
                <a:spcPct val="100000"/>
              </a:lnSpc>
              <a:spcBef>
                <a:spcPts val="114"/>
              </a:spcBef>
            </a:pPr>
            <a:r>
              <a:rPr sz="800" spc="45" dirty="0">
                <a:solidFill>
                  <a:srgbClr val="5E5E5E"/>
                </a:solidFill>
                <a:latin typeface="Yu Gothic"/>
                <a:cs typeface="Yu Gothic"/>
              </a:rPr>
              <a:t>2020</a:t>
            </a:r>
            <a:r>
              <a:rPr sz="800" spc="15" dirty="0">
                <a:solidFill>
                  <a:srgbClr val="5E5E5E"/>
                </a:solidFill>
                <a:latin typeface="Yu Gothic"/>
                <a:cs typeface="Yu Gothic"/>
              </a:rPr>
              <a:t>年</a:t>
            </a:r>
            <a:endParaRPr sz="800">
              <a:latin typeface="Yu Gothic"/>
              <a:cs typeface="Yu Gothic"/>
            </a:endParaRPr>
          </a:p>
        </p:txBody>
      </p:sp>
      <p:sp>
        <p:nvSpPr>
          <p:cNvPr id="31" name="object 31"/>
          <p:cNvSpPr txBox="1"/>
          <p:nvPr/>
        </p:nvSpPr>
        <p:spPr>
          <a:xfrm>
            <a:off x="784859" y="4583429"/>
            <a:ext cx="476884" cy="149860"/>
          </a:xfrm>
          <a:prstGeom prst="rect">
            <a:avLst/>
          </a:prstGeom>
        </p:spPr>
        <p:txBody>
          <a:bodyPr vert="horz" wrap="square" lIns="0" tIns="14604" rIns="0" bIns="0" rtlCol="0">
            <a:spAutoFit/>
          </a:bodyPr>
          <a:lstStyle/>
          <a:p>
            <a:pPr marL="139700">
              <a:lnSpc>
                <a:spcPct val="100000"/>
              </a:lnSpc>
              <a:spcBef>
                <a:spcPts val="114"/>
              </a:spcBef>
            </a:pPr>
            <a:r>
              <a:rPr sz="800" spc="65" dirty="0">
                <a:solidFill>
                  <a:srgbClr val="FFFFFF"/>
                </a:solidFill>
                <a:latin typeface="Yu Gothic"/>
                <a:cs typeface="Yu Gothic"/>
              </a:rPr>
              <a:t>459</a:t>
            </a:r>
            <a:endParaRPr sz="800">
              <a:latin typeface="Yu Gothic"/>
              <a:cs typeface="Yu Gothic"/>
            </a:endParaRPr>
          </a:p>
        </p:txBody>
      </p:sp>
      <p:sp>
        <p:nvSpPr>
          <p:cNvPr id="32" name="object 32"/>
          <p:cNvSpPr txBox="1"/>
          <p:nvPr/>
        </p:nvSpPr>
        <p:spPr>
          <a:xfrm>
            <a:off x="1491741" y="4208779"/>
            <a:ext cx="476884" cy="149860"/>
          </a:xfrm>
          <a:prstGeom prst="rect">
            <a:avLst/>
          </a:prstGeom>
        </p:spPr>
        <p:txBody>
          <a:bodyPr vert="horz" wrap="square" lIns="0" tIns="14604" rIns="0" bIns="0" rtlCol="0">
            <a:spAutoFit/>
          </a:bodyPr>
          <a:lstStyle/>
          <a:p>
            <a:pPr marL="127635">
              <a:lnSpc>
                <a:spcPct val="100000"/>
              </a:lnSpc>
              <a:spcBef>
                <a:spcPts val="114"/>
              </a:spcBef>
            </a:pPr>
            <a:r>
              <a:rPr sz="800" spc="65" dirty="0">
                <a:solidFill>
                  <a:srgbClr val="FFFFFF"/>
                </a:solidFill>
                <a:latin typeface="Yu Gothic"/>
                <a:cs typeface="Yu Gothic"/>
              </a:rPr>
              <a:t>736</a:t>
            </a:r>
            <a:endParaRPr sz="800">
              <a:latin typeface="Yu Gothic"/>
              <a:cs typeface="Yu Gothic"/>
            </a:endParaRPr>
          </a:p>
        </p:txBody>
      </p:sp>
      <p:sp>
        <p:nvSpPr>
          <p:cNvPr id="33" name="object 33"/>
          <p:cNvSpPr txBox="1"/>
          <p:nvPr/>
        </p:nvSpPr>
        <p:spPr>
          <a:xfrm>
            <a:off x="2198751" y="3801872"/>
            <a:ext cx="476884" cy="149860"/>
          </a:xfrm>
          <a:prstGeom prst="rect">
            <a:avLst/>
          </a:prstGeom>
        </p:spPr>
        <p:txBody>
          <a:bodyPr vert="horz" wrap="square" lIns="0" tIns="14604" rIns="0" bIns="0" rtlCol="0">
            <a:spAutoFit/>
          </a:bodyPr>
          <a:lstStyle/>
          <a:p>
            <a:pPr marL="128905">
              <a:lnSpc>
                <a:spcPct val="100000"/>
              </a:lnSpc>
              <a:spcBef>
                <a:spcPts val="114"/>
              </a:spcBef>
            </a:pPr>
            <a:r>
              <a:rPr sz="800" spc="65" dirty="0">
                <a:solidFill>
                  <a:srgbClr val="FFFFFF"/>
                </a:solidFill>
                <a:latin typeface="Yu Gothic"/>
                <a:cs typeface="Yu Gothic"/>
              </a:rPr>
              <a:t>993</a:t>
            </a:r>
            <a:endParaRPr sz="800">
              <a:latin typeface="Yu Gothic"/>
              <a:cs typeface="Yu Gothic"/>
            </a:endParaRPr>
          </a:p>
        </p:txBody>
      </p:sp>
      <p:sp>
        <p:nvSpPr>
          <p:cNvPr id="34" name="object 34"/>
          <p:cNvSpPr txBox="1"/>
          <p:nvPr/>
        </p:nvSpPr>
        <p:spPr>
          <a:xfrm>
            <a:off x="2905632" y="3582416"/>
            <a:ext cx="476884" cy="149860"/>
          </a:xfrm>
          <a:prstGeom prst="rect">
            <a:avLst/>
          </a:prstGeom>
        </p:spPr>
        <p:txBody>
          <a:bodyPr vert="horz" wrap="square" lIns="0" tIns="14604" rIns="0" bIns="0" rtlCol="0">
            <a:spAutoFit/>
          </a:bodyPr>
          <a:lstStyle/>
          <a:p>
            <a:pPr marL="104775">
              <a:lnSpc>
                <a:spcPct val="100000"/>
              </a:lnSpc>
              <a:spcBef>
                <a:spcPts val="114"/>
              </a:spcBef>
            </a:pPr>
            <a:r>
              <a:rPr sz="800" spc="40" dirty="0">
                <a:solidFill>
                  <a:srgbClr val="FFFFFF"/>
                </a:solidFill>
                <a:latin typeface="Yu Gothic"/>
                <a:cs typeface="Yu Gothic"/>
              </a:rPr>
              <a:t>1,146</a:t>
            </a:r>
            <a:endParaRPr sz="800">
              <a:latin typeface="Yu Gothic"/>
              <a:cs typeface="Yu Gothic"/>
            </a:endParaRPr>
          </a:p>
        </p:txBody>
      </p:sp>
      <p:sp>
        <p:nvSpPr>
          <p:cNvPr id="35" name="object 35"/>
          <p:cNvSpPr txBox="1"/>
          <p:nvPr/>
        </p:nvSpPr>
        <p:spPr>
          <a:xfrm>
            <a:off x="3612515" y="3238880"/>
            <a:ext cx="476884" cy="149860"/>
          </a:xfrm>
          <a:prstGeom prst="rect">
            <a:avLst/>
          </a:prstGeom>
        </p:spPr>
        <p:txBody>
          <a:bodyPr vert="horz" wrap="square" lIns="0" tIns="14604" rIns="0" bIns="0" rtlCol="0">
            <a:spAutoFit/>
          </a:bodyPr>
          <a:lstStyle/>
          <a:p>
            <a:pPr marL="92710">
              <a:lnSpc>
                <a:spcPct val="100000"/>
              </a:lnSpc>
              <a:spcBef>
                <a:spcPts val="114"/>
              </a:spcBef>
            </a:pPr>
            <a:r>
              <a:rPr sz="800" spc="40" dirty="0">
                <a:solidFill>
                  <a:srgbClr val="FFFFFF"/>
                </a:solidFill>
                <a:latin typeface="Yu Gothic"/>
                <a:cs typeface="Yu Gothic"/>
              </a:rPr>
              <a:t>1,339</a:t>
            </a:r>
            <a:endParaRPr sz="800">
              <a:latin typeface="Yu Gothic"/>
              <a:cs typeface="Yu Gothic"/>
            </a:endParaRPr>
          </a:p>
        </p:txBody>
      </p:sp>
      <p:grpSp>
        <p:nvGrpSpPr>
          <p:cNvPr id="36" name="object 36"/>
          <p:cNvGrpSpPr/>
          <p:nvPr/>
        </p:nvGrpSpPr>
        <p:grpSpPr>
          <a:xfrm>
            <a:off x="1097477" y="2932373"/>
            <a:ext cx="2679065" cy="1870075"/>
            <a:chOff x="1097477" y="2932373"/>
            <a:chExt cx="2679065" cy="1870075"/>
          </a:xfrm>
        </p:grpSpPr>
        <p:sp>
          <p:nvSpPr>
            <p:cNvPr id="37" name="object 37"/>
            <p:cNvSpPr/>
            <p:nvPr/>
          </p:nvSpPr>
          <p:spPr>
            <a:xfrm>
              <a:off x="1242822" y="3533394"/>
              <a:ext cx="2451100" cy="1226820"/>
            </a:xfrm>
            <a:custGeom>
              <a:avLst/>
              <a:gdLst/>
              <a:ahLst/>
              <a:cxnLst/>
              <a:rect l="l" t="t" r="r" b="b"/>
              <a:pathLst>
                <a:path w="2451100" h="1226820">
                  <a:moveTo>
                    <a:pt x="0" y="1226565"/>
                  </a:moveTo>
                  <a:lnTo>
                    <a:pt x="26504" y="1221739"/>
                  </a:lnTo>
                  <a:lnTo>
                    <a:pt x="52959" y="1216659"/>
                  </a:lnTo>
                  <a:lnTo>
                    <a:pt x="79247" y="1211706"/>
                  </a:lnTo>
                  <a:lnTo>
                    <a:pt x="131444" y="1201292"/>
                  </a:lnTo>
                  <a:lnTo>
                    <a:pt x="183261" y="1190497"/>
                  </a:lnTo>
                  <a:lnTo>
                    <a:pt x="234696" y="1179448"/>
                  </a:lnTo>
                  <a:lnTo>
                    <a:pt x="285750" y="1168145"/>
                  </a:lnTo>
                  <a:lnTo>
                    <a:pt x="336169" y="1156334"/>
                  </a:lnTo>
                  <a:lnTo>
                    <a:pt x="361315" y="1150365"/>
                  </a:lnTo>
                  <a:lnTo>
                    <a:pt x="411226" y="1138173"/>
                  </a:lnTo>
                  <a:lnTo>
                    <a:pt x="460755" y="1125600"/>
                  </a:lnTo>
                  <a:lnTo>
                    <a:pt x="509778" y="1112773"/>
                  </a:lnTo>
                  <a:lnTo>
                    <a:pt x="558291" y="1099438"/>
                  </a:lnTo>
                  <a:lnTo>
                    <a:pt x="582422" y="1092707"/>
                  </a:lnTo>
                  <a:lnTo>
                    <a:pt x="606552" y="1085976"/>
                  </a:lnTo>
                  <a:lnTo>
                    <a:pt x="630428" y="1078991"/>
                  </a:lnTo>
                  <a:lnTo>
                    <a:pt x="654177" y="1072006"/>
                  </a:lnTo>
                  <a:lnTo>
                    <a:pt x="677926" y="1065021"/>
                  </a:lnTo>
                  <a:lnTo>
                    <a:pt x="725042" y="1050670"/>
                  </a:lnTo>
                  <a:lnTo>
                    <a:pt x="771652" y="1035938"/>
                  </a:lnTo>
                  <a:lnTo>
                    <a:pt x="817879" y="1020825"/>
                  </a:lnTo>
                  <a:lnTo>
                    <a:pt x="840866" y="1013205"/>
                  </a:lnTo>
                  <a:lnTo>
                    <a:pt x="863727" y="1005458"/>
                  </a:lnTo>
                  <a:lnTo>
                    <a:pt x="886460" y="997711"/>
                  </a:lnTo>
                  <a:lnTo>
                    <a:pt x="909066" y="989710"/>
                  </a:lnTo>
                  <a:lnTo>
                    <a:pt x="931545" y="981836"/>
                  </a:lnTo>
                  <a:lnTo>
                    <a:pt x="976248" y="965580"/>
                  </a:lnTo>
                  <a:lnTo>
                    <a:pt x="1020572" y="949070"/>
                  </a:lnTo>
                  <a:lnTo>
                    <a:pt x="1064386" y="932179"/>
                  </a:lnTo>
                  <a:lnTo>
                    <a:pt x="1107821" y="914907"/>
                  </a:lnTo>
                  <a:lnTo>
                    <a:pt x="1129411" y="906271"/>
                  </a:lnTo>
                  <a:lnTo>
                    <a:pt x="1172210" y="888491"/>
                  </a:lnTo>
                  <a:lnTo>
                    <a:pt x="1214501" y="870457"/>
                  </a:lnTo>
                  <a:lnTo>
                    <a:pt x="1256411" y="852042"/>
                  </a:lnTo>
                  <a:lnTo>
                    <a:pt x="1277239" y="842771"/>
                  </a:lnTo>
                  <a:lnTo>
                    <a:pt x="1318514" y="823848"/>
                  </a:lnTo>
                  <a:lnTo>
                    <a:pt x="1359280" y="804671"/>
                  </a:lnTo>
                  <a:lnTo>
                    <a:pt x="1399794" y="785113"/>
                  </a:lnTo>
                  <a:lnTo>
                    <a:pt x="1419733" y="775207"/>
                  </a:lnTo>
                  <a:lnTo>
                    <a:pt x="1439672" y="765301"/>
                  </a:lnTo>
                  <a:lnTo>
                    <a:pt x="1479296" y="745108"/>
                  </a:lnTo>
                  <a:lnTo>
                    <a:pt x="1518411" y="724534"/>
                  </a:lnTo>
                  <a:lnTo>
                    <a:pt x="1537716" y="714120"/>
                  </a:lnTo>
                  <a:lnTo>
                    <a:pt x="1557020" y="703706"/>
                  </a:lnTo>
                  <a:lnTo>
                    <a:pt x="1576197" y="693165"/>
                  </a:lnTo>
                  <a:lnTo>
                    <a:pt x="1595247" y="682497"/>
                  </a:lnTo>
                  <a:lnTo>
                    <a:pt x="1614297" y="671702"/>
                  </a:lnTo>
                  <a:lnTo>
                    <a:pt x="1633092" y="660907"/>
                  </a:lnTo>
                  <a:lnTo>
                    <a:pt x="1651889" y="650112"/>
                  </a:lnTo>
                  <a:lnTo>
                    <a:pt x="1670430" y="639063"/>
                  </a:lnTo>
                  <a:lnTo>
                    <a:pt x="1688973" y="628014"/>
                  </a:lnTo>
                  <a:lnTo>
                    <a:pt x="1707388" y="616838"/>
                  </a:lnTo>
                  <a:lnTo>
                    <a:pt x="1725676" y="605662"/>
                  </a:lnTo>
                  <a:lnTo>
                    <a:pt x="1743964" y="594359"/>
                  </a:lnTo>
                  <a:lnTo>
                    <a:pt x="1761998" y="582929"/>
                  </a:lnTo>
                  <a:lnTo>
                    <a:pt x="1780032" y="571499"/>
                  </a:lnTo>
                  <a:lnTo>
                    <a:pt x="1815719" y="548258"/>
                  </a:lnTo>
                  <a:lnTo>
                    <a:pt x="1850898" y="524763"/>
                  </a:lnTo>
                  <a:lnTo>
                    <a:pt x="1885696" y="500887"/>
                  </a:lnTo>
                  <a:lnTo>
                    <a:pt x="1920113" y="476757"/>
                  </a:lnTo>
                  <a:lnTo>
                    <a:pt x="1937130" y="464438"/>
                  </a:lnTo>
                  <a:lnTo>
                    <a:pt x="1954022" y="452246"/>
                  </a:lnTo>
                  <a:lnTo>
                    <a:pt x="1970786" y="439800"/>
                  </a:lnTo>
                  <a:lnTo>
                    <a:pt x="1987550" y="427354"/>
                  </a:lnTo>
                  <a:lnTo>
                    <a:pt x="2004060" y="414781"/>
                  </a:lnTo>
                  <a:lnTo>
                    <a:pt x="2020569" y="402208"/>
                  </a:lnTo>
                  <a:lnTo>
                    <a:pt x="2036952" y="389381"/>
                  </a:lnTo>
                  <a:lnTo>
                    <a:pt x="2053208" y="376681"/>
                  </a:lnTo>
                  <a:lnTo>
                    <a:pt x="2069338" y="363727"/>
                  </a:lnTo>
                  <a:lnTo>
                    <a:pt x="2085466" y="350773"/>
                  </a:lnTo>
                  <a:lnTo>
                    <a:pt x="2101341" y="337692"/>
                  </a:lnTo>
                  <a:lnTo>
                    <a:pt x="2117216" y="324611"/>
                  </a:lnTo>
                  <a:lnTo>
                    <a:pt x="2132965" y="311403"/>
                  </a:lnTo>
                  <a:lnTo>
                    <a:pt x="2148458" y="298068"/>
                  </a:lnTo>
                  <a:lnTo>
                    <a:pt x="2164079" y="284733"/>
                  </a:lnTo>
                  <a:lnTo>
                    <a:pt x="2179447" y="271144"/>
                  </a:lnTo>
                  <a:lnTo>
                    <a:pt x="2194687" y="257682"/>
                  </a:lnTo>
                  <a:lnTo>
                    <a:pt x="2209927" y="243966"/>
                  </a:lnTo>
                  <a:lnTo>
                    <a:pt x="2225040" y="230250"/>
                  </a:lnTo>
                  <a:lnTo>
                    <a:pt x="2239899" y="216534"/>
                  </a:lnTo>
                  <a:lnTo>
                    <a:pt x="2254757" y="202564"/>
                  </a:lnTo>
                  <a:lnTo>
                    <a:pt x="2269616" y="188594"/>
                  </a:lnTo>
                  <a:lnTo>
                    <a:pt x="2298700" y="160527"/>
                  </a:lnTo>
                  <a:lnTo>
                    <a:pt x="2327529" y="131952"/>
                  </a:lnTo>
                  <a:lnTo>
                    <a:pt x="2355850" y="103123"/>
                  </a:lnTo>
                  <a:lnTo>
                    <a:pt x="2383663" y="73913"/>
                  </a:lnTo>
                  <a:lnTo>
                    <a:pt x="2411222" y="44450"/>
                  </a:lnTo>
                  <a:lnTo>
                    <a:pt x="2438145" y="14604"/>
                  </a:lnTo>
                  <a:lnTo>
                    <a:pt x="2450591" y="0"/>
                  </a:lnTo>
                </a:path>
              </a:pathLst>
            </a:custGeom>
            <a:ln w="83766">
              <a:solidFill>
                <a:srgbClr val="ED210C"/>
              </a:solidFill>
            </a:ln>
          </p:spPr>
          <p:txBody>
            <a:bodyPr wrap="square" lIns="0" tIns="0" rIns="0" bIns="0" rtlCol="0"/>
            <a:lstStyle/>
            <a:p>
              <a:endParaRPr/>
            </a:p>
          </p:txBody>
        </p:sp>
        <p:sp>
          <p:nvSpPr>
            <p:cNvPr id="38" name="object 38"/>
            <p:cNvSpPr/>
            <p:nvPr/>
          </p:nvSpPr>
          <p:spPr>
            <a:xfrm>
              <a:off x="3624071" y="3433572"/>
              <a:ext cx="152400" cy="161925"/>
            </a:xfrm>
            <a:custGeom>
              <a:avLst/>
              <a:gdLst/>
              <a:ahLst/>
              <a:cxnLst/>
              <a:rect l="l" t="t" r="r" b="b"/>
              <a:pathLst>
                <a:path w="152400" h="161925">
                  <a:moveTo>
                    <a:pt x="152145" y="0"/>
                  </a:moveTo>
                  <a:lnTo>
                    <a:pt x="0" y="65150"/>
                  </a:lnTo>
                  <a:lnTo>
                    <a:pt x="112775" y="161416"/>
                  </a:lnTo>
                  <a:lnTo>
                    <a:pt x="152145" y="0"/>
                  </a:lnTo>
                  <a:close/>
                </a:path>
              </a:pathLst>
            </a:custGeom>
            <a:solidFill>
              <a:srgbClr val="ED210C"/>
            </a:solidFill>
          </p:spPr>
          <p:txBody>
            <a:bodyPr wrap="square" lIns="0" tIns="0" rIns="0" bIns="0" rtlCol="0"/>
            <a:lstStyle/>
            <a:p>
              <a:endParaRPr/>
            </a:p>
          </p:txBody>
        </p:sp>
        <p:sp>
          <p:nvSpPr>
            <p:cNvPr id="39" name="object 39"/>
            <p:cNvSpPr/>
            <p:nvPr/>
          </p:nvSpPr>
          <p:spPr>
            <a:xfrm>
              <a:off x="1107948" y="2942843"/>
              <a:ext cx="1586865" cy="585470"/>
            </a:xfrm>
            <a:custGeom>
              <a:avLst/>
              <a:gdLst/>
              <a:ahLst/>
              <a:cxnLst/>
              <a:rect l="l" t="t" r="r" b="b"/>
              <a:pathLst>
                <a:path w="1586864" h="585470">
                  <a:moveTo>
                    <a:pt x="1586357" y="536067"/>
                  </a:moveTo>
                  <a:lnTo>
                    <a:pt x="1500124" y="496189"/>
                  </a:lnTo>
                  <a:lnTo>
                    <a:pt x="1385951" y="443357"/>
                  </a:lnTo>
                  <a:lnTo>
                    <a:pt x="1407541" y="428371"/>
                  </a:lnTo>
                  <a:lnTo>
                    <a:pt x="1426845" y="412877"/>
                  </a:lnTo>
                  <a:lnTo>
                    <a:pt x="1458722" y="380492"/>
                  </a:lnTo>
                  <a:lnTo>
                    <a:pt x="1480693" y="346456"/>
                  </a:lnTo>
                  <a:lnTo>
                    <a:pt x="1493393" y="292608"/>
                  </a:lnTo>
                  <a:lnTo>
                    <a:pt x="1492758" y="280543"/>
                  </a:lnTo>
                  <a:lnTo>
                    <a:pt x="1478280" y="233680"/>
                  </a:lnTo>
                  <a:lnTo>
                    <a:pt x="1445641" y="189357"/>
                  </a:lnTo>
                  <a:lnTo>
                    <a:pt x="1396365" y="148209"/>
                  </a:lnTo>
                  <a:lnTo>
                    <a:pt x="1349375" y="119761"/>
                  </a:lnTo>
                  <a:lnTo>
                    <a:pt x="1313688" y="102235"/>
                  </a:lnTo>
                  <a:lnTo>
                    <a:pt x="1274826" y="85725"/>
                  </a:lnTo>
                  <a:lnTo>
                    <a:pt x="1232662" y="70485"/>
                  </a:lnTo>
                  <a:lnTo>
                    <a:pt x="1187831" y="56515"/>
                  </a:lnTo>
                  <a:lnTo>
                    <a:pt x="1140079" y="43815"/>
                  </a:lnTo>
                  <a:lnTo>
                    <a:pt x="1089914" y="32639"/>
                  </a:lnTo>
                  <a:lnTo>
                    <a:pt x="1037463" y="22987"/>
                  </a:lnTo>
                  <a:lnTo>
                    <a:pt x="982853" y="14859"/>
                  </a:lnTo>
                  <a:lnTo>
                    <a:pt x="926211" y="8509"/>
                  </a:lnTo>
                  <a:lnTo>
                    <a:pt x="867918" y="3810"/>
                  </a:lnTo>
                  <a:lnTo>
                    <a:pt x="808101" y="1016"/>
                  </a:lnTo>
                  <a:lnTo>
                    <a:pt x="746760" y="0"/>
                  </a:lnTo>
                  <a:lnTo>
                    <a:pt x="716026" y="254"/>
                  </a:lnTo>
                  <a:lnTo>
                    <a:pt x="655447" y="2159"/>
                  </a:lnTo>
                  <a:lnTo>
                    <a:pt x="596265" y="5969"/>
                  </a:lnTo>
                  <a:lnTo>
                    <a:pt x="538848" y="11557"/>
                  </a:lnTo>
                  <a:lnTo>
                    <a:pt x="483235" y="18796"/>
                  </a:lnTo>
                  <a:lnTo>
                    <a:pt x="429641" y="27686"/>
                  </a:lnTo>
                  <a:lnTo>
                    <a:pt x="378206" y="38100"/>
                  </a:lnTo>
                  <a:lnTo>
                    <a:pt x="329311" y="50038"/>
                  </a:lnTo>
                  <a:lnTo>
                    <a:pt x="282956" y="63246"/>
                  </a:lnTo>
                  <a:lnTo>
                    <a:pt x="239395" y="77978"/>
                  </a:lnTo>
                  <a:lnTo>
                    <a:pt x="198882" y="93853"/>
                  </a:lnTo>
                  <a:lnTo>
                    <a:pt x="161518" y="110871"/>
                  </a:lnTo>
                  <a:lnTo>
                    <a:pt x="127546" y="129032"/>
                  </a:lnTo>
                  <a:lnTo>
                    <a:pt x="70535" y="168402"/>
                  </a:lnTo>
                  <a:lnTo>
                    <a:pt x="29349" y="211201"/>
                  </a:lnTo>
                  <a:lnTo>
                    <a:pt x="5537" y="256794"/>
                  </a:lnTo>
                  <a:lnTo>
                    <a:pt x="0" y="292608"/>
                  </a:lnTo>
                  <a:lnTo>
                    <a:pt x="622" y="304673"/>
                  </a:lnTo>
                  <a:lnTo>
                    <a:pt x="15176" y="351536"/>
                  </a:lnTo>
                  <a:lnTo>
                    <a:pt x="47866" y="395859"/>
                  </a:lnTo>
                  <a:lnTo>
                    <a:pt x="97155" y="437007"/>
                  </a:lnTo>
                  <a:lnTo>
                    <a:pt x="144094" y="465455"/>
                  </a:lnTo>
                  <a:lnTo>
                    <a:pt x="179832" y="482981"/>
                  </a:lnTo>
                  <a:lnTo>
                    <a:pt x="218694" y="499491"/>
                  </a:lnTo>
                  <a:lnTo>
                    <a:pt x="260858" y="514731"/>
                  </a:lnTo>
                  <a:lnTo>
                    <a:pt x="305816" y="528701"/>
                  </a:lnTo>
                  <a:lnTo>
                    <a:pt x="353441" y="541274"/>
                  </a:lnTo>
                  <a:lnTo>
                    <a:pt x="403606" y="552450"/>
                  </a:lnTo>
                  <a:lnTo>
                    <a:pt x="456184" y="562102"/>
                  </a:lnTo>
                  <a:lnTo>
                    <a:pt x="510794" y="570230"/>
                  </a:lnTo>
                  <a:lnTo>
                    <a:pt x="567309" y="576580"/>
                  </a:lnTo>
                  <a:lnTo>
                    <a:pt x="625729" y="581279"/>
                  </a:lnTo>
                  <a:lnTo>
                    <a:pt x="685546" y="584200"/>
                  </a:lnTo>
                  <a:lnTo>
                    <a:pt x="746760" y="585089"/>
                  </a:lnTo>
                  <a:lnTo>
                    <a:pt x="772922" y="584962"/>
                  </a:lnTo>
                  <a:lnTo>
                    <a:pt x="824611" y="583565"/>
                  </a:lnTo>
                  <a:lnTo>
                    <a:pt x="875284" y="580771"/>
                  </a:lnTo>
                  <a:lnTo>
                    <a:pt x="924687" y="576707"/>
                  </a:lnTo>
                  <a:lnTo>
                    <a:pt x="996569" y="568325"/>
                  </a:lnTo>
                  <a:lnTo>
                    <a:pt x="1042670" y="561213"/>
                  </a:lnTo>
                  <a:lnTo>
                    <a:pt x="1087120" y="552958"/>
                  </a:lnTo>
                  <a:lnTo>
                    <a:pt x="1130046" y="543560"/>
                  </a:lnTo>
                  <a:lnTo>
                    <a:pt x="1171067" y="533146"/>
                  </a:lnTo>
                  <a:lnTo>
                    <a:pt x="1210310" y="521843"/>
                  </a:lnTo>
                  <a:lnTo>
                    <a:pt x="1247394" y="509397"/>
                  </a:lnTo>
                  <a:lnTo>
                    <a:pt x="1282446" y="496189"/>
                  </a:lnTo>
                  <a:lnTo>
                    <a:pt x="1586357" y="536067"/>
                  </a:lnTo>
                  <a:close/>
                </a:path>
              </a:pathLst>
            </a:custGeom>
            <a:solidFill>
              <a:srgbClr val="FFFFFF"/>
            </a:solidFill>
          </p:spPr>
          <p:txBody>
            <a:bodyPr wrap="square" lIns="0" tIns="0" rIns="0" bIns="0" rtlCol="0"/>
            <a:lstStyle/>
            <a:p>
              <a:endParaRPr/>
            </a:p>
          </p:txBody>
        </p:sp>
        <p:sp>
          <p:nvSpPr>
            <p:cNvPr id="40" name="object 40"/>
            <p:cNvSpPr/>
            <p:nvPr/>
          </p:nvSpPr>
          <p:spPr>
            <a:xfrm>
              <a:off x="1107948" y="2942844"/>
              <a:ext cx="1586865" cy="585470"/>
            </a:xfrm>
            <a:custGeom>
              <a:avLst/>
              <a:gdLst/>
              <a:ahLst/>
              <a:cxnLst/>
              <a:rect l="l" t="t" r="r" b="b"/>
              <a:pathLst>
                <a:path w="1586864" h="585470">
                  <a:moveTo>
                    <a:pt x="746760" y="0"/>
                  </a:moveTo>
                  <a:lnTo>
                    <a:pt x="685546" y="1015"/>
                  </a:lnTo>
                  <a:lnTo>
                    <a:pt x="625729" y="3809"/>
                  </a:lnTo>
                  <a:lnTo>
                    <a:pt x="567309" y="8508"/>
                  </a:lnTo>
                  <a:lnTo>
                    <a:pt x="510794" y="14858"/>
                  </a:lnTo>
                  <a:lnTo>
                    <a:pt x="456184" y="22986"/>
                  </a:lnTo>
                  <a:lnTo>
                    <a:pt x="403606" y="32638"/>
                  </a:lnTo>
                  <a:lnTo>
                    <a:pt x="353441" y="43814"/>
                  </a:lnTo>
                  <a:lnTo>
                    <a:pt x="305816" y="56514"/>
                  </a:lnTo>
                  <a:lnTo>
                    <a:pt x="260858" y="70484"/>
                  </a:lnTo>
                  <a:lnTo>
                    <a:pt x="218694" y="85725"/>
                  </a:lnTo>
                  <a:lnTo>
                    <a:pt x="179832" y="102234"/>
                  </a:lnTo>
                  <a:lnTo>
                    <a:pt x="144094" y="119760"/>
                  </a:lnTo>
                  <a:lnTo>
                    <a:pt x="97155" y="148208"/>
                  </a:lnTo>
                  <a:lnTo>
                    <a:pt x="47866" y="189356"/>
                  </a:lnTo>
                  <a:lnTo>
                    <a:pt x="15176" y="233679"/>
                  </a:lnTo>
                  <a:lnTo>
                    <a:pt x="622" y="280542"/>
                  </a:lnTo>
                  <a:lnTo>
                    <a:pt x="0" y="292607"/>
                  </a:lnTo>
                  <a:lnTo>
                    <a:pt x="622" y="304672"/>
                  </a:lnTo>
                  <a:lnTo>
                    <a:pt x="15176" y="351535"/>
                  </a:lnTo>
                  <a:lnTo>
                    <a:pt x="47866" y="395858"/>
                  </a:lnTo>
                  <a:lnTo>
                    <a:pt x="97155" y="437006"/>
                  </a:lnTo>
                  <a:lnTo>
                    <a:pt x="144094" y="465454"/>
                  </a:lnTo>
                  <a:lnTo>
                    <a:pt x="179832" y="482980"/>
                  </a:lnTo>
                  <a:lnTo>
                    <a:pt x="218694" y="499490"/>
                  </a:lnTo>
                  <a:lnTo>
                    <a:pt x="260858" y="514730"/>
                  </a:lnTo>
                  <a:lnTo>
                    <a:pt x="305816" y="528701"/>
                  </a:lnTo>
                  <a:lnTo>
                    <a:pt x="353441" y="541273"/>
                  </a:lnTo>
                  <a:lnTo>
                    <a:pt x="403606" y="552450"/>
                  </a:lnTo>
                  <a:lnTo>
                    <a:pt x="456184" y="562101"/>
                  </a:lnTo>
                  <a:lnTo>
                    <a:pt x="510794" y="570229"/>
                  </a:lnTo>
                  <a:lnTo>
                    <a:pt x="567309" y="576579"/>
                  </a:lnTo>
                  <a:lnTo>
                    <a:pt x="625729" y="581278"/>
                  </a:lnTo>
                  <a:lnTo>
                    <a:pt x="685546" y="584200"/>
                  </a:lnTo>
                  <a:lnTo>
                    <a:pt x="746760" y="585088"/>
                  </a:lnTo>
                  <a:lnTo>
                    <a:pt x="772922" y="584961"/>
                  </a:lnTo>
                  <a:lnTo>
                    <a:pt x="824610" y="583564"/>
                  </a:lnTo>
                  <a:lnTo>
                    <a:pt x="875284" y="580770"/>
                  </a:lnTo>
                  <a:lnTo>
                    <a:pt x="924687" y="576706"/>
                  </a:lnTo>
                  <a:lnTo>
                    <a:pt x="972947" y="571372"/>
                  </a:lnTo>
                  <a:lnTo>
                    <a:pt x="1019810" y="564895"/>
                  </a:lnTo>
                  <a:lnTo>
                    <a:pt x="1065022" y="557148"/>
                  </a:lnTo>
                  <a:lnTo>
                    <a:pt x="1108837" y="548385"/>
                  </a:lnTo>
                  <a:lnTo>
                    <a:pt x="1150747" y="538479"/>
                  </a:lnTo>
                  <a:lnTo>
                    <a:pt x="1190879" y="527557"/>
                  </a:lnTo>
                  <a:lnTo>
                    <a:pt x="1229106" y="515746"/>
                  </a:lnTo>
                  <a:lnTo>
                    <a:pt x="1265174" y="502919"/>
                  </a:lnTo>
                  <a:lnTo>
                    <a:pt x="1282446" y="496188"/>
                  </a:lnTo>
                  <a:lnTo>
                    <a:pt x="1586357" y="536066"/>
                  </a:lnTo>
                  <a:lnTo>
                    <a:pt x="1385951" y="443356"/>
                  </a:lnTo>
                  <a:lnTo>
                    <a:pt x="1407541" y="428370"/>
                  </a:lnTo>
                  <a:lnTo>
                    <a:pt x="1426845" y="412876"/>
                  </a:lnTo>
                  <a:lnTo>
                    <a:pt x="1458722" y="380491"/>
                  </a:lnTo>
                  <a:lnTo>
                    <a:pt x="1480693" y="346455"/>
                  </a:lnTo>
                  <a:lnTo>
                    <a:pt x="1493393" y="292607"/>
                  </a:lnTo>
                  <a:lnTo>
                    <a:pt x="1492758" y="280542"/>
                  </a:lnTo>
                  <a:lnTo>
                    <a:pt x="1478280" y="233679"/>
                  </a:lnTo>
                  <a:lnTo>
                    <a:pt x="1445641" y="189356"/>
                  </a:lnTo>
                  <a:lnTo>
                    <a:pt x="1396365" y="148208"/>
                  </a:lnTo>
                  <a:lnTo>
                    <a:pt x="1349375" y="119760"/>
                  </a:lnTo>
                  <a:lnTo>
                    <a:pt x="1313688" y="102234"/>
                  </a:lnTo>
                  <a:lnTo>
                    <a:pt x="1274826" y="85725"/>
                  </a:lnTo>
                  <a:lnTo>
                    <a:pt x="1232662" y="70484"/>
                  </a:lnTo>
                  <a:lnTo>
                    <a:pt x="1187831" y="56514"/>
                  </a:lnTo>
                  <a:lnTo>
                    <a:pt x="1140079" y="43814"/>
                  </a:lnTo>
                  <a:lnTo>
                    <a:pt x="1089914" y="32638"/>
                  </a:lnTo>
                  <a:lnTo>
                    <a:pt x="1037463" y="22986"/>
                  </a:lnTo>
                  <a:lnTo>
                    <a:pt x="982853" y="14858"/>
                  </a:lnTo>
                  <a:lnTo>
                    <a:pt x="926210" y="8508"/>
                  </a:lnTo>
                  <a:lnTo>
                    <a:pt x="867918" y="3809"/>
                  </a:lnTo>
                  <a:lnTo>
                    <a:pt x="808101" y="1015"/>
                  </a:lnTo>
                  <a:lnTo>
                    <a:pt x="777621" y="253"/>
                  </a:lnTo>
                  <a:lnTo>
                    <a:pt x="746760" y="0"/>
                  </a:lnTo>
                  <a:close/>
                </a:path>
              </a:pathLst>
            </a:custGeom>
            <a:ln w="20941">
              <a:solidFill>
                <a:srgbClr val="D4D4D4"/>
              </a:solidFill>
            </a:ln>
          </p:spPr>
          <p:txBody>
            <a:bodyPr wrap="square" lIns="0" tIns="0" rIns="0" bIns="0" rtlCol="0"/>
            <a:lstStyle/>
            <a:p>
              <a:endParaRPr/>
            </a:p>
          </p:txBody>
        </p:sp>
      </p:grpSp>
      <p:sp>
        <p:nvSpPr>
          <p:cNvPr id="41" name="object 41"/>
          <p:cNvSpPr txBox="1"/>
          <p:nvPr/>
        </p:nvSpPr>
        <p:spPr>
          <a:xfrm>
            <a:off x="2918586" y="3258439"/>
            <a:ext cx="617220" cy="149860"/>
          </a:xfrm>
          <a:prstGeom prst="rect">
            <a:avLst/>
          </a:prstGeom>
        </p:spPr>
        <p:txBody>
          <a:bodyPr vert="horz" wrap="square" lIns="0" tIns="14604" rIns="0" bIns="0" rtlCol="0">
            <a:spAutoFit/>
          </a:bodyPr>
          <a:lstStyle/>
          <a:p>
            <a:pPr marL="12700">
              <a:lnSpc>
                <a:spcPct val="100000"/>
              </a:lnSpc>
              <a:spcBef>
                <a:spcPts val="114"/>
              </a:spcBef>
            </a:pPr>
            <a:r>
              <a:rPr sz="800" b="1" spc="25" dirty="0">
                <a:solidFill>
                  <a:srgbClr val="ED210C"/>
                </a:solidFill>
                <a:latin typeface="Microsoft YaHei UI"/>
                <a:cs typeface="Microsoft YaHei UI"/>
              </a:rPr>
              <a:t>3倍近く増加</a:t>
            </a:r>
            <a:endParaRPr sz="800">
              <a:latin typeface="Microsoft YaHei UI"/>
              <a:cs typeface="Microsoft YaHei UI"/>
            </a:endParaRPr>
          </a:p>
        </p:txBody>
      </p:sp>
      <p:sp>
        <p:nvSpPr>
          <p:cNvPr id="49" name="object 49"/>
          <p:cNvSpPr txBox="1">
            <a:spLocks noGrp="1"/>
          </p:cNvSpPr>
          <p:nvPr>
            <p:ph type="ftr" sz="quarter" idx="5"/>
          </p:nvPr>
        </p:nvSpPr>
        <p:spPr>
          <a:xfrm>
            <a:off x="186334" y="6744868"/>
            <a:ext cx="1945005" cy="114300"/>
          </a:xfrm>
          <a:prstGeom prst="rect">
            <a:avLst/>
          </a:prstGeom>
        </p:spPr>
        <p:txBody>
          <a:bodyPr vert="horz" wrap="square" lIns="0" tIns="0" rIns="0" bIns="0" rtlCol="0">
            <a:spAutoFit/>
          </a:bodyPr>
          <a:lstStyle>
            <a:defPPr>
              <a:defRPr lang="ja-JP"/>
            </a:defPPr>
            <a:lvl1pPr marL="0" algn="l" defTabSz="914400" rtl="0" eaLnBrk="1" latinLnBrk="0" hangingPunct="1">
              <a:defRPr kumimoji="1" sz="700" b="0" i="0" kern="1200">
                <a:solidFill>
                  <a:schemeClr val="tx1"/>
                </a:solidFill>
                <a:latin typeface="Calibri"/>
                <a:ea typeface="+mn-ea"/>
                <a:cs typeface="Calibri"/>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12700">
              <a:lnSpc>
                <a:spcPts val="760"/>
              </a:lnSpc>
            </a:pPr>
            <a:r>
              <a:rPr lang="en-US" spc="-10"/>
              <a:t>Copyright(C)</a:t>
            </a:r>
            <a:r>
              <a:rPr lang="en-US" spc="40"/>
              <a:t> </a:t>
            </a:r>
            <a:r>
              <a:rPr lang="en-US" spc="-5"/>
              <a:t>MMInternational</a:t>
            </a:r>
            <a:r>
              <a:rPr lang="en-US" spc="60"/>
              <a:t> </a:t>
            </a:r>
            <a:r>
              <a:rPr lang="en-US" spc="-5"/>
              <a:t>Inc.</a:t>
            </a:r>
            <a:r>
              <a:rPr lang="en-US"/>
              <a:t> </a:t>
            </a:r>
            <a:r>
              <a:rPr lang="en-US" spc="-5"/>
              <a:t>All</a:t>
            </a:r>
            <a:r>
              <a:rPr lang="en-US" spc="10"/>
              <a:t> </a:t>
            </a:r>
            <a:r>
              <a:rPr lang="en-US" spc="-10"/>
              <a:t>rights</a:t>
            </a:r>
            <a:r>
              <a:rPr lang="en-US" spc="35"/>
              <a:t> </a:t>
            </a:r>
            <a:r>
              <a:rPr lang="en-US" spc="-5"/>
              <a:t>reserved</a:t>
            </a:r>
            <a:endParaRPr spc="-5" dirty="0"/>
          </a:p>
        </p:txBody>
      </p:sp>
      <p:sp>
        <p:nvSpPr>
          <p:cNvPr id="42" name="object 42"/>
          <p:cNvSpPr txBox="1"/>
          <p:nvPr/>
        </p:nvSpPr>
        <p:spPr>
          <a:xfrm>
            <a:off x="3275457" y="2891790"/>
            <a:ext cx="887094" cy="140970"/>
          </a:xfrm>
          <a:prstGeom prst="rect">
            <a:avLst/>
          </a:prstGeom>
        </p:spPr>
        <p:txBody>
          <a:bodyPr vert="horz" wrap="square" lIns="0" tIns="13335" rIns="0" bIns="0" rtlCol="0">
            <a:spAutoFit/>
          </a:bodyPr>
          <a:lstStyle/>
          <a:p>
            <a:pPr marL="12700">
              <a:lnSpc>
                <a:spcPct val="100000"/>
              </a:lnSpc>
              <a:spcBef>
                <a:spcPts val="105"/>
              </a:spcBef>
            </a:pPr>
            <a:r>
              <a:rPr sz="750" spc="5" dirty="0">
                <a:solidFill>
                  <a:srgbClr val="5E5E5E"/>
                </a:solidFill>
                <a:latin typeface="Yu Gothic"/>
                <a:cs typeface="Yu Gothic"/>
              </a:rPr>
              <a:t>単位：万ア</a:t>
            </a:r>
            <a:r>
              <a:rPr sz="750" spc="-10" dirty="0">
                <a:solidFill>
                  <a:srgbClr val="5E5E5E"/>
                </a:solidFill>
                <a:latin typeface="Yu Gothic"/>
                <a:cs typeface="Yu Gothic"/>
              </a:rPr>
              <a:t>カウ</a:t>
            </a:r>
            <a:r>
              <a:rPr sz="750" spc="5" dirty="0">
                <a:solidFill>
                  <a:srgbClr val="5E5E5E"/>
                </a:solidFill>
                <a:latin typeface="Yu Gothic"/>
                <a:cs typeface="Yu Gothic"/>
              </a:rPr>
              <a:t>ント</a:t>
            </a:r>
            <a:endParaRPr sz="750">
              <a:latin typeface="Yu Gothic"/>
              <a:cs typeface="Yu Gothic"/>
            </a:endParaRPr>
          </a:p>
        </p:txBody>
      </p:sp>
      <p:sp>
        <p:nvSpPr>
          <p:cNvPr id="43" name="object 43"/>
          <p:cNvSpPr txBox="1"/>
          <p:nvPr/>
        </p:nvSpPr>
        <p:spPr>
          <a:xfrm>
            <a:off x="6707885" y="3911853"/>
            <a:ext cx="1737995" cy="195580"/>
          </a:xfrm>
          <a:prstGeom prst="rect">
            <a:avLst/>
          </a:prstGeom>
        </p:spPr>
        <p:txBody>
          <a:bodyPr vert="horz" wrap="square" lIns="0" tIns="14604" rIns="0" bIns="0" rtlCol="0">
            <a:spAutoFit/>
          </a:bodyPr>
          <a:lstStyle/>
          <a:p>
            <a:pPr marL="12700">
              <a:lnSpc>
                <a:spcPct val="100000"/>
              </a:lnSpc>
              <a:spcBef>
                <a:spcPts val="114"/>
              </a:spcBef>
            </a:pPr>
            <a:r>
              <a:rPr sz="1100" spc="25" dirty="0">
                <a:solidFill>
                  <a:srgbClr val="5E5E5E"/>
                </a:solidFill>
                <a:latin typeface="Yu Gothic"/>
                <a:cs typeface="Yu Gothic"/>
              </a:rPr>
              <a:t>配信・コミュ</a:t>
            </a:r>
            <a:r>
              <a:rPr sz="1100" spc="15" dirty="0">
                <a:solidFill>
                  <a:srgbClr val="5E5E5E"/>
                </a:solidFill>
                <a:latin typeface="Yu Gothic"/>
                <a:cs typeface="Yu Gothic"/>
              </a:rPr>
              <a:t>ニ</a:t>
            </a:r>
            <a:r>
              <a:rPr sz="1100" spc="25" dirty="0">
                <a:solidFill>
                  <a:srgbClr val="5E5E5E"/>
                </a:solidFill>
                <a:latin typeface="Yu Gothic"/>
                <a:cs typeface="Yu Gothic"/>
              </a:rPr>
              <a:t>ケ</a:t>
            </a:r>
            <a:r>
              <a:rPr sz="1100" spc="15" dirty="0">
                <a:solidFill>
                  <a:srgbClr val="5E5E5E"/>
                </a:solidFill>
                <a:latin typeface="Yu Gothic"/>
                <a:cs typeface="Yu Gothic"/>
              </a:rPr>
              <a:t>ー</a:t>
            </a:r>
            <a:r>
              <a:rPr sz="1100" spc="25" dirty="0">
                <a:solidFill>
                  <a:srgbClr val="5E5E5E"/>
                </a:solidFill>
                <a:latin typeface="Yu Gothic"/>
                <a:cs typeface="Yu Gothic"/>
              </a:rPr>
              <a:t>シ</a:t>
            </a:r>
            <a:r>
              <a:rPr sz="1100" spc="15" dirty="0">
                <a:solidFill>
                  <a:srgbClr val="5E5E5E"/>
                </a:solidFill>
                <a:latin typeface="Yu Gothic"/>
                <a:cs typeface="Yu Gothic"/>
              </a:rPr>
              <a:t>ョン</a:t>
            </a:r>
            <a:endParaRPr sz="1100">
              <a:latin typeface="Yu Gothic"/>
              <a:cs typeface="Yu Gothic"/>
            </a:endParaRPr>
          </a:p>
        </p:txBody>
      </p:sp>
      <p:sp>
        <p:nvSpPr>
          <p:cNvPr id="44" name="object 44"/>
          <p:cNvSpPr txBox="1"/>
          <p:nvPr/>
        </p:nvSpPr>
        <p:spPr>
          <a:xfrm>
            <a:off x="1263522" y="3031616"/>
            <a:ext cx="1112520" cy="175895"/>
          </a:xfrm>
          <a:prstGeom prst="rect">
            <a:avLst/>
          </a:prstGeom>
        </p:spPr>
        <p:txBody>
          <a:bodyPr vert="horz" wrap="square" lIns="0" tIns="16510" rIns="0" bIns="0" rtlCol="0">
            <a:spAutoFit/>
          </a:bodyPr>
          <a:lstStyle/>
          <a:p>
            <a:pPr marL="12700">
              <a:lnSpc>
                <a:spcPct val="100000"/>
              </a:lnSpc>
              <a:spcBef>
                <a:spcPts val="130"/>
              </a:spcBef>
            </a:pPr>
            <a:r>
              <a:rPr sz="950" spc="40" dirty="0">
                <a:solidFill>
                  <a:srgbClr val="5E5E5E"/>
                </a:solidFill>
                <a:latin typeface="Yu Gothic"/>
                <a:cs typeface="Yu Gothic"/>
              </a:rPr>
              <a:t>1,300万アカウント</a:t>
            </a:r>
            <a:endParaRPr sz="950">
              <a:latin typeface="Yu Gothic"/>
              <a:cs typeface="Yu Gothic"/>
            </a:endParaRPr>
          </a:p>
        </p:txBody>
      </p:sp>
      <p:sp>
        <p:nvSpPr>
          <p:cNvPr id="45" name="object 45"/>
          <p:cNvSpPr txBox="1"/>
          <p:nvPr/>
        </p:nvSpPr>
        <p:spPr>
          <a:xfrm>
            <a:off x="1496694" y="3217545"/>
            <a:ext cx="645795" cy="175895"/>
          </a:xfrm>
          <a:prstGeom prst="rect">
            <a:avLst/>
          </a:prstGeom>
        </p:spPr>
        <p:txBody>
          <a:bodyPr vert="horz" wrap="square" lIns="0" tIns="16510" rIns="0" bIns="0" rtlCol="0">
            <a:spAutoFit/>
          </a:bodyPr>
          <a:lstStyle/>
          <a:p>
            <a:pPr marL="12700">
              <a:lnSpc>
                <a:spcPct val="100000"/>
              </a:lnSpc>
              <a:spcBef>
                <a:spcPts val="130"/>
              </a:spcBef>
            </a:pPr>
            <a:r>
              <a:rPr sz="950" spc="30" dirty="0">
                <a:solidFill>
                  <a:srgbClr val="5E5E5E"/>
                </a:solidFill>
                <a:latin typeface="Yu Gothic"/>
                <a:cs typeface="Yu Gothic"/>
              </a:rPr>
              <a:t>以上</a:t>
            </a:r>
            <a:r>
              <a:rPr sz="950" spc="15" dirty="0">
                <a:solidFill>
                  <a:srgbClr val="5E5E5E"/>
                </a:solidFill>
                <a:latin typeface="Yu Gothic"/>
                <a:cs typeface="Yu Gothic"/>
              </a:rPr>
              <a:t>が開設</a:t>
            </a:r>
            <a:endParaRPr sz="950">
              <a:latin typeface="Yu Gothic"/>
              <a:cs typeface="Yu Gothic"/>
            </a:endParaRPr>
          </a:p>
        </p:txBody>
      </p:sp>
      <p:sp>
        <p:nvSpPr>
          <p:cNvPr id="46" name="object 46"/>
          <p:cNvSpPr txBox="1">
            <a:spLocks noGrp="1"/>
          </p:cNvSpPr>
          <p:nvPr>
            <p:ph type="title"/>
          </p:nvPr>
        </p:nvSpPr>
        <p:spPr>
          <a:xfrm>
            <a:off x="78739" y="353553"/>
            <a:ext cx="2220595" cy="173766"/>
          </a:xfrm>
          <a:prstGeom prst="rect">
            <a:avLst/>
          </a:prstGeom>
        </p:spPr>
        <p:txBody>
          <a:bodyPr vert="horz" wrap="square" lIns="0" tIns="12065" rIns="0" bIns="0" rtlCol="0">
            <a:spAutoFit/>
          </a:bodyPr>
          <a:lstStyle/>
          <a:p>
            <a:pPr marL="12700">
              <a:lnSpc>
                <a:spcPct val="100000"/>
              </a:lnSpc>
              <a:spcBef>
                <a:spcPts val="95"/>
              </a:spcBef>
            </a:pPr>
            <a:r>
              <a:rPr sz="1050" spc="235" dirty="0"/>
              <a:t>4-(3).LINE</a:t>
            </a:r>
            <a:r>
              <a:rPr sz="1050" spc="55" dirty="0"/>
              <a:t>導入</a:t>
            </a:r>
            <a:r>
              <a:rPr sz="1050" spc="45" dirty="0"/>
              <a:t>の</a:t>
            </a:r>
            <a:r>
              <a:rPr sz="1050" spc="55" dirty="0"/>
              <a:t>理由</a:t>
            </a:r>
          </a:p>
        </p:txBody>
      </p:sp>
      <p:sp>
        <p:nvSpPr>
          <p:cNvPr id="47" name="object 47"/>
          <p:cNvSpPr txBox="1"/>
          <p:nvPr/>
        </p:nvSpPr>
        <p:spPr>
          <a:xfrm>
            <a:off x="2551302" y="305816"/>
            <a:ext cx="2557145" cy="269240"/>
          </a:xfrm>
          <a:prstGeom prst="rect">
            <a:avLst/>
          </a:prstGeom>
        </p:spPr>
        <p:txBody>
          <a:bodyPr vert="horz" wrap="square" lIns="0" tIns="12065" rIns="0" bIns="0" rtlCol="0">
            <a:spAutoFit/>
          </a:bodyPr>
          <a:lstStyle/>
          <a:p>
            <a:pPr marL="12700">
              <a:lnSpc>
                <a:spcPct val="100000"/>
              </a:lnSpc>
              <a:spcBef>
                <a:spcPts val="95"/>
              </a:spcBef>
            </a:pPr>
            <a:r>
              <a:rPr sz="1600" spc="114" dirty="0">
                <a:latin typeface="MS UI Gothic"/>
                <a:cs typeface="MS UI Gothic"/>
              </a:rPr>
              <a:t>～</a:t>
            </a:r>
            <a:r>
              <a:rPr sz="1600" spc="95" dirty="0">
                <a:latin typeface="MS UI Gothic"/>
                <a:cs typeface="MS UI Gothic"/>
              </a:rPr>
              <a:t>なぜ</a:t>
            </a:r>
            <a:r>
              <a:rPr sz="1600" spc="110" dirty="0">
                <a:latin typeface="MS UI Gothic"/>
                <a:cs typeface="MS UI Gothic"/>
              </a:rPr>
              <a:t>今</a:t>
            </a:r>
            <a:r>
              <a:rPr sz="1600" spc="210" dirty="0">
                <a:latin typeface="MS UI Gothic"/>
                <a:cs typeface="MS UI Gothic"/>
              </a:rPr>
              <a:t>LINE</a:t>
            </a:r>
            <a:r>
              <a:rPr sz="1600" spc="114" dirty="0">
                <a:latin typeface="MS UI Gothic"/>
                <a:cs typeface="MS UI Gothic"/>
              </a:rPr>
              <a:t>な</a:t>
            </a:r>
            <a:r>
              <a:rPr sz="1600" spc="110" dirty="0">
                <a:latin typeface="MS UI Gothic"/>
                <a:cs typeface="MS UI Gothic"/>
              </a:rPr>
              <a:t>のか</a:t>
            </a:r>
            <a:r>
              <a:rPr sz="1600" spc="135" dirty="0">
                <a:latin typeface="MS UI Gothic"/>
                <a:cs typeface="MS UI Gothic"/>
              </a:rPr>
              <a:t>？？～</a:t>
            </a:r>
            <a:endParaRPr sz="1600">
              <a:latin typeface="MS UI Gothic"/>
              <a:cs typeface="MS UI Gothic"/>
            </a:endParaRPr>
          </a:p>
        </p:txBody>
      </p:sp>
      <p:sp>
        <p:nvSpPr>
          <p:cNvPr id="48" name="object 48"/>
          <p:cNvSpPr txBox="1"/>
          <p:nvPr/>
        </p:nvSpPr>
        <p:spPr>
          <a:xfrm>
            <a:off x="5946775" y="215011"/>
            <a:ext cx="2216150" cy="361315"/>
          </a:xfrm>
          <a:prstGeom prst="rect">
            <a:avLst/>
          </a:prstGeom>
        </p:spPr>
        <p:txBody>
          <a:bodyPr vert="horz" wrap="square" lIns="0" tIns="12700" rIns="0" bIns="0" rtlCol="0">
            <a:spAutoFit/>
          </a:bodyPr>
          <a:lstStyle/>
          <a:p>
            <a:pPr marL="12700" marR="5080" indent="671830">
              <a:lnSpc>
                <a:spcPct val="100000"/>
              </a:lnSpc>
              <a:spcBef>
                <a:spcPts val="100"/>
              </a:spcBef>
            </a:pPr>
            <a:r>
              <a:rPr sz="1100" dirty="0">
                <a:latin typeface="MS UI Gothic"/>
                <a:cs typeface="MS UI Gothic"/>
              </a:rPr>
              <a:t>更新：</a:t>
            </a:r>
            <a:r>
              <a:rPr sz="1100" spc="285" dirty="0">
                <a:latin typeface="MS UI Gothic"/>
                <a:cs typeface="MS UI Gothic"/>
              </a:rPr>
              <a:t>2022</a:t>
            </a:r>
            <a:r>
              <a:rPr sz="1100" dirty="0">
                <a:latin typeface="MS UI Gothic"/>
                <a:cs typeface="MS UI Gothic"/>
              </a:rPr>
              <a:t>年</a:t>
            </a:r>
            <a:r>
              <a:rPr sz="1100" spc="285" dirty="0">
                <a:latin typeface="MS UI Gothic"/>
                <a:cs typeface="MS UI Gothic"/>
              </a:rPr>
              <a:t>6</a:t>
            </a:r>
            <a:r>
              <a:rPr sz="1100" dirty="0">
                <a:latin typeface="MS UI Gothic"/>
                <a:cs typeface="MS UI Gothic"/>
              </a:rPr>
              <a:t>月</a:t>
            </a:r>
            <a:r>
              <a:rPr sz="1100" spc="285" dirty="0">
                <a:latin typeface="MS UI Gothic"/>
                <a:cs typeface="MS UI Gothic"/>
              </a:rPr>
              <a:t>20</a:t>
            </a:r>
            <a:r>
              <a:rPr sz="1100" dirty="0">
                <a:latin typeface="MS UI Gothic"/>
                <a:cs typeface="MS UI Gothic"/>
              </a:rPr>
              <a:t>日 </a:t>
            </a:r>
            <a:r>
              <a:rPr sz="1100" spc="55" dirty="0">
                <a:latin typeface="MS UI Gothic"/>
                <a:cs typeface="MS UI Gothic"/>
              </a:rPr>
              <a:t>株式会社エム</a:t>
            </a:r>
            <a:r>
              <a:rPr sz="1100" spc="35" dirty="0">
                <a:latin typeface="MS UI Gothic"/>
                <a:cs typeface="MS UI Gothic"/>
              </a:rPr>
              <a:t>エ</a:t>
            </a:r>
            <a:r>
              <a:rPr sz="1100" spc="90" dirty="0">
                <a:latin typeface="MS UI Gothic"/>
                <a:cs typeface="MS UI Gothic"/>
              </a:rPr>
              <a:t>ム</a:t>
            </a:r>
            <a:r>
              <a:rPr sz="1100" spc="85" dirty="0">
                <a:latin typeface="MS UI Gothic"/>
                <a:cs typeface="MS UI Gothic"/>
              </a:rPr>
              <a:t>イ</a:t>
            </a:r>
            <a:r>
              <a:rPr sz="1100" spc="170" dirty="0">
                <a:latin typeface="MS UI Gothic"/>
                <a:cs typeface="MS UI Gothic"/>
              </a:rPr>
              <a:t>ン</a:t>
            </a:r>
            <a:r>
              <a:rPr sz="1100" spc="195" dirty="0">
                <a:latin typeface="MS UI Gothic"/>
                <a:cs typeface="MS UI Gothic"/>
              </a:rPr>
              <a:t>タ</a:t>
            </a:r>
            <a:r>
              <a:rPr sz="1100" spc="155" dirty="0">
                <a:latin typeface="MS UI Gothic"/>
                <a:cs typeface="MS UI Gothic"/>
              </a:rPr>
              <a:t>ー</a:t>
            </a:r>
            <a:r>
              <a:rPr sz="1100" spc="145" dirty="0">
                <a:latin typeface="MS UI Gothic"/>
                <a:cs typeface="MS UI Gothic"/>
              </a:rPr>
              <a:t>ナ</a:t>
            </a:r>
            <a:r>
              <a:rPr sz="1100" spc="65" dirty="0">
                <a:latin typeface="MS UI Gothic"/>
                <a:cs typeface="MS UI Gothic"/>
              </a:rPr>
              <a:t>シ</a:t>
            </a:r>
            <a:r>
              <a:rPr sz="1100" spc="340" dirty="0">
                <a:latin typeface="MS UI Gothic"/>
                <a:cs typeface="MS UI Gothic"/>
              </a:rPr>
              <a:t>ョ</a:t>
            </a:r>
            <a:r>
              <a:rPr sz="1100" spc="145" dirty="0">
                <a:latin typeface="MS UI Gothic"/>
                <a:cs typeface="MS UI Gothic"/>
              </a:rPr>
              <a:t>ナ</a:t>
            </a:r>
            <a:r>
              <a:rPr sz="1100" spc="180" dirty="0">
                <a:latin typeface="MS UI Gothic"/>
                <a:cs typeface="MS UI Gothic"/>
              </a:rPr>
              <a:t>ル</a:t>
            </a:r>
            <a:endParaRPr sz="1100">
              <a:latin typeface="MS UI Gothic"/>
              <a:cs typeface="MS UI Gothic"/>
            </a:endParaRPr>
          </a:p>
        </p:txBody>
      </p:sp>
      <p:sp>
        <p:nvSpPr>
          <p:cNvPr id="50" name="Text Box 31">
            <a:extLst>
              <a:ext uri="{FF2B5EF4-FFF2-40B4-BE49-F238E27FC236}">
                <a16:creationId xmlns:a16="http://schemas.microsoft.com/office/drawing/2014/main" id="{305EB40E-187B-BC2E-919F-B90F8EC9997F}"/>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17</a:t>
            </a:fld>
            <a:r>
              <a:rPr lang="ja-JP" altLang="en-US" sz="1050" dirty="0">
                <a:latin typeface="Helvetica" pitchFamily="34" charset="0"/>
                <a:ea typeface="中ゴシックBBB" pitchFamily="49" charset="-128"/>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6334" y="6722770"/>
            <a:ext cx="1945005" cy="132080"/>
          </a:xfrm>
          <a:prstGeom prst="rect">
            <a:avLst/>
          </a:prstGeom>
        </p:spPr>
        <p:txBody>
          <a:bodyPr vert="horz" wrap="square" lIns="0" tIns="12065" rIns="0" bIns="0" rtlCol="0">
            <a:spAutoFit/>
          </a:bodyPr>
          <a:lstStyle/>
          <a:p>
            <a:pPr marL="12700">
              <a:lnSpc>
                <a:spcPct val="100000"/>
              </a:lnSpc>
              <a:spcBef>
                <a:spcPts val="95"/>
              </a:spcBef>
            </a:pPr>
            <a:r>
              <a:rPr sz="700" spc="-10" dirty="0">
                <a:latin typeface="Calibri"/>
                <a:cs typeface="Calibri"/>
              </a:rPr>
              <a:t>Copyright(C)</a:t>
            </a:r>
            <a:r>
              <a:rPr sz="700" spc="40" dirty="0">
                <a:latin typeface="Calibri"/>
                <a:cs typeface="Calibri"/>
              </a:rPr>
              <a:t> </a:t>
            </a:r>
            <a:r>
              <a:rPr sz="700" spc="-5" dirty="0">
                <a:latin typeface="Calibri"/>
                <a:cs typeface="Calibri"/>
              </a:rPr>
              <a:t>MMInternational</a:t>
            </a:r>
            <a:r>
              <a:rPr sz="700" spc="60" dirty="0">
                <a:latin typeface="Calibri"/>
                <a:cs typeface="Calibri"/>
              </a:rPr>
              <a:t> </a:t>
            </a:r>
            <a:r>
              <a:rPr sz="700" spc="-5" dirty="0">
                <a:latin typeface="Calibri"/>
                <a:cs typeface="Calibri"/>
              </a:rPr>
              <a:t>Inc.</a:t>
            </a:r>
            <a:r>
              <a:rPr sz="700" dirty="0">
                <a:latin typeface="Calibri"/>
                <a:cs typeface="Calibri"/>
              </a:rPr>
              <a:t> </a:t>
            </a:r>
            <a:r>
              <a:rPr sz="700" spc="-5" dirty="0">
                <a:latin typeface="Calibri"/>
                <a:cs typeface="Calibri"/>
              </a:rPr>
              <a:t>All</a:t>
            </a:r>
            <a:r>
              <a:rPr sz="700" spc="10" dirty="0">
                <a:latin typeface="Calibri"/>
                <a:cs typeface="Calibri"/>
              </a:rPr>
              <a:t> </a:t>
            </a:r>
            <a:r>
              <a:rPr sz="700" spc="-10" dirty="0">
                <a:latin typeface="Calibri"/>
                <a:cs typeface="Calibri"/>
              </a:rPr>
              <a:t>rights</a:t>
            </a:r>
            <a:r>
              <a:rPr sz="700" spc="35" dirty="0">
                <a:latin typeface="Calibri"/>
                <a:cs typeface="Calibri"/>
              </a:rPr>
              <a:t> </a:t>
            </a:r>
            <a:r>
              <a:rPr sz="700" spc="-5" dirty="0">
                <a:latin typeface="Calibri"/>
                <a:cs typeface="Calibri"/>
              </a:rPr>
              <a:t>reserved</a:t>
            </a:r>
            <a:endParaRPr sz="700">
              <a:latin typeface="Calibri"/>
              <a:cs typeface="Calibri"/>
            </a:endParaRPr>
          </a:p>
        </p:txBody>
      </p:sp>
      <p:sp>
        <p:nvSpPr>
          <p:cNvPr id="3" name="object 3"/>
          <p:cNvSpPr/>
          <p:nvPr/>
        </p:nvSpPr>
        <p:spPr>
          <a:xfrm>
            <a:off x="0" y="6693407"/>
            <a:ext cx="9144000" cy="0"/>
          </a:xfrm>
          <a:custGeom>
            <a:avLst/>
            <a:gdLst/>
            <a:ahLst/>
            <a:cxnLst/>
            <a:rect l="l" t="t" r="r" b="b"/>
            <a:pathLst>
              <a:path w="9144000">
                <a:moveTo>
                  <a:pt x="0" y="0"/>
                </a:moveTo>
                <a:lnTo>
                  <a:pt x="206502" y="0"/>
                </a:lnTo>
              </a:path>
              <a:path w="9144000">
                <a:moveTo>
                  <a:pt x="8923782" y="0"/>
                </a:moveTo>
                <a:lnTo>
                  <a:pt x="9144000" y="0"/>
                </a:lnTo>
              </a:path>
            </a:pathLst>
          </a:custGeom>
          <a:ln w="9525">
            <a:solidFill>
              <a:srgbClr val="FF0000"/>
            </a:solidFill>
          </a:ln>
        </p:spPr>
        <p:txBody>
          <a:bodyPr wrap="square" lIns="0" tIns="0" rIns="0" bIns="0" rtlCol="0"/>
          <a:lstStyle/>
          <a:p>
            <a:endParaRPr/>
          </a:p>
        </p:txBody>
      </p:sp>
      <p:grpSp>
        <p:nvGrpSpPr>
          <p:cNvPr id="4" name="object 4"/>
          <p:cNvGrpSpPr/>
          <p:nvPr/>
        </p:nvGrpSpPr>
        <p:grpSpPr>
          <a:xfrm>
            <a:off x="-11937" y="414527"/>
            <a:ext cx="9169400" cy="426720"/>
            <a:chOff x="-11937" y="414527"/>
            <a:chExt cx="9169400" cy="426720"/>
          </a:xfrm>
        </p:grpSpPr>
        <p:sp>
          <p:nvSpPr>
            <p:cNvPr id="5" name="object 5"/>
            <p:cNvSpPr/>
            <p:nvPr/>
          </p:nvSpPr>
          <p:spPr>
            <a:xfrm>
              <a:off x="762" y="782573"/>
              <a:ext cx="9144000" cy="45720"/>
            </a:xfrm>
            <a:custGeom>
              <a:avLst/>
              <a:gdLst/>
              <a:ahLst/>
              <a:cxnLst/>
              <a:rect l="l" t="t" r="r" b="b"/>
              <a:pathLst>
                <a:path w="9144000" h="45719">
                  <a:moveTo>
                    <a:pt x="9144000" y="0"/>
                  </a:moveTo>
                  <a:lnTo>
                    <a:pt x="0" y="0"/>
                  </a:lnTo>
                  <a:lnTo>
                    <a:pt x="0" y="45720"/>
                  </a:lnTo>
                  <a:lnTo>
                    <a:pt x="9144000" y="45720"/>
                  </a:lnTo>
                  <a:lnTo>
                    <a:pt x="9144000" y="0"/>
                  </a:lnTo>
                  <a:close/>
                </a:path>
              </a:pathLst>
            </a:custGeom>
            <a:solidFill>
              <a:srgbClr val="7E7E7E"/>
            </a:solidFill>
          </p:spPr>
          <p:txBody>
            <a:bodyPr wrap="square" lIns="0" tIns="0" rIns="0" bIns="0" rtlCol="0"/>
            <a:lstStyle/>
            <a:p>
              <a:endParaRPr/>
            </a:p>
          </p:txBody>
        </p:sp>
        <p:sp>
          <p:nvSpPr>
            <p:cNvPr id="6" name="object 6"/>
            <p:cNvSpPr/>
            <p:nvPr/>
          </p:nvSpPr>
          <p:spPr>
            <a:xfrm>
              <a:off x="762" y="782573"/>
              <a:ext cx="9144000" cy="45720"/>
            </a:xfrm>
            <a:custGeom>
              <a:avLst/>
              <a:gdLst/>
              <a:ahLst/>
              <a:cxnLst/>
              <a:rect l="l" t="t" r="r" b="b"/>
              <a:pathLst>
                <a:path w="9144000" h="45719">
                  <a:moveTo>
                    <a:pt x="0" y="45720"/>
                  </a:moveTo>
                  <a:lnTo>
                    <a:pt x="9144000" y="45720"/>
                  </a:lnTo>
                  <a:lnTo>
                    <a:pt x="9144000" y="0"/>
                  </a:lnTo>
                  <a:lnTo>
                    <a:pt x="0" y="0"/>
                  </a:lnTo>
                  <a:lnTo>
                    <a:pt x="0" y="45720"/>
                  </a:lnTo>
                  <a:close/>
                </a:path>
              </a:pathLst>
            </a:custGeom>
            <a:ln w="25400">
              <a:solidFill>
                <a:srgbClr val="7E7E7E"/>
              </a:solidFill>
            </a:ln>
          </p:spPr>
          <p:txBody>
            <a:bodyPr wrap="square" lIns="0" tIns="0" rIns="0" bIns="0" rtlCol="0"/>
            <a:lstStyle/>
            <a:p>
              <a:endParaRPr/>
            </a:p>
          </p:txBody>
        </p:sp>
        <p:sp>
          <p:nvSpPr>
            <p:cNvPr id="7" name="object 7"/>
            <p:cNvSpPr/>
            <p:nvPr/>
          </p:nvSpPr>
          <p:spPr>
            <a:xfrm>
              <a:off x="762" y="724661"/>
              <a:ext cx="9144000" cy="45720"/>
            </a:xfrm>
            <a:custGeom>
              <a:avLst/>
              <a:gdLst/>
              <a:ahLst/>
              <a:cxnLst/>
              <a:rect l="l" t="t" r="r" b="b"/>
              <a:pathLst>
                <a:path w="9144000" h="45720">
                  <a:moveTo>
                    <a:pt x="9144000" y="0"/>
                  </a:moveTo>
                  <a:lnTo>
                    <a:pt x="0" y="0"/>
                  </a:lnTo>
                  <a:lnTo>
                    <a:pt x="0" y="45720"/>
                  </a:lnTo>
                  <a:lnTo>
                    <a:pt x="9144000" y="45720"/>
                  </a:lnTo>
                  <a:lnTo>
                    <a:pt x="9144000" y="0"/>
                  </a:lnTo>
                  <a:close/>
                </a:path>
              </a:pathLst>
            </a:custGeom>
            <a:solidFill>
              <a:srgbClr val="FF0000"/>
            </a:solidFill>
          </p:spPr>
          <p:txBody>
            <a:bodyPr wrap="square" lIns="0" tIns="0" rIns="0" bIns="0" rtlCol="0"/>
            <a:lstStyle/>
            <a:p>
              <a:endParaRPr/>
            </a:p>
          </p:txBody>
        </p:sp>
        <p:sp>
          <p:nvSpPr>
            <p:cNvPr id="8" name="object 8"/>
            <p:cNvSpPr/>
            <p:nvPr/>
          </p:nvSpPr>
          <p:spPr>
            <a:xfrm>
              <a:off x="762" y="724661"/>
              <a:ext cx="9144000" cy="45720"/>
            </a:xfrm>
            <a:custGeom>
              <a:avLst/>
              <a:gdLst/>
              <a:ahLst/>
              <a:cxnLst/>
              <a:rect l="l" t="t" r="r" b="b"/>
              <a:pathLst>
                <a:path w="9144000" h="45720">
                  <a:moveTo>
                    <a:pt x="0" y="45720"/>
                  </a:moveTo>
                  <a:lnTo>
                    <a:pt x="9144000" y="45720"/>
                  </a:lnTo>
                  <a:lnTo>
                    <a:pt x="9144000" y="0"/>
                  </a:lnTo>
                  <a:lnTo>
                    <a:pt x="0" y="0"/>
                  </a:lnTo>
                  <a:lnTo>
                    <a:pt x="0" y="45720"/>
                  </a:lnTo>
                  <a:close/>
                </a:path>
              </a:pathLst>
            </a:custGeom>
            <a:ln w="25400">
              <a:solidFill>
                <a:srgbClr val="FF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8378952" y="414527"/>
              <a:ext cx="713231" cy="262127"/>
            </a:xfrm>
            <a:prstGeom prst="rect">
              <a:avLst/>
            </a:prstGeom>
          </p:spPr>
        </p:pic>
      </p:grpSp>
      <p:sp>
        <p:nvSpPr>
          <p:cNvPr id="10" name="object 10"/>
          <p:cNvSpPr/>
          <p:nvPr/>
        </p:nvSpPr>
        <p:spPr>
          <a:xfrm>
            <a:off x="4858511" y="903732"/>
            <a:ext cx="3773804" cy="498475"/>
          </a:xfrm>
          <a:custGeom>
            <a:avLst/>
            <a:gdLst/>
            <a:ahLst/>
            <a:cxnLst/>
            <a:rect l="l" t="t" r="r" b="b"/>
            <a:pathLst>
              <a:path w="3773804" h="498475">
                <a:moveTo>
                  <a:pt x="3690366" y="0"/>
                </a:moveTo>
                <a:lnTo>
                  <a:pt x="83058" y="0"/>
                </a:lnTo>
                <a:lnTo>
                  <a:pt x="50738" y="6530"/>
                </a:lnTo>
                <a:lnTo>
                  <a:pt x="24336" y="24336"/>
                </a:lnTo>
                <a:lnTo>
                  <a:pt x="6530" y="50738"/>
                </a:lnTo>
                <a:lnTo>
                  <a:pt x="0" y="83057"/>
                </a:lnTo>
                <a:lnTo>
                  <a:pt x="0" y="415289"/>
                </a:lnTo>
                <a:lnTo>
                  <a:pt x="6530" y="447609"/>
                </a:lnTo>
                <a:lnTo>
                  <a:pt x="24336" y="474011"/>
                </a:lnTo>
                <a:lnTo>
                  <a:pt x="50738" y="491817"/>
                </a:lnTo>
                <a:lnTo>
                  <a:pt x="83058" y="498347"/>
                </a:lnTo>
                <a:lnTo>
                  <a:pt x="3690366" y="498347"/>
                </a:lnTo>
                <a:lnTo>
                  <a:pt x="3722685" y="491817"/>
                </a:lnTo>
                <a:lnTo>
                  <a:pt x="3749087" y="474011"/>
                </a:lnTo>
                <a:lnTo>
                  <a:pt x="3766893" y="447609"/>
                </a:lnTo>
                <a:lnTo>
                  <a:pt x="3773423" y="415289"/>
                </a:lnTo>
                <a:lnTo>
                  <a:pt x="3773423" y="83057"/>
                </a:lnTo>
                <a:lnTo>
                  <a:pt x="3766893" y="50738"/>
                </a:lnTo>
                <a:lnTo>
                  <a:pt x="3749087" y="24336"/>
                </a:lnTo>
                <a:lnTo>
                  <a:pt x="3722685" y="6530"/>
                </a:lnTo>
                <a:lnTo>
                  <a:pt x="3690366" y="0"/>
                </a:lnTo>
                <a:close/>
              </a:path>
            </a:pathLst>
          </a:custGeom>
          <a:solidFill>
            <a:srgbClr val="CCC1DA"/>
          </a:solidFill>
        </p:spPr>
        <p:txBody>
          <a:bodyPr wrap="square" lIns="0" tIns="0" rIns="0" bIns="0" rtlCol="0"/>
          <a:lstStyle/>
          <a:p>
            <a:endParaRPr/>
          </a:p>
        </p:txBody>
      </p:sp>
      <p:sp>
        <p:nvSpPr>
          <p:cNvPr id="11" name="object 11"/>
          <p:cNvSpPr txBox="1"/>
          <p:nvPr/>
        </p:nvSpPr>
        <p:spPr>
          <a:xfrm>
            <a:off x="5080761" y="1043177"/>
            <a:ext cx="3014980" cy="239395"/>
          </a:xfrm>
          <a:prstGeom prst="rect">
            <a:avLst/>
          </a:prstGeom>
        </p:spPr>
        <p:txBody>
          <a:bodyPr vert="horz" wrap="square" lIns="0" tIns="13335" rIns="0" bIns="0" rtlCol="0">
            <a:spAutoFit/>
          </a:bodyPr>
          <a:lstStyle/>
          <a:p>
            <a:pPr marL="12700">
              <a:lnSpc>
                <a:spcPct val="100000"/>
              </a:lnSpc>
              <a:spcBef>
                <a:spcPts val="105"/>
              </a:spcBef>
            </a:pPr>
            <a:r>
              <a:rPr sz="1400" b="1" spc="-695" dirty="0">
                <a:solidFill>
                  <a:srgbClr val="FF0000"/>
                </a:solidFill>
                <a:latin typeface="Microsoft YaHei UI"/>
                <a:cs typeface="Microsoft YaHei UI"/>
              </a:rPr>
              <a:t>【</a:t>
            </a:r>
            <a:r>
              <a:rPr sz="1400" b="1" dirty="0">
                <a:solidFill>
                  <a:srgbClr val="FF0000"/>
                </a:solidFill>
                <a:latin typeface="Microsoft YaHei UI"/>
                <a:cs typeface="Microsoft YaHei UI"/>
              </a:rPr>
              <a:t>販促</a:t>
            </a:r>
            <a:r>
              <a:rPr sz="1400" b="1" spc="-695" dirty="0">
                <a:solidFill>
                  <a:srgbClr val="FF0000"/>
                </a:solidFill>
                <a:latin typeface="Microsoft YaHei UI"/>
                <a:cs typeface="Microsoft YaHei UI"/>
              </a:rPr>
              <a:t>】</a:t>
            </a:r>
            <a:r>
              <a:rPr sz="1400" b="1" spc="-35" dirty="0">
                <a:solidFill>
                  <a:srgbClr val="FFFFFF"/>
                </a:solidFill>
                <a:latin typeface="Microsoft YaHei UI"/>
                <a:cs typeface="Microsoft YaHei UI"/>
              </a:rPr>
              <a:t>どうや</a:t>
            </a:r>
            <a:r>
              <a:rPr sz="1400" b="1" spc="-50" dirty="0">
                <a:solidFill>
                  <a:srgbClr val="FFFFFF"/>
                </a:solidFill>
                <a:latin typeface="Microsoft YaHei UI"/>
                <a:cs typeface="Microsoft YaHei UI"/>
              </a:rPr>
              <a:t>って</a:t>
            </a:r>
            <a:r>
              <a:rPr sz="1400" b="1" spc="-65" dirty="0">
                <a:solidFill>
                  <a:srgbClr val="FFFFFF"/>
                </a:solidFill>
                <a:latin typeface="Microsoft YaHei UI"/>
                <a:cs typeface="Microsoft YaHei UI"/>
              </a:rPr>
              <a:t>登</a:t>
            </a:r>
            <a:r>
              <a:rPr sz="1400" b="1" dirty="0">
                <a:solidFill>
                  <a:srgbClr val="FFFFFF"/>
                </a:solidFill>
                <a:latin typeface="Microsoft YaHei UI"/>
                <a:cs typeface="Microsoft YaHei UI"/>
              </a:rPr>
              <a:t>録者</a:t>
            </a:r>
            <a:r>
              <a:rPr sz="1400" b="1" spc="-15" dirty="0">
                <a:solidFill>
                  <a:srgbClr val="FFFFFF"/>
                </a:solidFill>
                <a:latin typeface="Microsoft YaHei UI"/>
                <a:cs typeface="Microsoft YaHei UI"/>
              </a:rPr>
              <a:t>を</a:t>
            </a:r>
            <a:r>
              <a:rPr sz="1400" b="1" spc="-10" dirty="0">
                <a:solidFill>
                  <a:srgbClr val="FFFFFF"/>
                </a:solidFill>
                <a:latin typeface="Microsoft YaHei UI"/>
                <a:cs typeface="Microsoft YaHei UI"/>
              </a:rPr>
              <a:t>増やすの？</a:t>
            </a:r>
            <a:endParaRPr sz="1400">
              <a:latin typeface="Microsoft YaHei UI"/>
              <a:cs typeface="Microsoft YaHei UI"/>
            </a:endParaRPr>
          </a:p>
        </p:txBody>
      </p:sp>
      <p:grpSp>
        <p:nvGrpSpPr>
          <p:cNvPr id="12" name="object 12"/>
          <p:cNvGrpSpPr/>
          <p:nvPr/>
        </p:nvGrpSpPr>
        <p:grpSpPr>
          <a:xfrm>
            <a:off x="7854950" y="1141730"/>
            <a:ext cx="1224915" cy="813435"/>
            <a:chOff x="7854950" y="1141730"/>
            <a:chExt cx="1224915" cy="813435"/>
          </a:xfrm>
        </p:grpSpPr>
        <p:sp>
          <p:nvSpPr>
            <p:cNvPr id="13" name="object 13"/>
            <p:cNvSpPr/>
            <p:nvPr/>
          </p:nvSpPr>
          <p:spPr>
            <a:xfrm>
              <a:off x="7867650" y="1154430"/>
              <a:ext cx="1199515" cy="788035"/>
            </a:xfrm>
            <a:custGeom>
              <a:avLst/>
              <a:gdLst/>
              <a:ahLst/>
              <a:cxnLst/>
              <a:rect l="l" t="t" r="r" b="b"/>
              <a:pathLst>
                <a:path w="1199515" h="788035">
                  <a:moveTo>
                    <a:pt x="599694" y="0"/>
                  </a:moveTo>
                  <a:lnTo>
                    <a:pt x="541937" y="1803"/>
                  </a:lnTo>
                  <a:lnTo>
                    <a:pt x="485734" y="7104"/>
                  </a:lnTo>
                  <a:lnTo>
                    <a:pt x="431336" y="15737"/>
                  </a:lnTo>
                  <a:lnTo>
                    <a:pt x="378994" y="27536"/>
                  </a:lnTo>
                  <a:lnTo>
                    <a:pt x="328960" y="42338"/>
                  </a:lnTo>
                  <a:lnTo>
                    <a:pt x="281485" y="59975"/>
                  </a:lnTo>
                  <a:lnTo>
                    <a:pt x="236820" y="80284"/>
                  </a:lnTo>
                  <a:lnTo>
                    <a:pt x="195216" y="103099"/>
                  </a:lnTo>
                  <a:lnTo>
                    <a:pt x="156925" y="128255"/>
                  </a:lnTo>
                  <a:lnTo>
                    <a:pt x="122197" y="155587"/>
                  </a:lnTo>
                  <a:lnTo>
                    <a:pt x="91285" y="184929"/>
                  </a:lnTo>
                  <a:lnTo>
                    <a:pt x="64439" y="216117"/>
                  </a:lnTo>
                  <a:lnTo>
                    <a:pt x="41911" y="248984"/>
                  </a:lnTo>
                  <a:lnTo>
                    <a:pt x="23952" y="283367"/>
                  </a:lnTo>
                  <a:lnTo>
                    <a:pt x="2745" y="356017"/>
                  </a:lnTo>
                  <a:lnTo>
                    <a:pt x="0" y="393954"/>
                  </a:lnTo>
                  <a:lnTo>
                    <a:pt x="2745" y="431890"/>
                  </a:lnTo>
                  <a:lnTo>
                    <a:pt x="23952" y="504540"/>
                  </a:lnTo>
                  <a:lnTo>
                    <a:pt x="41911" y="538923"/>
                  </a:lnTo>
                  <a:lnTo>
                    <a:pt x="64439" y="571790"/>
                  </a:lnTo>
                  <a:lnTo>
                    <a:pt x="91285" y="602978"/>
                  </a:lnTo>
                  <a:lnTo>
                    <a:pt x="122197" y="632320"/>
                  </a:lnTo>
                  <a:lnTo>
                    <a:pt x="156925" y="659652"/>
                  </a:lnTo>
                  <a:lnTo>
                    <a:pt x="195216" y="684808"/>
                  </a:lnTo>
                  <a:lnTo>
                    <a:pt x="236820" y="707623"/>
                  </a:lnTo>
                  <a:lnTo>
                    <a:pt x="281485" y="727932"/>
                  </a:lnTo>
                  <a:lnTo>
                    <a:pt x="328960" y="745569"/>
                  </a:lnTo>
                  <a:lnTo>
                    <a:pt x="378994" y="760371"/>
                  </a:lnTo>
                  <a:lnTo>
                    <a:pt x="431336" y="772170"/>
                  </a:lnTo>
                  <a:lnTo>
                    <a:pt x="485734" y="780803"/>
                  </a:lnTo>
                  <a:lnTo>
                    <a:pt x="541937" y="786104"/>
                  </a:lnTo>
                  <a:lnTo>
                    <a:pt x="599694" y="787908"/>
                  </a:lnTo>
                  <a:lnTo>
                    <a:pt x="657450" y="786104"/>
                  </a:lnTo>
                  <a:lnTo>
                    <a:pt x="713653" y="780803"/>
                  </a:lnTo>
                  <a:lnTo>
                    <a:pt x="768051" y="772170"/>
                  </a:lnTo>
                  <a:lnTo>
                    <a:pt x="820393" y="760371"/>
                  </a:lnTo>
                  <a:lnTo>
                    <a:pt x="870427" y="745569"/>
                  </a:lnTo>
                  <a:lnTo>
                    <a:pt x="917902" y="727932"/>
                  </a:lnTo>
                  <a:lnTo>
                    <a:pt x="962567" y="707623"/>
                  </a:lnTo>
                  <a:lnTo>
                    <a:pt x="1004171" y="684808"/>
                  </a:lnTo>
                  <a:lnTo>
                    <a:pt x="1042462" y="659652"/>
                  </a:lnTo>
                  <a:lnTo>
                    <a:pt x="1077190" y="632320"/>
                  </a:lnTo>
                  <a:lnTo>
                    <a:pt x="1108102" y="602978"/>
                  </a:lnTo>
                  <a:lnTo>
                    <a:pt x="1134948" y="571790"/>
                  </a:lnTo>
                  <a:lnTo>
                    <a:pt x="1157476" y="538923"/>
                  </a:lnTo>
                  <a:lnTo>
                    <a:pt x="1175435" y="504540"/>
                  </a:lnTo>
                  <a:lnTo>
                    <a:pt x="1196642" y="431890"/>
                  </a:lnTo>
                  <a:lnTo>
                    <a:pt x="1199388" y="393954"/>
                  </a:lnTo>
                  <a:lnTo>
                    <a:pt x="1196642" y="356017"/>
                  </a:lnTo>
                  <a:lnTo>
                    <a:pt x="1175435" y="283367"/>
                  </a:lnTo>
                  <a:lnTo>
                    <a:pt x="1157476" y="248984"/>
                  </a:lnTo>
                  <a:lnTo>
                    <a:pt x="1134948" y="216117"/>
                  </a:lnTo>
                  <a:lnTo>
                    <a:pt x="1108102" y="184929"/>
                  </a:lnTo>
                  <a:lnTo>
                    <a:pt x="1077190" y="155587"/>
                  </a:lnTo>
                  <a:lnTo>
                    <a:pt x="1042462" y="128255"/>
                  </a:lnTo>
                  <a:lnTo>
                    <a:pt x="1004171" y="103099"/>
                  </a:lnTo>
                  <a:lnTo>
                    <a:pt x="962567" y="80284"/>
                  </a:lnTo>
                  <a:lnTo>
                    <a:pt x="917902" y="59975"/>
                  </a:lnTo>
                  <a:lnTo>
                    <a:pt x="870427" y="42338"/>
                  </a:lnTo>
                  <a:lnTo>
                    <a:pt x="820393" y="27536"/>
                  </a:lnTo>
                  <a:lnTo>
                    <a:pt x="768051" y="15737"/>
                  </a:lnTo>
                  <a:lnTo>
                    <a:pt x="713653" y="7104"/>
                  </a:lnTo>
                  <a:lnTo>
                    <a:pt x="657450" y="1803"/>
                  </a:lnTo>
                  <a:lnTo>
                    <a:pt x="599694" y="0"/>
                  </a:lnTo>
                  <a:close/>
                </a:path>
              </a:pathLst>
            </a:custGeom>
            <a:solidFill>
              <a:srgbClr val="E36C09"/>
            </a:solidFill>
          </p:spPr>
          <p:txBody>
            <a:bodyPr wrap="square" lIns="0" tIns="0" rIns="0" bIns="0" rtlCol="0"/>
            <a:lstStyle/>
            <a:p>
              <a:endParaRPr/>
            </a:p>
          </p:txBody>
        </p:sp>
        <p:sp>
          <p:nvSpPr>
            <p:cNvPr id="14" name="object 14"/>
            <p:cNvSpPr/>
            <p:nvPr/>
          </p:nvSpPr>
          <p:spPr>
            <a:xfrm>
              <a:off x="7867650" y="1154430"/>
              <a:ext cx="1199515" cy="788035"/>
            </a:xfrm>
            <a:custGeom>
              <a:avLst/>
              <a:gdLst/>
              <a:ahLst/>
              <a:cxnLst/>
              <a:rect l="l" t="t" r="r" b="b"/>
              <a:pathLst>
                <a:path w="1199515" h="788035">
                  <a:moveTo>
                    <a:pt x="0" y="393954"/>
                  </a:moveTo>
                  <a:lnTo>
                    <a:pt x="10812" y="319100"/>
                  </a:lnTo>
                  <a:lnTo>
                    <a:pt x="41911" y="248984"/>
                  </a:lnTo>
                  <a:lnTo>
                    <a:pt x="64439" y="216117"/>
                  </a:lnTo>
                  <a:lnTo>
                    <a:pt x="91285" y="184929"/>
                  </a:lnTo>
                  <a:lnTo>
                    <a:pt x="122197" y="155587"/>
                  </a:lnTo>
                  <a:lnTo>
                    <a:pt x="156925" y="128255"/>
                  </a:lnTo>
                  <a:lnTo>
                    <a:pt x="195216" y="103099"/>
                  </a:lnTo>
                  <a:lnTo>
                    <a:pt x="236820" y="80284"/>
                  </a:lnTo>
                  <a:lnTo>
                    <a:pt x="281485" y="59975"/>
                  </a:lnTo>
                  <a:lnTo>
                    <a:pt x="328960" y="42338"/>
                  </a:lnTo>
                  <a:lnTo>
                    <a:pt x="378994" y="27536"/>
                  </a:lnTo>
                  <a:lnTo>
                    <a:pt x="431336" y="15737"/>
                  </a:lnTo>
                  <a:lnTo>
                    <a:pt x="485734" y="7104"/>
                  </a:lnTo>
                  <a:lnTo>
                    <a:pt x="541937" y="1803"/>
                  </a:lnTo>
                  <a:lnTo>
                    <a:pt x="599694" y="0"/>
                  </a:lnTo>
                  <a:lnTo>
                    <a:pt x="657450" y="1803"/>
                  </a:lnTo>
                  <a:lnTo>
                    <a:pt x="713653" y="7104"/>
                  </a:lnTo>
                  <a:lnTo>
                    <a:pt x="768051" y="15737"/>
                  </a:lnTo>
                  <a:lnTo>
                    <a:pt x="820393" y="27536"/>
                  </a:lnTo>
                  <a:lnTo>
                    <a:pt x="870427" y="42338"/>
                  </a:lnTo>
                  <a:lnTo>
                    <a:pt x="917902" y="59975"/>
                  </a:lnTo>
                  <a:lnTo>
                    <a:pt x="962567" y="80284"/>
                  </a:lnTo>
                  <a:lnTo>
                    <a:pt x="1004171" y="103099"/>
                  </a:lnTo>
                  <a:lnTo>
                    <a:pt x="1042462" y="128255"/>
                  </a:lnTo>
                  <a:lnTo>
                    <a:pt x="1077190" y="155587"/>
                  </a:lnTo>
                  <a:lnTo>
                    <a:pt x="1108102" y="184929"/>
                  </a:lnTo>
                  <a:lnTo>
                    <a:pt x="1134948" y="216117"/>
                  </a:lnTo>
                  <a:lnTo>
                    <a:pt x="1157476" y="248984"/>
                  </a:lnTo>
                  <a:lnTo>
                    <a:pt x="1175435" y="283367"/>
                  </a:lnTo>
                  <a:lnTo>
                    <a:pt x="1196642" y="356017"/>
                  </a:lnTo>
                  <a:lnTo>
                    <a:pt x="1199388" y="393954"/>
                  </a:lnTo>
                  <a:lnTo>
                    <a:pt x="1196642" y="431890"/>
                  </a:lnTo>
                  <a:lnTo>
                    <a:pt x="1175435" y="504540"/>
                  </a:lnTo>
                  <a:lnTo>
                    <a:pt x="1157476" y="538923"/>
                  </a:lnTo>
                  <a:lnTo>
                    <a:pt x="1134948" y="571790"/>
                  </a:lnTo>
                  <a:lnTo>
                    <a:pt x="1108102" y="602978"/>
                  </a:lnTo>
                  <a:lnTo>
                    <a:pt x="1077190" y="632320"/>
                  </a:lnTo>
                  <a:lnTo>
                    <a:pt x="1042462" y="659652"/>
                  </a:lnTo>
                  <a:lnTo>
                    <a:pt x="1004171" y="684808"/>
                  </a:lnTo>
                  <a:lnTo>
                    <a:pt x="962567" y="707623"/>
                  </a:lnTo>
                  <a:lnTo>
                    <a:pt x="917902" y="727932"/>
                  </a:lnTo>
                  <a:lnTo>
                    <a:pt x="870427" y="745569"/>
                  </a:lnTo>
                  <a:lnTo>
                    <a:pt x="820393" y="760371"/>
                  </a:lnTo>
                  <a:lnTo>
                    <a:pt x="768051" y="772170"/>
                  </a:lnTo>
                  <a:lnTo>
                    <a:pt x="713653" y="780803"/>
                  </a:lnTo>
                  <a:lnTo>
                    <a:pt x="657450" y="786104"/>
                  </a:lnTo>
                  <a:lnTo>
                    <a:pt x="599694" y="787908"/>
                  </a:lnTo>
                  <a:lnTo>
                    <a:pt x="541937" y="786104"/>
                  </a:lnTo>
                  <a:lnTo>
                    <a:pt x="485734" y="780803"/>
                  </a:lnTo>
                  <a:lnTo>
                    <a:pt x="431336" y="772170"/>
                  </a:lnTo>
                  <a:lnTo>
                    <a:pt x="378994" y="760371"/>
                  </a:lnTo>
                  <a:lnTo>
                    <a:pt x="328960" y="745569"/>
                  </a:lnTo>
                  <a:lnTo>
                    <a:pt x="281485" y="727932"/>
                  </a:lnTo>
                  <a:lnTo>
                    <a:pt x="236820" y="707623"/>
                  </a:lnTo>
                  <a:lnTo>
                    <a:pt x="195216" y="684808"/>
                  </a:lnTo>
                  <a:lnTo>
                    <a:pt x="156925" y="659652"/>
                  </a:lnTo>
                  <a:lnTo>
                    <a:pt x="122197" y="632320"/>
                  </a:lnTo>
                  <a:lnTo>
                    <a:pt x="91285" y="602978"/>
                  </a:lnTo>
                  <a:lnTo>
                    <a:pt x="64439" y="571790"/>
                  </a:lnTo>
                  <a:lnTo>
                    <a:pt x="41911" y="538923"/>
                  </a:lnTo>
                  <a:lnTo>
                    <a:pt x="23952" y="504540"/>
                  </a:lnTo>
                  <a:lnTo>
                    <a:pt x="2745" y="431890"/>
                  </a:lnTo>
                  <a:lnTo>
                    <a:pt x="0" y="393954"/>
                  </a:lnTo>
                  <a:close/>
                </a:path>
              </a:pathLst>
            </a:custGeom>
            <a:ln w="25400">
              <a:solidFill>
                <a:srgbClr val="FFFFFF"/>
              </a:solidFill>
            </a:ln>
          </p:spPr>
          <p:txBody>
            <a:bodyPr wrap="square" lIns="0" tIns="0" rIns="0" bIns="0" rtlCol="0"/>
            <a:lstStyle/>
            <a:p>
              <a:endParaRPr/>
            </a:p>
          </p:txBody>
        </p:sp>
      </p:grpSp>
      <p:sp>
        <p:nvSpPr>
          <p:cNvPr id="15" name="object 15"/>
          <p:cNvSpPr txBox="1"/>
          <p:nvPr/>
        </p:nvSpPr>
        <p:spPr>
          <a:xfrm>
            <a:off x="8151621" y="1361694"/>
            <a:ext cx="633730" cy="391160"/>
          </a:xfrm>
          <a:prstGeom prst="rect">
            <a:avLst/>
          </a:prstGeom>
        </p:spPr>
        <p:txBody>
          <a:bodyPr vert="horz" wrap="square" lIns="0" tIns="12700" rIns="0" bIns="0" rtlCol="0">
            <a:spAutoFit/>
          </a:bodyPr>
          <a:lstStyle/>
          <a:p>
            <a:pPr marL="18415" marR="5080" indent="-6350">
              <a:lnSpc>
                <a:spcPct val="100000"/>
              </a:lnSpc>
              <a:spcBef>
                <a:spcPts val="100"/>
              </a:spcBef>
            </a:pPr>
            <a:r>
              <a:rPr sz="1200" b="1" spc="-5" dirty="0">
                <a:solidFill>
                  <a:srgbClr val="FFFFFF"/>
                </a:solidFill>
                <a:latin typeface="Microsoft YaHei UI"/>
                <a:cs typeface="Microsoft YaHei UI"/>
              </a:rPr>
              <a:t>無料には </a:t>
            </a:r>
            <a:r>
              <a:rPr sz="1200" b="1" spc="-30" dirty="0">
                <a:solidFill>
                  <a:srgbClr val="FFFFFF"/>
                </a:solidFill>
                <a:latin typeface="Microsoft YaHei UI"/>
                <a:cs typeface="Microsoft YaHei UI"/>
              </a:rPr>
              <a:t>限界あり</a:t>
            </a:r>
            <a:endParaRPr sz="1200">
              <a:latin typeface="Microsoft YaHei UI"/>
              <a:cs typeface="Microsoft YaHei UI"/>
            </a:endParaRPr>
          </a:p>
        </p:txBody>
      </p:sp>
      <p:sp>
        <p:nvSpPr>
          <p:cNvPr id="16" name="object 16"/>
          <p:cNvSpPr txBox="1">
            <a:spLocks noGrp="1"/>
          </p:cNvSpPr>
          <p:nvPr>
            <p:ph type="title"/>
          </p:nvPr>
        </p:nvSpPr>
        <p:spPr>
          <a:xfrm>
            <a:off x="98856" y="400161"/>
            <a:ext cx="4031615" cy="173766"/>
          </a:xfrm>
          <a:prstGeom prst="rect">
            <a:avLst/>
          </a:prstGeom>
        </p:spPr>
        <p:txBody>
          <a:bodyPr vert="horz" wrap="square" lIns="0" tIns="12065" rIns="0" bIns="0" rtlCol="0">
            <a:spAutoFit/>
          </a:bodyPr>
          <a:lstStyle/>
          <a:p>
            <a:pPr marL="12700">
              <a:lnSpc>
                <a:spcPct val="100000"/>
              </a:lnSpc>
              <a:spcBef>
                <a:spcPts val="95"/>
              </a:spcBef>
            </a:pPr>
            <a:r>
              <a:rPr sz="1050" spc="365" dirty="0"/>
              <a:t>5.LINE</a:t>
            </a:r>
            <a:r>
              <a:rPr sz="1050" spc="235" dirty="0"/>
              <a:t>シ</a:t>
            </a:r>
            <a:r>
              <a:rPr sz="1050" spc="385" dirty="0"/>
              <a:t>ス</a:t>
            </a:r>
            <a:r>
              <a:rPr sz="1050" spc="405" dirty="0"/>
              <a:t>テ</a:t>
            </a:r>
            <a:r>
              <a:rPr sz="1050" spc="260" dirty="0"/>
              <a:t>ム</a:t>
            </a:r>
            <a:r>
              <a:rPr sz="1050" spc="125" dirty="0"/>
              <a:t>導入</a:t>
            </a:r>
            <a:r>
              <a:rPr sz="1050" spc="420" dirty="0"/>
              <a:t>に</a:t>
            </a:r>
            <a:r>
              <a:rPr sz="1050" spc="125" dirty="0"/>
              <a:t>係</a:t>
            </a:r>
            <a:r>
              <a:rPr sz="1050" spc="440" dirty="0"/>
              <a:t>る</a:t>
            </a:r>
            <a:r>
              <a:rPr sz="1050" spc="125" dirty="0"/>
              <a:t>経費</a:t>
            </a:r>
            <a:r>
              <a:rPr sz="1050" spc="420" dirty="0"/>
              <a:t>に</a:t>
            </a:r>
            <a:r>
              <a:rPr sz="1050" spc="430" dirty="0"/>
              <a:t>つ</a:t>
            </a:r>
            <a:r>
              <a:rPr sz="1050" spc="415" dirty="0"/>
              <a:t>い</a:t>
            </a:r>
            <a:r>
              <a:rPr sz="1050" spc="290" dirty="0"/>
              <a:t>て</a:t>
            </a:r>
          </a:p>
        </p:txBody>
      </p:sp>
      <p:sp>
        <p:nvSpPr>
          <p:cNvPr id="18" name="object 18"/>
          <p:cNvSpPr txBox="1"/>
          <p:nvPr/>
        </p:nvSpPr>
        <p:spPr>
          <a:xfrm>
            <a:off x="211937" y="4503165"/>
            <a:ext cx="3589020" cy="864869"/>
          </a:xfrm>
          <a:prstGeom prst="rect">
            <a:avLst/>
          </a:prstGeom>
        </p:spPr>
        <p:txBody>
          <a:bodyPr vert="horz" wrap="square" lIns="0" tIns="12700" rIns="0" bIns="0" rtlCol="0">
            <a:spAutoFit/>
          </a:bodyPr>
          <a:lstStyle/>
          <a:p>
            <a:pPr marL="12700">
              <a:lnSpc>
                <a:spcPct val="100000"/>
              </a:lnSpc>
              <a:spcBef>
                <a:spcPts val="100"/>
              </a:spcBef>
            </a:pPr>
            <a:r>
              <a:rPr sz="1100" b="1" spc="5" dirty="0">
                <a:solidFill>
                  <a:srgbClr val="FF0000"/>
                </a:solidFill>
                <a:latin typeface="Microsoft YaHei UI"/>
                <a:cs typeface="Microsoft YaHei UI"/>
              </a:rPr>
              <a:t>•</a:t>
            </a:r>
            <a:r>
              <a:rPr sz="1100" b="1" spc="10" dirty="0">
                <a:solidFill>
                  <a:srgbClr val="FF0000"/>
                </a:solidFill>
                <a:latin typeface="Microsoft YaHei UI"/>
                <a:cs typeface="Microsoft YaHei UI"/>
              </a:rPr>
              <a:t>新規登録者の3～５</a:t>
            </a:r>
            <a:r>
              <a:rPr sz="1100" b="1" spc="-65" dirty="0">
                <a:solidFill>
                  <a:srgbClr val="FF0000"/>
                </a:solidFill>
                <a:latin typeface="Microsoft YaHei UI"/>
                <a:cs typeface="Microsoft YaHei UI"/>
              </a:rPr>
              <a:t>割</a:t>
            </a:r>
            <a:r>
              <a:rPr sz="1100" b="1" spc="-80" dirty="0">
                <a:solidFill>
                  <a:srgbClr val="FF0000"/>
                </a:solidFill>
                <a:latin typeface="Microsoft YaHei UI"/>
                <a:cs typeface="Microsoft YaHei UI"/>
              </a:rPr>
              <a:t>の</a:t>
            </a:r>
            <a:r>
              <a:rPr sz="1100" b="1" dirty="0">
                <a:solidFill>
                  <a:srgbClr val="FF0000"/>
                </a:solidFill>
                <a:latin typeface="Microsoft YaHei UI"/>
                <a:cs typeface="Microsoft YaHei UI"/>
              </a:rPr>
              <a:t>情報</a:t>
            </a:r>
            <a:r>
              <a:rPr sz="1100" b="1" spc="-15" dirty="0">
                <a:solidFill>
                  <a:srgbClr val="FF0000"/>
                </a:solidFill>
                <a:latin typeface="Microsoft YaHei UI"/>
                <a:cs typeface="Microsoft YaHei UI"/>
              </a:rPr>
              <a:t>を</a:t>
            </a:r>
            <a:r>
              <a:rPr sz="1100" b="1" dirty="0">
                <a:solidFill>
                  <a:srgbClr val="FF0000"/>
                </a:solidFill>
                <a:latin typeface="Microsoft YaHei UI"/>
                <a:cs typeface="Microsoft YaHei UI"/>
              </a:rPr>
              <a:t>入手</a:t>
            </a:r>
            <a:r>
              <a:rPr sz="1100" b="1" spc="-15" dirty="0">
                <a:solidFill>
                  <a:srgbClr val="FF0000"/>
                </a:solidFill>
                <a:latin typeface="Microsoft YaHei UI"/>
                <a:cs typeface="Microsoft YaHei UI"/>
              </a:rPr>
              <a:t>で</a:t>
            </a:r>
            <a:r>
              <a:rPr sz="1100" b="1" spc="-155" dirty="0">
                <a:solidFill>
                  <a:srgbClr val="FF0000"/>
                </a:solidFill>
                <a:latin typeface="Microsoft YaHei UI"/>
                <a:cs typeface="Microsoft YaHei UI"/>
              </a:rPr>
              <a:t>きる。</a:t>
            </a:r>
            <a:endParaRPr sz="1100">
              <a:latin typeface="Microsoft YaHei UI"/>
              <a:cs typeface="Microsoft YaHei UI"/>
            </a:endParaRPr>
          </a:p>
          <a:p>
            <a:pPr marL="12700">
              <a:lnSpc>
                <a:spcPct val="100000"/>
              </a:lnSpc>
              <a:spcBef>
                <a:spcPts val="5"/>
              </a:spcBef>
            </a:pPr>
            <a:r>
              <a:rPr sz="1100" b="1" spc="-10" dirty="0">
                <a:solidFill>
                  <a:srgbClr val="FF0000"/>
                </a:solidFill>
                <a:latin typeface="Microsoft YaHei UI"/>
                <a:cs typeface="Microsoft YaHei UI"/>
              </a:rPr>
              <a:t>•</a:t>
            </a:r>
            <a:r>
              <a:rPr sz="1100" b="1" spc="-15" dirty="0">
                <a:solidFill>
                  <a:srgbClr val="FF0000"/>
                </a:solidFill>
                <a:latin typeface="Microsoft YaHei UI"/>
                <a:cs typeface="Microsoft YaHei UI"/>
              </a:rPr>
              <a:t>採用に特化した</a:t>
            </a:r>
            <a:r>
              <a:rPr sz="1100" b="1" spc="-25" dirty="0">
                <a:solidFill>
                  <a:srgbClr val="FF0000"/>
                </a:solidFill>
                <a:latin typeface="Microsoft YaHei UI"/>
                <a:cs typeface="Microsoft YaHei UI"/>
              </a:rPr>
              <a:t>チ</a:t>
            </a:r>
            <a:r>
              <a:rPr sz="1100" b="1" spc="-170" dirty="0">
                <a:solidFill>
                  <a:srgbClr val="FF0000"/>
                </a:solidFill>
                <a:latin typeface="Microsoft YaHei UI"/>
                <a:cs typeface="Microsoft YaHei UI"/>
              </a:rPr>
              <a:t>ャッ</a:t>
            </a:r>
            <a:r>
              <a:rPr sz="1100" b="1" spc="-95" dirty="0">
                <a:solidFill>
                  <a:srgbClr val="FF0000"/>
                </a:solidFill>
                <a:latin typeface="Microsoft YaHei UI"/>
                <a:cs typeface="Microsoft YaHei UI"/>
              </a:rPr>
              <a:t>トボットの作</a:t>
            </a:r>
            <a:r>
              <a:rPr sz="1100" b="1" spc="-105" dirty="0">
                <a:solidFill>
                  <a:srgbClr val="FF0000"/>
                </a:solidFill>
                <a:latin typeface="Microsoft YaHei UI"/>
                <a:cs typeface="Microsoft YaHei UI"/>
              </a:rPr>
              <a:t>成</a:t>
            </a:r>
            <a:r>
              <a:rPr sz="1100" b="1" dirty="0">
                <a:solidFill>
                  <a:srgbClr val="FF0000"/>
                </a:solidFill>
                <a:latin typeface="Microsoft YaHei UI"/>
                <a:cs typeface="Microsoft YaHei UI"/>
              </a:rPr>
              <a:t>可能</a:t>
            </a:r>
            <a:endParaRPr sz="1100">
              <a:latin typeface="Microsoft YaHei UI"/>
              <a:cs typeface="Microsoft YaHei UI"/>
            </a:endParaRPr>
          </a:p>
          <a:p>
            <a:pPr marL="12700">
              <a:lnSpc>
                <a:spcPct val="100000"/>
              </a:lnSpc>
            </a:pPr>
            <a:r>
              <a:rPr sz="1100" b="1" spc="20" dirty="0">
                <a:solidFill>
                  <a:srgbClr val="FF0000"/>
                </a:solidFill>
                <a:latin typeface="Microsoft YaHei UI"/>
                <a:cs typeface="Microsoft YaHei UI"/>
              </a:rPr>
              <a:t>•</a:t>
            </a:r>
            <a:r>
              <a:rPr sz="1100" b="1" spc="45" dirty="0">
                <a:solidFill>
                  <a:srgbClr val="FF0000"/>
                </a:solidFill>
                <a:latin typeface="Microsoft YaHei UI"/>
                <a:cs typeface="Microsoft YaHei UI"/>
              </a:rPr>
              <a:t>適</a:t>
            </a:r>
            <a:r>
              <a:rPr sz="1100" b="1" spc="5" dirty="0">
                <a:solidFill>
                  <a:srgbClr val="FF0000"/>
                </a:solidFill>
                <a:latin typeface="Microsoft YaHei UI"/>
                <a:cs typeface="Microsoft YaHei UI"/>
              </a:rPr>
              <a:t>切</a:t>
            </a:r>
            <a:r>
              <a:rPr sz="1100" b="1" dirty="0">
                <a:solidFill>
                  <a:srgbClr val="FF0000"/>
                </a:solidFill>
                <a:latin typeface="Microsoft YaHei UI"/>
                <a:cs typeface="Microsoft YaHei UI"/>
              </a:rPr>
              <a:t>な</a:t>
            </a:r>
            <a:r>
              <a:rPr sz="1100" b="1" spc="5" dirty="0">
                <a:solidFill>
                  <a:srgbClr val="FF0000"/>
                </a:solidFill>
                <a:latin typeface="Microsoft YaHei UI"/>
                <a:cs typeface="Microsoft YaHei UI"/>
              </a:rPr>
              <a:t>配</a:t>
            </a:r>
            <a:r>
              <a:rPr sz="1100" b="1" dirty="0">
                <a:solidFill>
                  <a:srgbClr val="FF0000"/>
                </a:solidFill>
                <a:latin typeface="Microsoft YaHei UI"/>
                <a:cs typeface="Microsoft YaHei UI"/>
              </a:rPr>
              <a:t>信</a:t>
            </a:r>
            <a:r>
              <a:rPr sz="1100" b="1" spc="5" dirty="0">
                <a:solidFill>
                  <a:srgbClr val="FF0000"/>
                </a:solidFill>
                <a:latin typeface="Microsoft YaHei UI"/>
                <a:cs typeface="Microsoft YaHei UI"/>
              </a:rPr>
              <a:t>内</a:t>
            </a:r>
            <a:r>
              <a:rPr sz="1100" b="1" dirty="0">
                <a:solidFill>
                  <a:srgbClr val="FF0000"/>
                </a:solidFill>
                <a:latin typeface="Microsoft YaHei UI"/>
                <a:cs typeface="Microsoft YaHei UI"/>
              </a:rPr>
              <a:t>容</a:t>
            </a:r>
            <a:r>
              <a:rPr sz="1100" b="1" spc="-10" dirty="0">
                <a:solidFill>
                  <a:srgbClr val="FF0000"/>
                </a:solidFill>
                <a:latin typeface="Microsoft YaHei UI"/>
                <a:cs typeface="Microsoft YaHei UI"/>
              </a:rPr>
              <a:t>や</a:t>
            </a:r>
            <a:r>
              <a:rPr sz="1100" b="1" spc="5" dirty="0">
                <a:solidFill>
                  <a:srgbClr val="FF0000"/>
                </a:solidFill>
                <a:latin typeface="Microsoft YaHei UI"/>
                <a:cs typeface="Microsoft YaHei UI"/>
              </a:rPr>
              <a:t>分</a:t>
            </a:r>
            <a:r>
              <a:rPr sz="1100" b="1" spc="-15" dirty="0">
                <a:solidFill>
                  <a:srgbClr val="FF0000"/>
                </a:solidFill>
                <a:latin typeface="Microsoft YaHei UI"/>
                <a:cs typeface="Microsoft YaHei UI"/>
              </a:rPr>
              <a:t>析</a:t>
            </a:r>
            <a:r>
              <a:rPr sz="1100" b="1" spc="110" dirty="0">
                <a:solidFill>
                  <a:srgbClr val="FF0000"/>
                </a:solidFill>
                <a:latin typeface="Microsoft YaHei UI"/>
                <a:cs typeface="Microsoft YaHei UI"/>
              </a:rPr>
              <a:t>FB</a:t>
            </a:r>
            <a:r>
              <a:rPr sz="1100" b="1" spc="-10" dirty="0">
                <a:solidFill>
                  <a:srgbClr val="FF0000"/>
                </a:solidFill>
                <a:latin typeface="Microsoft YaHei UI"/>
                <a:cs typeface="Microsoft YaHei UI"/>
              </a:rPr>
              <a:t>な</a:t>
            </a:r>
            <a:r>
              <a:rPr sz="1100" b="1" spc="5" dirty="0">
                <a:solidFill>
                  <a:srgbClr val="FF0000"/>
                </a:solidFill>
                <a:latin typeface="Microsoft YaHei UI"/>
                <a:cs typeface="Microsoft YaHei UI"/>
              </a:rPr>
              <a:t>ど</a:t>
            </a:r>
            <a:r>
              <a:rPr sz="1100" b="1" dirty="0">
                <a:solidFill>
                  <a:srgbClr val="FF0000"/>
                </a:solidFill>
                <a:latin typeface="Microsoft YaHei UI"/>
                <a:cs typeface="Microsoft YaHei UI"/>
              </a:rPr>
              <a:t>の</a:t>
            </a:r>
            <a:r>
              <a:rPr sz="1100" b="1" spc="-40" dirty="0">
                <a:solidFill>
                  <a:srgbClr val="FF0000"/>
                </a:solidFill>
                <a:latin typeface="Microsoft YaHei UI"/>
                <a:cs typeface="Microsoft YaHei UI"/>
              </a:rPr>
              <a:t>サ</a:t>
            </a:r>
            <a:r>
              <a:rPr sz="1100" b="1" spc="-10" dirty="0">
                <a:solidFill>
                  <a:srgbClr val="FF0000"/>
                </a:solidFill>
                <a:latin typeface="Microsoft YaHei UI"/>
                <a:cs typeface="Microsoft YaHei UI"/>
              </a:rPr>
              <a:t>ポ</a:t>
            </a:r>
            <a:r>
              <a:rPr sz="1100" b="1" spc="-60" dirty="0">
                <a:solidFill>
                  <a:srgbClr val="FF0000"/>
                </a:solidFill>
                <a:latin typeface="Microsoft YaHei UI"/>
                <a:cs typeface="Microsoft YaHei UI"/>
              </a:rPr>
              <a:t>ー</a:t>
            </a:r>
            <a:r>
              <a:rPr sz="1100" b="1" spc="-75" dirty="0">
                <a:solidFill>
                  <a:srgbClr val="FF0000"/>
                </a:solidFill>
                <a:latin typeface="Microsoft YaHei UI"/>
                <a:cs typeface="Microsoft YaHei UI"/>
              </a:rPr>
              <a:t>トが</a:t>
            </a:r>
            <a:r>
              <a:rPr sz="1100" b="1" spc="-80" dirty="0">
                <a:solidFill>
                  <a:srgbClr val="FF0000"/>
                </a:solidFill>
                <a:latin typeface="Microsoft YaHei UI"/>
                <a:cs typeface="Microsoft YaHei UI"/>
              </a:rPr>
              <a:t>受</a:t>
            </a:r>
            <a:r>
              <a:rPr sz="1100" b="1" spc="-40" dirty="0">
                <a:solidFill>
                  <a:srgbClr val="FF0000"/>
                </a:solidFill>
                <a:latin typeface="Microsoft YaHei UI"/>
                <a:cs typeface="Microsoft YaHei UI"/>
              </a:rPr>
              <a:t>け</a:t>
            </a:r>
            <a:r>
              <a:rPr sz="1100" b="1" spc="-70" dirty="0">
                <a:solidFill>
                  <a:srgbClr val="FF0000"/>
                </a:solidFill>
                <a:latin typeface="Microsoft YaHei UI"/>
                <a:cs typeface="Microsoft YaHei UI"/>
              </a:rPr>
              <a:t>ら</a:t>
            </a:r>
            <a:r>
              <a:rPr sz="1100" b="1" spc="-5" dirty="0">
                <a:solidFill>
                  <a:srgbClr val="FF0000"/>
                </a:solidFill>
                <a:latin typeface="Microsoft YaHei UI"/>
                <a:cs typeface="Microsoft YaHei UI"/>
              </a:rPr>
              <a:t>れ</a:t>
            </a:r>
            <a:r>
              <a:rPr sz="1100" b="1" spc="-15" dirty="0">
                <a:solidFill>
                  <a:srgbClr val="FF0000"/>
                </a:solidFill>
                <a:latin typeface="Microsoft YaHei UI"/>
                <a:cs typeface="Microsoft YaHei UI"/>
              </a:rPr>
              <a:t>る</a:t>
            </a:r>
            <a:r>
              <a:rPr sz="1100" b="1" spc="-440" dirty="0">
                <a:solidFill>
                  <a:srgbClr val="FF0000"/>
                </a:solidFill>
                <a:latin typeface="Microsoft YaHei UI"/>
                <a:cs typeface="Microsoft YaHei UI"/>
              </a:rPr>
              <a:t>。</a:t>
            </a:r>
            <a:endParaRPr sz="1100">
              <a:latin typeface="Microsoft YaHei UI"/>
              <a:cs typeface="Microsoft YaHei UI"/>
            </a:endParaRPr>
          </a:p>
          <a:p>
            <a:pPr marL="12700">
              <a:lnSpc>
                <a:spcPct val="100000"/>
              </a:lnSpc>
            </a:pPr>
            <a:r>
              <a:rPr sz="1100" b="1" spc="-30" dirty="0">
                <a:solidFill>
                  <a:srgbClr val="FF0000"/>
                </a:solidFill>
                <a:latin typeface="Microsoft YaHei UI"/>
                <a:cs typeface="Microsoft YaHei UI"/>
              </a:rPr>
              <a:t>•</a:t>
            </a:r>
            <a:r>
              <a:rPr sz="1100" b="1" spc="-65" dirty="0">
                <a:solidFill>
                  <a:srgbClr val="FF0000"/>
                </a:solidFill>
                <a:latin typeface="Microsoft YaHei UI"/>
                <a:cs typeface="Microsoft YaHei UI"/>
              </a:rPr>
              <a:t>属性に応じた（グ</a:t>
            </a:r>
            <a:r>
              <a:rPr sz="1100" b="1" spc="-80" dirty="0">
                <a:solidFill>
                  <a:srgbClr val="FF0000"/>
                </a:solidFill>
                <a:latin typeface="Microsoft YaHei UI"/>
                <a:cs typeface="Microsoft YaHei UI"/>
              </a:rPr>
              <a:t>ル</a:t>
            </a:r>
            <a:r>
              <a:rPr sz="1100" b="1" spc="-50" dirty="0">
                <a:solidFill>
                  <a:srgbClr val="FF0000"/>
                </a:solidFill>
                <a:latin typeface="Microsoft YaHei UI"/>
                <a:cs typeface="Microsoft YaHei UI"/>
              </a:rPr>
              <a:t>ー</a:t>
            </a:r>
            <a:r>
              <a:rPr sz="1100" b="1" spc="-10" dirty="0">
                <a:solidFill>
                  <a:srgbClr val="FF0000"/>
                </a:solidFill>
                <a:latin typeface="Microsoft YaHei UI"/>
                <a:cs typeface="Microsoft YaHei UI"/>
              </a:rPr>
              <a:t>プ</a:t>
            </a:r>
            <a:r>
              <a:rPr sz="1100" b="1" spc="-25" dirty="0">
                <a:solidFill>
                  <a:srgbClr val="FF0000"/>
                </a:solidFill>
                <a:latin typeface="Microsoft YaHei UI"/>
                <a:cs typeface="Microsoft YaHei UI"/>
              </a:rPr>
              <a:t>内</a:t>
            </a:r>
            <a:r>
              <a:rPr sz="1100" b="1" dirty="0">
                <a:solidFill>
                  <a:srgbClr val="FF0000"/>
                </a:solidFill>
                <a:latin typeface="Microsoft YaHei UI"/>
                <a:cs typeface="Microsoft YaHei UI"/>
              </a:rPr>
              <a:t>外な</a:t>
            </a:r>
            <a:r>
              <a:rPr sz="1100" b="1" spc="-15" dirty="0">
                <a:solidFill>
                  <a:srgbClr val="FF0000"/>
                </a:solidFill>
                <a:latin typeface="Microsoft YaHei UI"/>
                <a:cs typeface="Microsoft YaHei UI"/>
              </a:rPr>
              <a:t>ど</a:t>
            </a:r>
            <a:r>
              <a:rPr sz="1100" b="1" spc="-300" dirty="0">
                <a:solidFill>
                  <a:srgbClr val="FF0000"/>
                </a:solidFill>
                <a:latin typeface="Microsoft YaHei UI"/>
                <a:cs typeface="Microsoft YaHei UI"/>
              </a:rPr>
              <a:t>）</a:t>
            </a:r>
            <a:r>
              <a:rPr sz="1100" b="1" spc="-305" dirty="0">
                <a:solidFill>
                  <a:srgbClr val="FF0000"/>
                </a:solidFill>
                <a:latin typeface="Microsoft YaHei UI"/>
                <a:cs typeface="Microsoft YaHei UI"/>
              </a:rPr>
              <a:t>セ</a:t>
            </a:r>
            <a:r>
              <a:rPr sz="1100" b="1" spc="-55" dirty="0">
                <a:solidFill>
                  <a:srgbClr val="FF0000"/>
                </a:solidFill>
                <a:latin typeface="Microsoft YaHei UI"/>
                <a:cs typeface="Microsoft YaHei UI"/>
              </a:rPr>
              <a:t>グ</a:t>
            </a:r>
            <a:r>
              <a:rPr sz="1100" b="1" spc="-60" dirty="0">
                <a:solidFill>
                  <a:srgbClr val="FF0000"/>
                </a:solidFill>
                <a:latin typeface="Microsoft YaHei UI"/>
                <a:cs typeface="Microsoft YaHei UI"/>
              </a:rPr>
              <a:t>メ</a:t>
            </a:r>
            <a:r>
              <a:rPr sz="1100" b="1" spc="-75" dirty="0">
                <a:solidFill>
                  <a:srgbClr val="FF0000"/>
                </a:solidFill>
                <a:latin typeface="Microsoft YaHei UI"/>
                <a:cs typeface="Microsoft YaHei UI"/>
              </a:rPr>
              <a:t>ン</a:t>
            </a:r>
            <a:r>
              <a:rPr sz="1100" b="1" spc="-80" dirty="0">
                <a:solidFill>
                  <a:srgbClr val="FF0000"/>
                </a:solidFill>
                <a:latin typeface="Microsoft YaHei UI"/>
                <a:cs typeface="Microsoft YaHei UI"/>
              </a:rPr>
              <a:t>ト配</a:t>
            </a:r>
            <a:r>
              <a:rPr sz="1100" b="1" spc="-90" dirty="0">
                <a:solidFill>
                  <a:srgbClr val="FF0000"/>
                </a:solidFill>
                <a:latin typeface="Microsoft YaHei UI"/>
                <a:cs typeface="Microsoft YaHei UI"/>
              </a:rPr>
              <a:t>信</a:t>
            </a:r>
            <a:r>
              <a:rPr sz="1100" b="1" dirty="0">
                <a:solidFill>
                  <a:srgbClr val="FF0000"/>
                </a:solidFill>
                <a:latin typeface="Microsoft YaHei UI"/>
                <a:cs typeface="Microsoft YaHei UI"/>
              </a:rPr>
              <a:t>が可</a:t>
            </a:r>
            <a:r>
              <a:rPr sz="1100" b="1" spc="-15" dirty="0">
                <a:solidFill>
                  <a:srgbClr val="FF0000"/>
                </a:solidFill>
                <a:latin typeface="Microsoft YaHei UI"/>
                <a:cs typeface="Microsoft YaHei UI"/>
              </a:rPr>
              <a:t>能</a:t>
            </a:r>
            <a:r>
              <a:rPr sz="1100" b="1" spc="-440" dirty="0">
                <a:solidFill>
                  <a:srgbClr val="FF0000"/>
                </a:solidFill>
                <a:latin typeface="Microsoft YaHei UI"/>
                <a:cs typeface="Microsoft YaHei UI"/>
              </a:rPr>
              <a:t>。</a:t>
            </a:r>
            <a:endParaRPr sz="1100">
              <a:latin typeface="Microsoft YaHei UI"/>
              <a:cs typeface="Microsoft YaHei UI"/>
            </a:endParaRPr>
          </a:p>
          <a:p>
            <a:pPr marL="12700">
              <a:lnSpc>
                <a:spcPct val="100000"/>
              </a:lnSpc>
            </a:pPr>
            <a:r>
              <a:rPr sz="1100" b="1" dirty="0">
                <a:solidFill>
                  <a:srgbClr val="FF0000"/>
                </a:solidFill>
                <a:latin typeface="Microsoft YaHei UI"/>
                <a:cs typeface="Microsoft YaHei UI"/>
              </a:rPr>
              <a:t>•ユ</a:t>
            </a:r>
            <a:r>
              <a:rPr sz="1100" b="1" spc="-10" dirty="0">
                <a:solidFill>
                  <a:srgbClr val="FF0000"/>
                </a:solidFill>
                <a:latin typeface="Microsoft YaHei UI"/>
                <a:cs typeface="Microsoft YaHei UI"/>
              </a:rPr>
              <a:t>ー</a:t>
            </a:r>
            <a:r>
              <a:rPr sz="1100" b="1" spc="-20" dirty="0">
                <a:solidFill>
                  <a:srgbClr val="FF0000"/>
                </a:solidFill>
                <a:latin typeface="Microsoft YaHei UI"/>
                <a:cs typeface="Microsoft YaHei UI"/>
              </a:rPr>
              <a:t>ザ</a:t>
            </a:r>
            <a:r>
              <a:rPr sz="1100" b="1" spc="-25" dirty="0">
                <a:solidFill>
                  <a:srgbClr val="FF0000"/>
                </a:solidFill>
                <a:latin typeface="Microsoft YaHei UI"/>
                <a:cs typeface="Microsoft YaHei UI"/>
              </a:rPr>
              <a:t>ー</a:t>
            </a:r>
            <a:r>
              <a:rPr sz="1100" b="1" dirty="0">
                <a:solidFill>
                  <a:srgbClr val="FF0000"/>
                </a:solidFill>
                <a:latin typeface="Microsoft YaHei UI"/>
                <a:cs typeface="Microsoft YaHei UI"/>
              </a:rPr>
              <a:t>情報の管</a:t>
            </a:r>
            <a:r>
              <a:rPr sz="1100" b="1" spc="-15" dirty="0">
                <a:solidFill>
                  <a:srgbClr val="FF0000"/>
                </a:solidFill>
                <a:latin typeface="Microsoft YaHei UI"/>
                <a:cs typeface="Microsoft YaHei UI"/>
              </a:rPr>
              <a:t>理</a:t>
            </a:r>
            <a:r>
              <a:rPr sz="1100" b="1" dirty="0">
                <a:solidFill>
                  <a:srgbClr val="FF0000"/>
                </a:solidFill>
                <a:latin typeface="Microsoft YaHei UI"/>
                <a:cs typeface="Microsoft YaHei UI"/>
              </a:rPr>
              <a:t>が簡</a:t>
            </a:r>
            <a:r>
              <a:rPr sz="1100" b="1" spc="-15" dirty="0">
                <a:solidFill>
                  <a:srgbClr val="FF0000"/>
                </a:solidFill>
                <a:latin typeface="Microsoft YaHei UI"/>
                <a:cs typeface="Microsoft YaHei UI"/>
              </a:rPr>
              <a:t>易</a:t>
            </a:r>
            <a:r>
              <a:rPr sz="1100" b="1" spc="-229" dirty="0">
                <a:solidFill>
                  <a:srgbClr val="FF0000"/>
                </a:solidFill>
                <a:latin typeface="Microsoft YaHei UI"/>
                <a:cs typeface="Microsoft YaHei UI"/>
              </a:rPr>
              <a:t>に。</a:t>
            </a:r>
            <a:endParaRPr sz="1100">
              <a:latin typeface="Microsoft YaHei UI"/>
              <a:cs typeface="Microsoft YaHei UI"/>
            </a:endParaRPr>
          </a:p>
        </p:txBody>
      </p:sp>
      <p:sp>
        <p:nvSpPr>
          <p:cNvPr id="19" name="object 19"/>
          <p:cNvSpPr/>
          <p:nvPr/>
        </p:nvSpPr>
        <p:spPr>
          <a:xfrm>
            <a:off x="132587" y="2906267"/>
            <a:ext cx="3743325" cy="497205"/>
          </a:xfrm>
          <a:custGeom>
            <a:avLst/>
            <a:gdLst/>
            <a:ahLst/>
            <a:cxnLst/>
            <a:rect l="l" t="t" r="r" b="b"/>
            <a:pathLst>
              <a:path w="3743325" h="497204">
                <a:moveTo>
                  <a:pt x="3660140" y="0"/>
                </a:moveTo>
                <a:lnTo>
                  <a:pt x="82804" y="0"/>
                </a:lnTo>
                <a:lnTo>
                  <a:pt x="50572" y="6508"/>
                </a:lnTo>
                <a:lnTo>
                  <a:pt x="24252" y="24257"/>
                </a:lnTo>
                <a:lnTo>
                  <a:pt x="6506" y="50577"/>
                </a:lnTo>
                <a:lnTo>
                  <a:pt x="0" y="82804"/>
                </a:lnTo>
                <a:lnTo>
                  <a:pt x="0" y="414020"/>
                </a:lnTo>
                <a:lnTo>
                  <a:pt x="6506" y="446246"/>
                </a:lnTo>
                <a:lnTo>
                  <a:pt x="24252" y="472567"/>
                </a:lnTo>
                <a:lnTo>
                  <a:pt x="50572" y="490315"/>
                </a:lnTo>
                <a:lnTo>
                  <a:pt x="82804" y="496824"/>
                </a:lnTo>
                <a:lnTo>
                  <a:pt x="3660140" y="496824"/>
                </a:lnTo>
                <a:lnTo>
                  <a:pt x="3692366" y="490315"/>
                </a:lnTo>
                <a:lnTo>
                  <a:pt x="3718687" y="472567"/>
                </a:lnTo>
                <a:lnTo>
                  <a:pt x="3736435" y="446246"/>
                </a:lnTo>
                <a:lnTo>
                  <a:pt x="3742944" y="414020"/>
                </a:lnTo>
                <a:lnTo>
                  <a:pt x="3742944" y="82804"/>
                </a:lnTo>
                <a:lnTo>
                  <a:pt x="3736435" y="50577"/>
                </a:lnTo>
                <a:lnTo>
                  <a:pt x="3718687" y="24257"/>
                </a:lnTo>
                <a:lnTo>
                  <a:pt x="3692366" y="6508"/>
                </a:lnTo>
                <a:lnTo>
                  <a:pt x="3660140" y="0"/>
                </a:lnTo>
                <a:close/>
              </a:path>
            </a:pathLst>
          </a:custGeom>
          <a:solidFill>
            <a:srgbClr val="938953"/>
          </a:solidFill>
        </p:spPr>
        <p:txBody>
          <a:bodyPr wrap="square" lIns="0" tIns="0" rIns="0" bIns="0" rtlCol="0"/>
          <a:lstStyle/>
          <a:p>
            <a:endParaRPr/>
          </a:p>
        </p:txBody>
      </p:sp>
      <p:sp>
        <p:nvSpPr>
          <p:cNvPr id="20" name="object 20"/>
          <p:cNvSpPr txBox="1"/>
          <p:nvPr/>
        </p:nvSpPr>
        <p:spPr>
          <a:xfrm>
            <a:off x="236321" y="3044698"/>
            <a:ext cx="2468245" cy="239395"/>
          </a:xfrm>
          <a:prstGeom prst="rect">
            <a:avLst/>
          </a:prstGeom>
        </p:spPr>
        <p:txBody>
          <a:bodyPr vert="horz" wrap="square" lIns="0" tIns="13335" rIns="0" bIns="0" rtlCol="0">
            <a:spAutoFit/>
          </a:bodyPr>
          <a:lstStyle/>
          <a:p>
            <a:pPr marL="12700">
              <a:lnSpc>
                <a:spcPct val="100000"/>
              </a:lnSpc>
              <a:spcBef>
                <a:spcPts val="105"/>
              </a:spcBef>
            </a:pPr>
            <a:r>
              <a:rPr sz="1400" b="1" spc="-695" dirty="0">
                <a:solidFill>
                  <a:srgbClr val="FF0000"/>
                </a:solidFill>
                <a:latin typeface="Microsoft YaHei UI"/>
                <a:cs typeface="Microsoft YaHei UI"/>
              </a:rPr>
              <a:t>【</a:t>
            </a:r>
            <a:r>
              <a:rPr sz="1400" b="1" dirty="0">
                <a:solidFill>
                  <a:srgbClr val="FF0000"/>
                </a:solidFill>
                <a:latin typeface="Microsoft YaHei UI"/>
                <a:cs typeface="Microsoft YaHei UI"/>
              </a:rPr>
              <a:t>管理</a:t>
            </a:r>
            <a:r>
              <a:rPr sz="1400" b="1" spc="-695" dirty="0">
                <a:solidFill>
                  <a:srgbClr val="FF0000"/>
                </a:solidFill>
                <a:latin typeface="Microsoft YaHei UI"/>
                <a:cs typeface="Microsoft YaHei UI"/>
              </a:rPr>
              <a:t>】</a:t>
            </a:r>
            <a:r>
              <a:rPr sz="1400" b="1" spc="-135" dirty="0">
                <a:solidFill>
                  <a:srgbClr val="FFFFFF"/>
                </a:solidFill>
                <a:latin typeface="Microsoft YaHei UI"/>
                <a:cs typeface="Microsoft YaHei UI"/>
              </a:rPr>
              <a:t>シ</a:t>
            </a:r>
            <a:r>
              <a:rPr sz="1400" b="1" spc="-65" dirty="0">
                <a:solidFill>
                  <a:srgbClr val="FFFFFF"/>
                </a:solidFill>
                <a:latin typeface="Microsoft YaHei UI"/>
                <a:cs typeface="Microsoft YaHei UI"/>
              </a:rPr>
              <a:t>ス</a:t>
            </a:r>
            <a:r>
              <a:rPr sz="1400" b="1" spc="-70" dirty="0">
                <a:solidFill>
                  <a:srgbClr val="FFFFFF"/>
                </a:solidFill>
                <a:latin typeface="Microsoft YaHei UI"/>
                <a:cs typeface="Microsoft YaHei UI"/>
              </a:rPr>
              <a:t>テ</a:t>
            </a:r>
            <a:r>
              <a:rPr sz="1400" b="1" spc="-110" dirty="0">
                <a:solidFill>
                  <a:srgbClr val="FFFFFF"/>
                </a:solidFill>
                <a:latin typeface="Microsoft YaHei UI"/>
                <a:cs typeface="Microsoft YaHei UI"/>
              </a:rPr>
              <a:t>ム</a:t>
            </a:r>
            <a:r>
              <a:rPr sz="1400" b="1" dirty="0">
                <a:solidFill>
                  <a:srgbClr val="FFFFFF"/>
                </a:solidFill>
                <a:latin typeface="Microsoft YaHei UI"/>
                <a:cs typeface="Microsoft YaHei UI"/>
              </a:rPr>
              <a:t>を導</a:t>
            </a:r>
            <a:r>
              <a:rPr sz="1400" b="1" spc="-15" dirty="0">
                <a:solidFill>
                  <a:srgbClr val="FFFFFF"/>
                </a:solidFill>
                <a:latin typeface="Microsoft YaHei UI"/>
                <a:cs typeface="Microsoft YaHei UI"/>
              </a:rPr>
              <a:t>入</a:t>
            </a:r>
            <a:r>
              <a:rPr sz="1400" b="1" spc="-40" dirty="0">
                <a:solidFill>
                  <a:srgbClr val="FFFFFF"/>
                </a:solidFill>
                <a:latin typeface="Microsoft YaHei UI"/>
                <a:cs typeface="Microsoft YaHei UI"/>
              </a:rPr>
              <a:t>す</a:t>
            </a:r>
            <a:r>
              <a:rPr sz="1400" b="1" dirty="0">
                <a:solidFill>
                  <a:srgbClr val="FFFFFF"/>
                </a:solidFill>
                <a:latin typeface="Microsoft YaHei UI"/>
                <a:cs typeface="Microsoft YaHei UI"/>
              </a:rPr>
              <a:t>べ</a:t>
            </a:r>
            <a:r>
              <a:rPr sz="1400" b="1" spc="-15" dirty="0">
                <a:solidFill>
                  <a:srgbClr val="FFFFFF"/>
                </a:solidFill>
                <a:latin typeface="Microsoft YaHei UI"/>
                <a:cs typeface="Microsoft YaHei UI"/>
              </a:rPr>
              <a:t>き</a:t>
            </a:r>
            <a:r>
              <a:rPr sz="1400" b="1" dirty="0">
                <a:solidFill>
                  <a:srgbClr val="FFFFFF"/>
                </a:solidFill>
                <a:latin typeface="Microsoft YaHei UI"/>
                <a:cs typeface="Microsoft YaHei UI"/>
              </a:rPr>
              <a:t>点</a:t>
            </a:r>
            <a:endParaRPr sz="1400">
              <a:latin typeface="Microsoft YaHei UI"/>
              <a:cs typeface="Microsoft YaHei UI"/>
            </a:endParaRPr>
          </a:p>
        </p:txBody>
      </p:sp>
      <p:grpSp>
        <p:nvGrpSpPr>
          <p:cNvPr id="21" name="object 21"/>
          <p:cNvGrpSpPr/>
          <p:nvPr/>
        </p:nvGrpSpPr>
        <p:grpSpPr>
          <a:xfrm>
            <a:off x="3086354" y="3167126"/>
            <a:ext cx="1106170" cy="812165"/>
            <a:chOff x="3086354" y="3167126"/>
            <a:chExt cx="1106170" cy="812165"/>
          </a:xfrm>
        </p:grpSpPr>
        <p:sp>
          <p:nvSpPr>
            <p:cNvPr id="22" name="object 22"/>
            <p:cNvSpPr/>
            <p:nvPr/>
          </p:nvSpPr>
          <p:spPr>
            <a:xfrm>
              <a:off x="3099054" y="3179826"/>
              <a:ext cx="1080770" cy="786765"/>
            </a:xfrm>
            <a:custGeom>
              <a:avLst/>
              <a:gdLst/>
              <a:ahLst/>
              <a:cxnLst/>
              <a:rect l="l" t="t" r="r" b="b"/>
              <a:pathLst>
                <a:path w="1080770" h="786764">
                  <a:moveTo>
                    <a:pt x="540257" y="0"/>
                  </a:moveTo>
                  <a:lnTo>
                    <a:pt x="485028" y="2029"/>
                  </a:lnTo>
                  <a:lnTo>
                    <a:pt x="431392" y="7987"/>
                  </a:lnTo>
                  <a:lnTo>
                    <a:pt x="379621" y="17675"/>
                  </a:lnTo>
                  <a:lnTo>
                    <a:pt x="329987" y="30896"/>
                  </a:lnTo>
                  <a:lnTo>
                    <a:pt x="282762" y="47452"/>
                  </a:lnTo>
                  <a:lnTo>
                    <a:pt x="238218" y="67146"/>
                  </a:lnTo>
                  <a:lnTo>
                    <a:pt x="196625" y="89780"/>
                  </a:lnTo>
                  <a:lnTo>
                    <a:pt x="158257" y="115157"/>
                  </a:lnTo>
                  <a:lnTo>
                    <a:pt x="123385" y="143078"/>
                  </a:lnTo>
                  <a:lnTo>
                    <a:pt x="92281" y="173347"/>
                  </a:lnTo>
                  <a:lnTo>
                    <a:pt x="65216" y="205766"/>
                  </a:lnTo>
                  <a:lnTo>
                    <a:pt x="42463" y="240137"/>
                  </a:lnTo>
                  <a:lnTo>
                    <a:pt x="24293" y="276262"/>
                  </a:lnTo>
                  <a:lnTo>
                    <a:pt x="10978" y="313945"/>
                  </a:lnTo>
                  <a:lnTo>
                    <a:pt x="2789" y="352987"/>
                  </a:lnTo>
                  <a:lnTo>
                    <a:pt x="0" y="393191"/>
                  </a:lnTo>
                  <a:lnTo>
                    <a:pt x="2789" y="433396"/>
                  </a:lnTo>
                  <a:lnTo>
                    <a:pt x="10978" y="472438"/>
                  </a:lnTo>
                  <a:lnTo>
                    <a:pt x="24293" y="510121"/>
                  </a:lnTo>
                  <a:lnTo>
                    <a:pt x="42463" y="546246"/>
                  </a:lnTo>
                  <a:lnTo>
                    <a:pt x="65216" y="580617"/>
                  </a:lnTo>
                  <a:lnTo>
                    <a:pt x="92281" y="613036"/>
                  </a:lnTo>
                  <a:lnTo>
                    <a:pt x="123385" y="643305"/>
                  </a:lnTo>
                  <a:lnTo>
                    <a:pt x="158257" y="671226"/>
                  </a:lnTo>
                  <a:lnTo>
                    <a:pt x="196625" y="696603"/>
                  </a:lnTo>
                  <a:lnTo>
                    <a:pt x="238218" y="719237"/>
                  </a:lnTo>
                  <a:lnTo>
                    <a:pt x="282762" y="738931"/>
                  </a:lnTo>
                  <a:lnTo>
                    <a:pt x="329987" y="755487"/>
                  </a:lnTo>
                  <a:lnTo>
                    <a:pt x="379621" y="768708"/>
                  </a:lnTo>
                  <a:lnTo>
                    <a:pt x="431392" y="778396"/>
                  </a:lnTo>
                  <a:lnTo>
                    <a:pt x="485028" y="784354"/>
                  </a:lnTo>
                  <a:lnTo>
                    <a:pt x="540257" y="786384"/>
                  </a:lnTo>
                  <a:lnTo>
                    <a:pt x="595487" y="784354"/>
                  </a:lnTo>
                  <a:lnTo>
                    <a:pt x="649123" y="778396"/>
                  </a:lnTo>
                  <a:lnTo>
                    <a:pt x="700894" y="768708"/>
                  </a:lnTo>
                  <a:lnTo>
                    <a:pt x="750528" y="755487"/>
                  </a:lnTo>
                  <a:lnTo>
                    <a:pt x="797753" y="738931"/>
                  </a:lnTo>
                  <a:lnTo>
                    <a:pt x="842297" y="719237"/>
                  </a:lnTo>
                  <a:lnTo>
                    <a:pt x="883890" y="696603"/>
                  </a:lnTo>
                  <a:lnTo>
                    <a:pt x="922258" y="671226"/>
                  </a:lnTo>
                  <a:lnTo>
                    <a:pt x="957130" y="643305"/>
                  </a:lnTo>
                  <a:lnTo>
                    <a:pt x="988234" y="613036"/>
                  </a:lnTo>
                  <a:lnTo>
                    <a:pt x="1015299" y="580617"/>
                  </a:lnTo>
                  <a:lnTo>
                    <a:pt x="1038052" y="546246"/>
                  </a:lnTo>
                  <a:lnTo>
                    <a:pt x="1056222" y="510121"/>
                  </a:lnTo>
                  <a:lnTo>
                    <a:pt x="1069537" y="472438"/>
                  </a:lnTo>
                  <a:lnTo>
                    <a:pt x="1077726" y="433396"/>
                  </a:lnTo>
                  <a:lnTo>
                    <a:pt x="1080516" y="393191"/>
                  </a:lnTo>
                  <a:lnTo>
                    <a:pt x="1077726" y="352987"/>
                  </a:lnTo>
                  <a:lnTo>
                    <a:pt x="1069537" y="313945"/>
                  </a:lnTo>
                  <a:lnTo>
                    <a:pt x="1056222" y="276262"/>
                  </a:lnTo>
                  <a:lnTo>
                    <a:pt x="1038052" y="240137"/>
                  </a:lnTo>
                  <a:lnTo>
                    <a:pt x="1015299" y="205766"/>
                  </a:lnTo>
                  <a:lnTo>
                    <a:pt x="988234" y="173347"/>
                  </a:lnTo>
                  <a:lnTo>
                    <a:pt x="957130" y="143078"/>
                  </a:lnTo>
                  <a:lnTo>
                    <a:pt x="922258" y="115157"/>
                  </a:lnTo>
                  <a:lnTo>
                    <a:pt x="883890" y="89780"/>
                  </a:lnTo>
                  <a:lnTo>
                    <a:pt x="842297" y="67146"/>
                  </a:lnTo>
                  <a:lnTo>
                    <a:pt x="797753" y="47452"/>
                  </a:lnTo>
                  <a:lnTo>
                    <a:pt x="750528" y="30896"/>
                  </a:lnTo>
                  <a:lnTo>
                    <a:pt x="700894" y="17675"/>
                  </a:lnTo>
                  <a:lnTo>
                    <a:pt x="649123" y="7987"/>
                  </a:lnTo>
                  <a:lnTo>
                    <a:pt x="595487" y="2029"/>
                  </a:lnTo>
                  <a:lnTo>
                    <a:pt x="540257" y="0"/>
                  </a:lnTo>
                  <a:close/>
                </a:path>
              </a:pathLst>
            </a:custGeom>
            <a:solidFill>
              <a:srgbClr val="938953"/>
            </a:solidFill>
          </p:spPr>
          <p:txBody>
            <a:bodyPr wrap="square" lIns="0" tIns="0" rIns="0" bIns="0" rtlCol="0"/>
            <a:lstStyle/>
            <a:p>
              <a:endParaRPr/>
            </a:p>
          </p:txBody>
        </p:sp>
        <p:sp>
          <p:nvSpPr>
            <p:cNvPr id="23" name="object 23"/>
            <p:cNvSpPr/>
            <p:nvPr/>
          </p:nvSpPr>
          <p:spPr>
            <a:xfrm>
              <a:off x="3099054" y="3179826"/>
              <a:ext cx="1080770" cy="786765"/>
            </a:xfrm>
            <a:custGeom>
              <a:avLst/>
              <a:gdLst/>
              <a:ahLst/>
              <a:cxnLst/>
              <a:rect l="l" t="t" r="r" b="b"/>
              <a:pathLst>
                <a:path w="1080770" h="786764">
                  <a:moveTo>
                    <a:pt x="0" y="393191"/>
                  </a:moveTo>
                  <a:lnTo>
                    <a:pt x="2789" y="352987"/>
                  </a:lnTo>
                  <a:lnTo>
                    <a:pt x="10978" y="313945"/>
                  </a:lnTo>
                  <a:lnTo>
                    <a:pt x="24293" y="276262"/>
                  </a:lnTo>
                  <a:lnTo>
                    <a:pt x="42463" y="240137"/>
                  </a:lnTo>
                  <a:lnTo>
                    <a:pt x="65216" y="205766"/>
                  </a:lnTo>
                  <a:lnTo>
                    <a:pt x="92281" y="173347"/>
                  </a:lnTo>
                  <a:lnTo>
                    <a:pt x="123385" y="143078"/>
                  </a:lnTo>
                  <a:lnTo>
                    <a:pt x="158257" y="115157"/>
                  </a:lnTo>
                  <a:lnTo>
                    <a:pt x="196625" y="89780"/>
                  </a:lnTo>
                  <a:lnTo>
                    <a:pt x="238218" y="67146"/>
                  </a:lnTo>
                  <a:lnTo>
                    <a:pt x="282762" y="47452"/>
                  </a:lnTo>
                  <a:lnTo>
                    <a:pt x="329987" y="30896"/>
                  </a:lnTo>
                  <a:lnTo>
                    <a:pt x="379621" y="17675"/>
                  </a:lnTo>
                  <a:lnTo>
                    <a:pt x="431392" y="7987"/>
                  </a:lnTo>
                  <a:lnTo>
                    <a:pt x="485028" y="2029"/>
                  </a:lnTo>
                  <a:lnTo>
                    <a:pt x="540257" y="0"/>
                  </a:lnTo>
                  <a:lnTo>
                    <a:pt x="595487" y="2029"/>
                  </a:lnTo>
                  <a:lnTo>
                    <a:pt x="649123" y="7987"/>
                  </a:lnTo>
                  <a:lnTo>
                    <a:pt x="700894" y="17675"/>
                  </a:lnTo>
                  <a:lnTo>
                    <a:pt x="750528" y="30896"/>
                  </a:lnTo>
                  <a:lnTo>
                    <a:pt x="797753" y="47452"/>
                  </a:lnTo>
                  <a:lnTo>
                    <a:pt x="842297" y="67146"/>
                  </a:lnTo>
                  <a:lnTo>
                    <a:pt x="883890" y="89780"/>
                  </a:lnTo>
                  <a:lnTo>
                    <a:pt x="922258" y="115157"/>
                  </a:lnTo>
                  <a:lnTo>
                    <a:pt x="957130" y="143078"/>
                  </a:lnTo>
                  <a:lnTo>
                    <a:pt x="988234" y="173347"/>
                  </a:lnTo>
                  <a:lnTo>
                    <a:pt x="1015299" y="205766"/>
                  </a:lnTo>
                  <a:lnTo>
                    <a:pt x="1038052" y="240137"/>
                  </a:lnTo>
                  <a:lnTo>
                    <a:pt x="1056222" y="276262"/>
                  </a:lnTo>
                  <a:lnTo>
                    <a:pt x="1069537" y="313945"/>
                  </a:lnTo>
                  <a:lnTo>
                    <a:pt x="1077726" y="352987"/>
                  </a:lnTo>
                  <a:lnTo>
                    <a:pt x="1080516" y="393191"/>
                  </a:lnTo>
                  <a:lnTo>
                    <a:pt x="1077726" y="433396"/>
                  </a:lnTo>
                  <a:lnTo>
                    <a:pt x="1069537" y="472438"/>
                  </a:lnTo>
                  <a:lnTo>
                    <a:pt x="1056222" y="510121"/>
                  </a:lnTo>
                  <a:lnTo>
                    <a:pt x="1038052" y="546246"/>
                  </a:lnTo>
                  <a:lnTo>
                    <a:pt x="1015299" y="580617"/>
                  </a:lnTo>
                  <a:lnTo>
                    <a:pt x="988234" y="613036"/>
                  </a:lnTo>
                  <a:lnTo>
                    <a:pt x="957130" y="643305"/>
                  </a:lnTo>
                  <a:lnTo>
                    <a:pt x="922258" y="671226"/>
                  </a:lnTo>
                  <a:lnTo>
                    <a:pt x="883890" y="696603"/>
                  </a:lnTo>
                  <a:lnTo>
                    <a:pt x="842297" y="719237"/>
                  </a:lnTo>
                  <a:lnTo>
                    <a:pt x="797753" y="738931"/>
                  </a:lnTo>
                  <a:lnTo>
                    <a:pt x="750528" y="755487"/>
                  </a:lnTo>
                  <a:lnTo>
                    <a:pt x="700894" y="768708"/>
                  </a:lnTo>
                  <a:lnTo>
                    <a:pt x="649123" y="778396"/>
                  </a:lnTo>
                  <a:lnTo>
                    <a:pt x="595487" y="784354"/>
                  </a:lnTo>
                  <a:lnTo>
                    <a:pt x="540257" y="786384"/>
                  </a:lnTo>
                  <a:lnTo>
                    <a:pt x="485028" y="784354"/>
                  </a:lnTo>
                  <a:lnTo>
                    <a:pt x="431392" y="778396"/>
                  </a:lnTo>
                  <a:lnTo>
                    <a:pt x="379621" y="768708"/>
                  </a:lnTo>
                  <a:lnTo>
                    <a:pt x="329987" y="755487"/>
                  </a:lnTo>
                  <a:lnTo>
                    <a:pt x="282762" y="738931"/>
                  </a:lnTo>
                  <a:lnTo>
                    <a:pt x="238218" y="719237"/>
                  </a:lnTo>
                  <a:lnTo>
                    <a:pt x="196625" y="696603"/>
                  </a:lnTo>
                  <a:lnTo>
                    <a:pt x="158257" y="671226"/>
                  </a:lnTo>
                  <a:lnTo>
                    <a:pt x="123385" y="643305"/>
                  </a:lnTo>
                  <a:lnTo>
                    <a:pt x="92281" y="613036"/>
                  </a:lnTo>
                  <a:lnTo>
                    <a:pt x="65216" y="580617"/>
                  </a:lnTo>
                  <a:lnTo>
                    <a:pt x="42463" y="546246"/>
                  </a:lnTo>
                  <a:lnTo>
                    <a:pt x="24293" y="510121"/>
                  </a:lnTo>
                  <a:lnTo>
                    <a:pt x="10978" y="472438"/>
                  </a:lnTo>
                  <a:lnTo>
                    <a:pt x="2789" y="433396"/>
                  </a:lnTo>
                  <a:lnTo>
                    <a:pt x="0" y="393191"/>
                  </a:lnTo>
                  <a:close/>
                </a:path>
              </a:pathLst>
            </a:custGeom>
            <a:ln w="25400">
              <a:solidFill>
                <a:srgbClr val="FFFFFF"/>
              </a:solidFill>
            </a:ln>
          </p:spPr>
          <p:txBody>
            <a:bodyPr wrap="square" lIns="0" tIns="0" rIns="0" bIns="0" rtlCol="0"/>
            <a:lstStyle/>
            <a:p>
              <a:endParaRPr/>
            </a:p>
          </p:txBody>
        </p:sp>
      </p:grpSp>
      <p:sp>
        <p:nvSpPr>
          <p:cNvPr id="24" name="object 24"/>
          <p:cNvSpPr txBox="1"/>
          <p:nvPr/>
        </p:nvSpPr>
        <p:spPr>
          <a:xfrm>
            <a:off x="3399535" y="3387090"/>
            <a:ext cx="480059" cy="391160"/>
          </a:xfrm>
          <a:prstGeom prst="rect">
            <a:avLst/>
          </a:prstGeom>
        </p:spPr>
        <p:txBody>
          <a:bodyPr vert="horz" wrap="square" lIns="0" tIns="12700" rIns="0" bIns="0" rtlCol="0">
            <a:spAutoFit/>
          </a:bodyPr>
          <a:lstStyle/>
          <a:p>
            <a:pPr marL="12700" marR="5080">
              <a:lnSpc>
                <a:spcPct val="100000"/>
              </a:lnSpc>
              <a:spcBef>
                <a:spcPts val="100"/>
              </a:spcBef>
            </a:pPr>
            <a:r>
              <a:rPr sz="1200" b="1" spc="-10" dirty="0">
                <a:solidFill>
                  <a:srgbClr val="FFFFFF"/>
                </a:solidFill>
                <a:latin typeface="Microsoft YaHei UI"/>
                <a:cs typeface="Microsoft YaHei UI"/>
              </a:rPr>
              <a:t>期待す る効果</a:t>
            </a:r>
            <a:endParaRPr sz="1200">
              <a:latin typeface="Microsoft YaHei UI"/>
              <a:cs typeface="Microsoft YaHei UI"/>
            </a:endParaRPr>
          </a:p>
        </p:txBody>
      </p:sp>
      <p:sp>
        <p:nvSpPr>
          <p:cNvPr id="25" name="object 25"/>
          <p:cNvSpPr/>
          <p:nvPr/>
        </p:nvSpPr>
        <p:spPr>
          <a:xfrm>
            <a:off x="4888991" y="2906267"/>
            <a:ext cx="3743325" cy="497205"/>
          </a:xfrm>
          <a:custGeom>
            <a:avLst/>
            <a:gdLst/>
            <a:ahLst/>
            <a:cxnLst/>
            <a:rect l="l" t="t" r="r" b="b"/>
            <a:pathLst>
              <a:path w="3743325" h="497204">
                <a:moveTo>
                  <a:pt x="3660140" y="0"/>
                </a:moveTo>
                <a:lnTo>
                  <a:pt x="82804" y="0"/>
                </a:lnTo>
                <a:lnTo>
                  <a:pt x="50577" y="6508"/>
                </a:lnTo>
                <a:lnTo>
                  <a:pt x="24257" y="24257"/>
                </a:lnTo>
                <a:lnTo>
                  <a:pt x="6508" y="50577"/>
                </a:lnTo>
                <a:lnTo>
                  <a:pt x="0" y="82804"/>
                </a:lnTo>
                <a:lnTo>
                  <a:pt x="0" y="414020"/>
                </a:lnTo>
                <a:lnTo>
                  <a:pt x="6508" y="446246"/>
                </a:lnTo>
                <a:lnTo>
                  <a:pt x="24257" y="472567"/>
                </a:lnTo>
                <a:lnTo>
                  <a:pt x="50577" y="490315"/>
                </a:lnTo>
                <a:lnTo>
                  <a:pt x="82804" y="496824"/>
                </a:lnTo>
                <a:lnTo>
                  <a:pt x="3660140" y="496824"/>
                </a:lnTo>
                <a:lnTo>
                  <a:pt x="3692366" y="490315"/>
                </a:lnTo>
                <a:lnTo>
                  <a:pt x="3718686" y="472567"/>
                </a:lnTo>
                <a:lnTo>
                  <a:pt x="3736435" y="446246"/>
                </a:lnTo>
                <a:lnTo>
                  <a:pt x="3742943" y="414020"/>
                </a:lnTo>
                <a:lnTo>
                  <a:pt x="3742943" y="82804"/>
                </a:lnTo>
                <a:lnTo>
                  <a:pt x="3736435" y="50577"/>
                </a:lnTo>
                <a:lnTo>
                  <a:pt x="3718687" y="24257"/>
                </a:lnTo>
                <a:lnTo>
                  <a:pt x="3692366" y="6508"/>
                </a:lnTo>
                <a:lnTo>
                  <a:pt x="3660140" y="0"/>
                </a:lnTo>
                <a:close/>
              </a:path>
            </a:pathLst>
          </a:custGeom>
          <a:solidFill>
            <a:srgbClr val="CCC1DA"/>
          </a:solidFill>
        </p:spPr>
        <p:txBody>
          <a:bodyPr wrap="square" lIns="0" tIns="0" rIns="0" bIns="0" rtlCol="0"/>
          <a:lstStyle/>
          <a:p>
            <a:endParaRPr/>
          </a:p>
        </p:txBody>
      </p:sp>
      <p:sp>
        <p:nvSpPr>
          <p:cNvPr id="26" name="object 26"/>
          <p:cNvSpPr txBox="1"/>
          <p:nvPr/>
        </p:nvSpPr>
        <p:spPr>
          <a:xfrm>
            <a:off x="4993385" y="3044698"/>
            <a:ext cx="3027045" cy="239395"/>
          </a:xfrm>
          <a:prstGeom prst="rect">
            <a:avLst/>
          </a:prstGeom>
        </p:spPr>
        <p:txBody>
          <a:bodyPr vert="horz" wrap="square" lIns="0" tIns="13335" rIns="0" bIns="0" rtlCol="0">
            <a:spAutoFit/>
          </a:bodyPr>
          <a:lstStyle/>
          <a:p>
            <a:pPr marL="12700">
              <a:lnSpc>
                <a:spcPct val="100000"/>
              </a:lnSpc>
              <a:spcBef>
                <a:spcPts val="105"/>
              </a:spcBef>
            </a:pPr>
            <a:r>
              <a:rPr sz="1400" b="1" spc="-695" dirty="0">
                <a:solidFill>
                  <a:srgbClr val="FF0000"/>
                </a:solidFill>
                <a:latin typeface="Microsoft YaHei UI"/>
                <a:cs typeface="Microsoft YaHei UI"/>
              </a:rPr>
              <a:t>【</a:t>
            </a:r>
            <a:r>
              <a:rPr sz="1400" b="1" dirty="0">
                <a:solidFill>
                  <a:srgbClr val="FF0000"/>
                </a:solidFill>
                <a:latin typeface="Microsoft YaHei UI"/>
                <a:cs typeface="Microsoft YaHei UI"/>
              </a:rPr>
              <a:t>販促</a:t>
            </a:r>
            <a:r>
              <a:rPr sz="1400" b="1" spc="-695" dirty="0">
                <a:solidFill>
                  <a:srgbClr val="FF0000"/>
                </a:solidFill>
                <a:latin typeface="Microsoft YaHei UI"/>
                <a:cs typeface="Microsoft YaHei UI"/>
              </a:rPr>
              <a:t>】</a:t>
            </a:r>
            <a:r>
              <a:rPr sz="1400" b="1" dirty="0">
                <a:solidFill>
                  <a:srgbClr val="FFFFFF"/>
                </a:solidFill>
                <a:latin typeface="Microsoft YaHei UI"/>
                <a:cs typeface="Microsoft YaHei UI"/>
              </a:rPr>
              <a:t>お金を使</a:t>
            </a:r>
            <a:r>
              <a:rPr sz="1400" b="1" spc="-10" dirty="0">
                <a:solidFill>
                  <a:srgbClr val="FFFFFF"/>
                </a:solidFill>
                <a:latin typeface="Microsoft YaHei UI"/>
                <a:cs typeface="Microsoft YaHei UI"/>
              </a:rPr>
              <a:t>わ</a:t>
            </a:r>
            <a:r>
              <a:rPr sz="1400" b="1" dirty="0">
                <a:solidFill>
                  <a:srgbClr val="FFFFFF"/>
                </a:solidFill>
                <a:latin typeface="Microsoft YaHei UI"/>
                <a:cs typeface="Microsoft YaHei UI"/>
              </a:rPr>
              <a:t>ない</a:t>
            </a:r>
            <a:r>
              <a:rPr sz="1400" b="1" spc="-15" dirty="0">
                <a:solidFill>
                  <a:srgbClr val="FFFFFF"/>
                </a:solidFill>
                <a:latin typeface="Microsoft YaHei UI"/>
                <a:cs typeface="Microsoft YaHei UI"/>
              </a:rPr>
              <a:t>と出来</a:t>
            </a:r>
            <a:r>
              <a:rPr sz="1400" b="1" spc="-25" dirty="0">
                <a:solidFill>
                  <a:srgbClr val="FFFFFF"/>
                </a:solidFill>
                <a:latin typeface="Microsoft YaHei UI"/>
                <a:cs typeface="Microsoft YaHei UI"/>
              </a:rPr>
              <a:t>な</a:t>
            </a:r>
            <a:r>
              <a:rPr sz="1400" b="1" spc="-60" dirty="0">
                <a:solidFill>
                  <a:srgbClr val="FFFFFF"/>
                </a:solidFill>
                <a:latin typeface="Microsoft YaHei UI"/>
                <a:cs typeface="Microsoft YaHei UI"/>
              </a:rPr>
              <a:t>いこと</a:t>
            </a:r>
            <a:endParaRPr sz="1400">
              <a:latin typeface="Microsoft YaHei UI"/>
              <a:cs typeface="Microsoft YaHei UI"/>
            </a:endParaRPr>
          </a:p>
        </p:txBody>
      </p:sp>
      <p:grpSp>
        <p:nvGrpSpPr>
          <p:cNvPr id="27" name="object 27"/>
          <p:cNvGrpSpPr/>
          <p:nvPr/>
        </p:nvGrpSpPr>
        <p:grpSpPr>
          <a:xfrm>
            <a:off x="7854950" y="3167126"/>
            <a:ext cx="1224915" cy="812165"/>
            <a:chOff x="7854950" y="3167126"/>
            <a:chExt cx="1224915" cy="812165"/>
          </a:xfrm>
        </p:grpSpPr>
        <p:sp>
          <p:nvSpPr>
            <p:cNvPr id="28" name="object 28"/>
            <p:cNvSpPr/>
            <p:nvPr/>
          </p:nvSpPr>
          <p:spPr>
            <a:xfrm>
              <a:off x="7867650" y="3179826"/>
              <a:ext cx="1199515" cy="786765"/>
            </a:xfrm>
            <a:custGeom>
              <a:avLst/>
              <a:gdLst/>
              <a:ahLst/>
              <a:cxnLst/>
              <a:rect l="l" t="t" r="r" b="b"/>
              <a:pathLst>
                <a:path w="1199515" h="786764">
                  <a:moveTo>
                    <a:pt x="599694" y="0"/>
                  </a:moveTo>
                  <a:lnTo>
                    <a:pt x="541937" y="1799"/>
                  </a:lnTo>
                  <a:lnTo>
                    <a:pt x="485734" y="7089"/>
                  </a:lnTo>
                  <a:lnTo>
                    <a:pt x="431336" y="15703"/>
                  </a:lnTo>
                  <a:lnTo>
                    <a:pt x="378994" y="27478"/>
                  </a:lnTo>
                  <a:lnTo>
                    <a:pt x="328960" y="42248"/>
                  </a:lnTo>
                  <a:lnTo>
                    <a:pt x="281485" y="59850"/>
                  </a:lnTo>
                  <a:lnTo>
                    <a:pt x="236820" y="80117"/>
                  </a:lnTo>
                  <a:lnTo>
                    <a:pt x="195216" y="102886"/>
                  </a:lnTo>
                  <a:lnTo>
                    <a:pt x="156925" y="127991"/>
                  </a:lnTo>
                  <a:lnTo>
                    <a:pt x="122197" y="155269"/>
                  </a:lnTo>
                  <a:lnTo>
                    <a:pt x="91285" y="184554"/>
                  </a:lnTo>
                  <a:lnTo>
                    <a:pt x="64439" y="215681"/>
                  </a:lnTo>
                  <a:lnTo>
                    <a:pt x="41911" y="248486"/>
                  </a:lnTo>
                  <a:lnTo>
                    <a:pt x="23952" y="282805"/>
                  </a:lnTo>
                  <a:lnTo>
                    <a:pt x="2745" y="355322"/>
                  </a:lnTo>
                  <a:lnTo>
                    <a:pt x="0" y="393191"/>
                  </a:lnTo>
                  <a:lnTo>
                    <a:pt x="2745" y="431061"/>
                  </a:lnTo>
                  <a:lnTo>
                    <a:pt x="23952" y="503578"/>
                  </a:lnTo>
                  <a:lnTo>
                    <a:pt x="41911" y="537897"/>
                  </a:lnTo>
                  <a:lnTo>
                    <a:pt x="64439" y="570702"/>
                  </a:lnTo>
                  <a:lnTo>
                    <a:pt x="91285" y="601829"/>
                  </a:lnTo>
                  <a:lnTo>
                    <a:pt x="122197" y="631114"/>
                  </a:lnTo>
                  <a:lnTo>
                    <a:pt x="156925" y="658392"/>
                  </a:lnTo>
                  <a:lnTo>
                    <a:pt x="195216" y="683497"/>
                  </a:lnTo>
                  <a:lnTo>
                    <a:pt x="236820" y="706266"/>
                  </a:lnTo>
                  <a:lnTo>
                    <a:pt x="281485" y="726533"/>
                  </a:lnTo>
                  <a:lnTo>
                    <a:pt x="328960" y="744135"/>
                  </a:lnTo>
                  <a:lnTo>
                    <a:pt x="378994" y="758905"/>
                  </a:lnTo>
                  <a:lnTo>
                    <a:pt x="431336" y="770680"/>
                  </a:lnTo>
                  <a:lnTo>
                    <a:pt x="485734" y="779294"/>
                  </a:lnTo>
                  <a:lnTo>
                    <a:pt x="541937" y="784584"/>
                  </a:lnTo>
                  <a:lnTo>
                    <a:pt x="599694" y="786384"/>
                  </a:lnTo>
                  <a:lnTo>
                    <a:pt x="657450" y="784584"/>
                  </a:lnTo>
                  <a:lnTo>
                    <a:pt x="713653" y="779294"/>
                  </a:lnTo>
                  <a:lnTo>
                    <a:pt x="768051" y="770680"/>
                  </a:lnTo>
                  <a:lnTo>
                    <a:pt x="820393" y="758905"/>
                  </a:lnTo>
                  <a:lnTo>
                    <a:pt x="870427" y="744135"/>
                  </a:lnTo>
                  <a:lnTo>
                    <a:pt x="917902" y="726533"/>
                  </a:lnTo>
                  <a:lnTo>
                    <a:pt x="962567" y="706266"/>
                  </a:lnTo>
                  <a:lnTo>
                    <a:pt x="1004171" y="683497"/>
                  </a:lnTo>
                  <a:lnTo>
                    <a:pt x="1042462" y="658392"/>
                  </a:lnTo>
                  <a:lnTo>
                    <a:pt x="1077190" y="631114"/>
                  </a:lnTo>
                  <a:lnTo>
                    <a:pt x="1108102" y="601829"/>
                  </a:lnTo>
                  <a:lnTo>
                    <a:pt x="1134948" y="570702"/>
                  </a:lnTo>
                  <a:lnTo>
                    <a:pt x="1157476" y="537897"/>
                  </a:lnTo>
                  <a:lnTo>
                    <a:pt x="1175435" y="503578"/>
                  </a:lnTo>
                  <a:lnTo>
                    <a:pt x="1196642" y="431061"/>
                  </a:lnTo>
                  <a:lnTo>
                    <a:pt x="1199388" y="393191"/>
                  </a:lnTo>
                  <a:lnTo>
                    <a:pt x="1196642" y="355322"/>
                  </a:lnTo>
                  <a:lnTo>
                    <a:pt x="1175435" y="282805"/>
                  </a:lnTo>
                  <a:lnTo>
                    <a:pt x="1157476" y="248486"/>
                  </a:lnTo>
                  <a:lnTo>
                    <a:pt x="1134948" y="215681"/>
                  </a:lnTo>
                  <a:lnTo>
                    <a:pt x="1108102" y="184554"/>
                  </a:lnTo>
                  <a:lnTo>
                    <a:pt x="1077190" y="155269"/>
                  </a:lnTo>
                  <a:lnTo>
                    <a:pt x="1042462" y="127991"/>
                  </a:lnTo>
                  <a:lnTo>
                    <a:pt x="1004171" y="102886"/>
                  </a:lnTo>
                  <a:lnTo>
                    <a:pt x="962567" y="80117"/>
                  </a:lnTo>
                  <a:lnTo>
                    <a:pt x="917902" y="59850"/>
                  </a:lnTo>
                  <a:lnTo>
                    <a:pt x="870427" y="42248"/>
                  </a:lnTo>
                  <a:lnTo>
                    <a:pt x="820393" y="27478"/>
                  </a:lnTo>
                  <a:lnTo>
                    <a:pt x="768051" y="15703"/>
                  </a:lnTo>
                  <a:lnTo>
                    <a:pt x="713653" y="7089"/>
                  </a:lnTo>
                  <a:lnTo>
                    <a:pt x="657450" y="1799"/>
                  </a:lnTo>
                  <a:lnTo>
                    <a:pt x="599694" y="0"/>
                  </a:lnTo>
                  <a:close/>
                </a:path>
              </a:pathLst>
            </a:custGeom>
            <a:solidFill>
              <a:srgbClr val="E36C09"/>
            </a:solidFill>
          </p:spPr>
          <p:txBody>
            <a:bodyPr wrap="square" lIns="0" tIns="0" rIns="0" bIns="0" rtlCol="0"/>
            <a:lstStyle/>
            <a:p>
              <a:endParaRPr/>
            </a:p>
          </p:txBody>
        </p:sp>
        <p:sp>
          <p:nvSpPr>
            <p:cNvPr id="29" name="object 29"/>
            <p:cNvSpPr/>
            <p:nvPr/>
          </p:nvSpPr>
          <p:spPr>
            <a:xfrm>
              <a:off x="7867650" y="3179826"/>
              <a:ext cx="1199515" cy="786765"/>
            </a:xfrm>
            <a:custGeom>
              <a:avLst/>
              <a:gdLst/>
              <a:ahLst/>
              <a:cxnLst/>
              <a:rect l="l" t="t" r="r" b="b"/>
              <a:pathLst>
                <a:path w="1199515" h="786764">
                  <a:moveTo>
                    <a:pt x="0" y="393191"/>
                  </a:moveTo>
                  <a:lnTo>
                    <a:pt x="10812" y="318471"/>
                  </a:lnTo>
                  <a:lnTo>
                    <a:pt x="41911" y="248486"/>
                  </a:lnTo>
                  <a:lnTo>
                    <a:pt x="64439" y="215681"/>
                  </a:lnTo>
                  <a:lnTo>
                    <a:pt x="91285" y="184554"/>
                  </a:lnTo>
                  <a:lnTo>
                    <a:pt x="122197" y="155269"/>
                  </a:lnTo>
                  <a:lnTo>
                    <a:pt x="156925" y="127991"/>
                  </a:lnTo>
                  <a:lnTo>
                    <a:pt x="195216" y="102886"/>
                  </a:lnTo>
                  <a:lnTo>
                    <a:pt x="236820" y="80117"/>
                  </a:lnTo>
                  <a:lnTo>
                    <a:pt x="281485" y="59850"/>
                  </a:lnTo>
                  <a:lnTo>
                    <a:pt x="328960" y="42248"/>
                  </a:lnTo>
                  <a:lnTo>
                    <a:pt x="378994" y="27478"/>
                  </a:lnTo>
                  <a:lnTo>
                    <a:pt x="431336" y="15703"/>
                  </a:lnTo>
                  <a:lnTo>
                    <a:pt x="485734" y="7089"/>
                  </a:lnTo>
                  <a:lnTo>
                    <a:pt x="541937" y="1799"/>
                  </a:lnTo>
                  <a:lnTo>
                    <a:pt x="599694" y="0"/>
                  </a:lnTo>
                  <a:lnTo>
                    <a:pt x="657450" y="1799"/>
                  </a:lnTo>
                  <a:lnTo>
                    <a:pt x="713653" y="7089"/>
                  </a:lnTo>
                  <a:lnTo>
                    <a:pt x="768051" y="15703"/>
                  </a:lnTo>
                  <a:lnTo>
                    <a:pt x="820393" y="27478"/>
                  </a:lnTo>
                  <a:lnTo>
                    <a:pt x="870427" y="42248"/>
                  </a:lnTo>
                  <a:lnTo>
                    <a:pt x="917902" y="59850"/>
                  </a:lnTo>
                  <a:lnTo>
                    <a:pt x="962567" y="80117"/>
                  </a:lnTo>
                  <a:lnTo>
                    <a:pt x="1004171" y="102886"/>
                  </a:lnTo>
                  <a:lnTo>
                    <a:pt x="1042462" y="127991"/>
                  </a:lnTo>
                  <a:lnTo>
                    <a:pt x="1077190" y="155269"/>
                  </a:lnTo>
                  <a:lnTo>
                    <a:pt x="1108102" y="184554"/>
                  </a:lnTo>
                  <a:lnTo>
                    <a:pt x="1134948" y="215681"/>
                  </a:lnTo>
                  <a:lnTo>
                    <a:pt x="1157476" y="248486"/>
                  </a:lnTo>
                  <a:lnTo>
                    <a:pt x="1175435" y="282805"/>
                  </a:lnTo>
                  <a:lnTo>
                    <a:pt x="1196642" y="355322"/>
                  </a:lnTo>
                  <a:lnTo>
                    <a:pt x="1199388" y="393191"/>
                  </a:lnTo>
                  <a:lnTo>
                    <a:pt x="1196642" y="431061"/>
                  </a:lnTo>
                  <a:lnTo>
                    <a:pt x="1175435" y="503578"/>
                  </a:lnTo>
                  <a:lnTo>
                    <a:pt x="1157476" y="537897"/>
                  </a:lnTo>
                  <a:lnTo>
                    <a:pt x="1134948" y="570702"/>
                  </a:lnTo>
                  <a:lnTo>
                    <a:pt x="1108102" y="601829"/>
                  </a:lnTo>
                  <a:lnTo>
                    <a:pt x="1077190" y="631114"/>
                  </a:lnTo>
                  <a:lnTo>
                    <a:pt x="1042462" y="658392"/>
                  </a:lnTo>
                  <a:lnTo>
                    <a:pt x="1004171" y="683497"/>
                  </a:lnTo>
                  <a:lnTo>
                    <a:pt x="962567" y="706266"/>
                  </a:lnTo>
                  <a:lnTo>
                    <a:pt x="917902" y="726533"/>
                  </a:lnTo>
                  <a:lnTo>
                    <a:pt x="870427" y="744135"/>
                  </a:lnTo>
                  <a:lnTo>
                    <a:pt x="820393" y="758905"/>
                  </a:lnTo>
                  <a:lnTo>
                    <a:pt x="768051" y="770680"/>
                  </a:lnTo>
                  <a:lnTo>
                    <a:pt x="713653" y="779294"/>
                  </a:lnTo>
                  <a:lnTo>
                    <a:pt x="657450" y="784584"/>
                  </a:lnTo>
                  <a:lnTo>
                    <a:pt x="599694" y="786384"/>
                  </a:lnTo>
                  <a:lnTo>
                    <a:pt x="541937" y="784584"/>
                  </a:lnTo>
                  <a:lnTo>
                    <a:pt x="485734" y="779294"/>
                  </a:lnTo>
                  <a:lnTo>
                    <a:pt x="431336" y="770680"/>
                  </a:lnTo>
                  <a:lnTo>
                    <a:pt x="378994" y="758905"/>
                  </a:lnTo>
                  <a:lnTo>
                    <a:pt x="328960" y="744135"/>
                  </a:lnTo>
                  <a:lnTo>
                    <a:pt x="281485" y="726533"/>
                  </a:lnTo>
                  <a:lnTo>
                    <a:pt x="236820" y="706266"/>
                  </a:lnTo>
                  <a:lnTo>
                    <a:pt x="195216" y="683497"/>
                  </a:lnTo>
                  <a:lnTo>
                    <a:pt x="156925" y="658392"/>
                  </a:lnTo>
                  <a:lnTo>
                    <a:pt x="122197" y="631114"/>
                  </a:lnTo>
                  <a:lnTo>
                    <a:pt x="91285" y="601829"/>
                  </a:lnTo>
                  <a:lnTo>
                    <a:pt x="64439" y="570702"/>
                  </a:lnTo>
                  <a:lnTo>
                    <a:pt x="41911" y="537897"/>
                  </a:lnTo>
                  <a:lnTo>
                    <a:pt x="23952" y="503578"/>
                  </a:lnTo>
                  <a:lnTo>
                    <a:pt x="2745" y="431061"/>
                  </a:lnTo>
                  <a:lnTo>
                    <a:pt x="0" y="393191"/>
                  </a:lnTo>
                  <a:close/>
                </a:path>
              </a:pathLst>
            </a:custGeom>
            <a:ln w="25400">
              <a:solidFill>
                <a:srgbClr val="FFFFFF"/>
              </a:solidFill>
            </a:ln>
          </p:spPr>
          <p:txBody>
            <a:bodyPr wrap="square" lIns="0" tIns="0" rIns="0" bIns="0" rtlCol="0"/>
            <a:lstStyle/>
            <a:p>
              <a:endParaRPr/>
            </a:p>
          </p:txBody>
        </p:sp>
      </p:grpSp>
      <p:sp>
        <p:nvSpPr>
          <p:cNvPr id="30" name="object 30"/>
          <p:cNvSpPr txBox="1"/>
          <p:nvPr/>
        </p:nvSpPr>
        <p:spPr>
          <a:xfrm>
            <a:off x="8150097" y="3387090"/>
            <a:ext cx="635000" cy="391160"/>
          </a:xfrm>
          <a:prstGeom prst="rect">
            <a:avLst/>
          </a:prstGeom>
        </p:spPr>
        <p:txBody>
          <a:bodyPr vert="horz" wrap="square" lIns="0" tIns="12700" rIns="0" bIns="0" rtlCol="0">
            <a:spAutoFit/>
          </a:bodyPr>
          <a:lstStyle/>
          <a:p>
            <a:pPr marL="12700" marR="5080">
              <a:lnSpc>
                <a:spcPct val="100000"/>
              </a:lnSpc>
              <a:spcBef>
                <a:spcPts val="100"/>
              </a:spcBef>
            </a:pPr>
            <a:r>
              <a:rPr sz="1200" b="1" dirty="0">
                <a:solidFill>
                  <a:srgbClr val="FFFFFF"/>
                </a:solidFill>
                <a:latin typeface="Microsoft YaHei UI"/>
                <a:cs typeface="Microsoft YaHei UI"/>
              </a:rPr>
              <a:t>初期の販 促は必須</a:t>
            </a:r>
            <a:endParaRPr sz="1200">
              <a:latin typeface="Microsoft YaHei UI"/>
              <a:cs typeface="Microsoft YaHei UI"/>
            </a:endParaRPr>
          </a:p>
        </p:txBody>
      </p:sp>
      <p:grpSp>
        <p:nvGrpSpPr>
          <p:cNvPr id="31" name="object 31"/>
          <p:cNvGrpSpPr/>
          <p:nvPr/>
        </p:nvGrpSpPr>
        <p:grpSpPr>
          <a:xfrm>
            <a:off x="1260347" y="2653538"/>
            <a:ext cx="1596390" cy="1877695"/>
            <a:chOff x="1260347" y="2653538"/>
            <a:chExt cx="1596390" cy="1877695"/>
          </a:xfrm>
        </p:grpSpPr>
        <p:pic>
          <p:nvPicPr>
            <p:cNvPr id="32" name="object 32"/>
            <p:cNvPicPr/>
            <p:nvPr/>
          </p:nvPicPr>
          <p:blipFill>
            <a:blip r:embed="rId3" cstate="print"/>
            <a:stretch>
              <a:fillRect/>
            </a:stretch>
          </p:blipFill>
          <p:spPr>
            <a:xfrm>
              <a:off x="2425788" y="3541389"/>
              <a:ext cx="430430" cy="608655"/>
            </a:xfrm>
            <a:prstGeom prst="rect">
              <a:avLst/>
            </a:prstGeom>
          </p:spPr>
        </p:pic>
        <p:sp>
          <p:nvSpPr>
            <p:cNvPr id="33" name="object 33"/>
            <p:cNvSpPr/>
            <p:nvPr/>
          </p:nvSpPr>
          <p:spPr>
            <a:xfrm>
              <a:off x="1600961" y="2666238"/>
              <a:ext cx="504825" cy="288290"/>
            </a:xfrm>
            <a:custGeom>
              <a:avLst/>
              <a:gdLst/>
              <a:ahLst/>
              <a:cxnLst/>
              <a:rect l="l" t="t" r="r" b="b"/>
              <a:pathLst>
                <a:path w="504825" h="288289">
                  <a:moveTo>
                    <a:pt x="378332" y="0"/>
                  </a:moveTo>
                  <a:lnTo>
                    <a:pt x="126111" y="0"/>
                  </a:lnTo>
                  <a:lnTo>
                    <a:pt x="126111" y="144017"/>
                  </a:lnTo>
                  <a:lnTo>
                    <a:pt x="0" y="144017"/>
                  </a:lnTo>
                  <a:lnTo>
                    <a:pt x="252221" y="288036"/>
                  </a:lnTo>
                  <a:lnTo>
                    <a:pt x="504444" y="144017"/>
                  </a:lnTo>
                  <a:lnTo>
                    <a:pt x="378332" y="144017"/>
                  </a:lnTo>
                  <a:lnTo>
                    <a:pt x="378332" y="0"/>
                  </a:lnTo>
                  <a:close/>
                </a:path>
              </a:pathLst>
            </a:custGeom>
            <a:solidFill>
              <a:srgbClr val="FFC000"/>
            </a:solidFill>
          </p:spPr>
          <p:txBody>
            <a:bodyPr wrap="square" lIns="0" tIns="0" rIns="0" bIns="0" rtlCol="0"/>
            <a:lstStyle/>
            <a:p>
              <a:endParaRPr/>
            </a:p>
          </p:txBody>
        </p:sp>
        <p:sp>
          <p:nvSpPr>
            <p:cNvPr id="34" name="object 34"/>
            <p:cNvSpPr/>
            <p:nvPr/>
          </p:nvSpPr>
          <p:spPr>
            <a:xfrm>
              <a:off x="1600961" y="2666238"/>
              <a:ext cx="504825" cy="288290"/>
            </a:xfrm>
            <a:custGeom>
              <a:avLst/>
              <a:gdLst/>
              <a:ahLst/>
              <a:cxnLst/>
              <a:rect l="l" t="t" r="r" b="b"/>
              <a:pathLst>
                <a:path w="504825" h="288289">
                  <a:moveTo>
                    <a:pt x="378332" y="0"/>
                  </a:moveTo>
                  <a:lnTo>
                    <a:pt x="378332" y="144017"/>
                  </a:lnTo>
                  <a:lnTo>
                    <a:pt x="504444" y="144017"/>
                  </a:lnTo>
                  <a:lnTo>
                    <a:pt x="252221" y="288036"/>
                  </a:lnTo>
                  <a:lnTo>
                    <a:pt x="0" y="144017"/>
                  </a:lnTo>
                  <a:lnTo>
                    <a:pt x="126111" y="144017"/>
                  </a:lnTo>
                  <a:lnTo>
                    <a:pt x="126111" y="0"/>
                  </a:lnTo>
                  <a:lnTo>
                    <a:pt x="378332" y="0"/>
                  </a:lnTo>
                  <a:close/>
                </a:path>
              </a:pathLst>
            </a:custGeom>
            <a:ln w="25400">
              <a:solidFill>
                <a:srgbClr val="FFC000"/>
              </a:solidFill>
            </a:ln>
          </p:spPr>
          <p:txBody>
            <a:bodyPr wrap="square" lIns="0" tIns="0" rIns="0" bIns="0" rtlCol="0"/>
            <a:lstStyle/>
            <a:p>
              <a:endParaRPr/>
            </a:p>
          </p:txBody>
        </p:sp>
        <p:pic>
          <p:nvPicPr>
            <p:cNvPr id="35" name="object 35"/>
            <p:cNvPicPr/>
            <p:nvPr/>
          </p:nvPicPr>
          <p:blipFill>
            <a:blip r:embed="rId4" cstate="print"/>
            <a:stretch>
              <a:fillRect/>
            </a:stretch>
          </p:blipFill>
          <p:spPr>
            <a:xfrm>
              <a:off x="1260347" y="3236976"/>
              <a:ext cx="1295400" cy="1293876"/>
            </a:xfrm>
            <a:prstGeom prst="rect">
              <a:avLst/>
            </a:prstGeom>
          </p:spPr>
        </p:pic>
      </p:grpSp>
      <p:grpSp>
        <p:nvGrpSpPr>
          <p:cNvPr id="36" name="object 36"/>
          <p:cNvGrpSpPr/>
          <p:nvPr/>
        </p:nvGrpSpPr>
        <p:grpSpPr>
          <a:xfrm>
            <a:off x="193802" y="5788405"/>
            <a:ext cx="8742680" cy="981075"/>
            <a:chOff x="193802" y="5788405"/>
            <a:chExt cx="8742680" cy="981075"/>
          </a:xfrm>
        </p:grpSpPr>
        <p:sp>
          <p:nvSpPr>
            <p:cNvPr id="37" name="object 37"/>
            <p:cNvSpPr/>
            <p:nvPr/>
          </p:nvSpPr>
          <p:spPr>
            <a:xfrm>
              <a:off x="206502" y="5801105"/>
              <a:ext cx="8717280" cy="955675"/>
            </a:xfrm>
            <a:custGeom>
              <a:avLst/>
              <a:gdLst/>
              <a:ahLst/>
              <a:cxnLst/>
              <a:rect l="l" t="t" r="r" b="b"/>
              <a:pathLst>
                <a:path w="8717280" h="955675">
                  <a:moveTo>
                    <a:pt x="8717280" y="0"/>
                  </a:moveTo>
                  <a:lnTo>
                    <a:pt x="0" y="0"/>
                  </a:lnTo>
                  <a:lnTo>
                    <a:pt x="0" y="955548"/>
                  </a:lnTo>
                  <a:lnTo>
                    <a:pt x="8717280" y="955548"/>
                  </a:lnTo>
                  <a:lnTo>
                    <a:pt x="8717280" y="0"/>
                  </a:lnTo>
                  <a:close/>
                </a:path>
              </a:pathLst>
            </a:custGeom>
            <a:solidFill>
              <a:srgbClr val="FFFFCC"/>
            </a:solidFill>
          </p:spPr>
          <p:txBody>
            <a:bodyPr wrap="square" lIns="0" tIns="0" rIns="0" bIns="0" rtlCol="0"/>
            <a:lstStyle/>
            <a:p>
              <a:endParaRPr/>
            </a:p>
          </p:txBody>
        </p:sp>
        <p:sp>
          <p:nvSpPr>
            <p:cNvPr id="38" name="object 38"/>
            <p:cNvSpPr/>
            <p:nvPr/>
          </p:nvSpPr>
          <p:spPr>
            <a:xfrm>
              <a:off x="206502" y="5801105"/>
              <a:ext cx="8717280" cy="955675"/>
            </a:xfrm>
            <a:custGeom>
              <a:avLst/>
              <a:gdLst/>
              <a:ahLst/>
              <a:cxnLst/>
              <a:rect l="l" t="t" r="r" b="b"/>
              <a:pathLst>
                <a:path w="8717280" h="955675">
                  <a:moveTo>
                    <a:pt x="0" y="955548"/>
                  </a:moveTo>
                  <a:lnTo>
                    <a:pt x="8717280" y="955548"/>
                  </a:lnTo>
                  <a:lnTo>
                    <a:pt x="8717280" y="0"/>
                  </a:lnTo>
                  <a:lnTo>
                    <a:pt x="0" y="0"/>
                  </a:lnTo>
                  <a:lnTo>
                    <a:pt x="0" y="955548"/>
                  </a:lnTo>
                  <a:close/>
                </a:path>
              </a:pathLst>
            </a:custGeom>
            <a:ln w="25400">
              <a:solidFill>
                <a:srgbClr val="000000"/>
              </a:solidFill>
            </a:ln>
          </p:spPr>
          <p:txBody>
            <a:bodyPr wrap="square" lIns="0" tIns="0" rIns="0" bIns="0" rtlCol="0"/>
            <a:lstStyle/>
            <a:p>
              <a:endParaRPr/>
            </a:p>
          </p:txBody>
        </p:sp>
      </p:grpSp>
      <p:sp>
        <p:nvSpPr>
          <p:cNvPr id="39" name="object 39"/>
          <p:cNvSpPr txBox="1"/>
          <p:nvPr/>
        </p:nvSpPr>
        <p:spPr>
          <a:xfrm>
            <a:off x="285089" y="5952845"/>
            <a:ext cx="7068820" cy="666750"/>
          </a:xfrm>
          <a:prstGeom prst="rect">
            <a:avLst/>
          </a:prstGeom>
        </p:spPr>
        <p:txBody>
          <a:bodyPr vert="horz" wrap="square" lIns="0" tIns="13335" rIns="0" bIns="0" rtlCol="0">
            <a:spAutoFit/>
          </a:bodyPr>
          <a:lstStyle/>
          <a:p>
            <a:pPr marL="12700">
              <a:lnSpc>
                <a:spcPct val="100000"/>
              </a:lnSpc>
              <a:spcBef>
                <a:spcPts val="105"/>
              </a:spcBef>
            </a:pPr>
            <a:r>
              <a:rPr sz="1050" dirty="0">
                <a:latin typeface="MS UI Gothic"/>
                <a:cs typeface="MS UI Gothic"/>
              </a:rPr>
              <a:t>【</a:t>
            </a:r>
            <a:r>
              <a:rPr sz="1050" spc="50" dirty="0">
                <a:latin typeface="MS UI Gothic"/>
                <a:cs typeface="MS UI Gothic"/>
              </a:rPr>
              <a:t>２８</a:t>
            </a:r>
            <a:r>
              <a:rPr sz="1050" spc="70" dirty="0">
                <a:latin typeface="MS UI Gothic"/>
                <a:cs typeface="MS UI Gothic"/>
              </a:rPr>
              <a:t>期</a:t>
            </a:r>
            <a:r>
              <a:rPr sz="1050" dirty="0">
                <a:latin typeface="MS UI Gothic"/>
                <a:cs typeface="MS UI Gothic"/>
              </a:rPr>
              <a:t>】</a:t>
            </a:r>
            <a:r>
              <a:rPr sz="1050" spc="5" dirty="0">
                <a:latin typeface="MS UI Gothic"/>
                <a:cs typeface="MS UI Gothic"/>
              </a:rPr>
              <a:t>従業員</a:t>
            </a:r>
            <a:r>
              <a:rPr sz="1050" spc="-10" dirty="0">
                <a:latin typeface="MS UI Gothic"/>
                <a:cs typeface="MS UI Gothic"/>
              </a:rPr>
              <a:t>募</a:t>
            </a:r>
            <a:r>
              <a:rPr sz="1050" spc="5" dirty="0">
                <a:latin typeface="MS UI Gothic"/>
                <a:cs typeface="MS UI Gothic"/>
              </a:rPr>
              <a:t>集</a:t>
            </a:r>
            <a:r>
              <a:rPr sz="1050" spc="-10" dirty="0">
                <a:latin typeface="MS UI Gothic"/>
                <a:cs typeface="MS UI Gothic"/>
              </a:rPr>
              <a:t>費</a:t>
            </a:r>
            <a:r>
              <a:rPr sz="1050" dirty="0">
                <a:latin typeface="MS UI Gothic"/>
                <a:cs typeface="MS UI Gothic"/>
              </a:rPr>
              <a:t>（</a:t>
            </a:r>
            <a:r>
              <a:rPr sz="1050" spc="5" dirty="0">
                <a:latin typeface="MS UI Gothic"/>
                <a:cs typeface="MS UI Gothic"/>
              </a:rPr>
              <a:t>外</a:t>
            </a:r>
            <a:r>
              <a:rPr sz="1050" spc="-10" dirty="0">
                <a:latin typeface="MS UI Gothic"/>
                <a:cs typeface="MS UI Gothic"/>
              </a:rPr>
              <a:t>販</a:t>
            </a:r>
            <a:r>
              <a:rPr sz="1050" spc="85" dirty="0">
                <a:latin typeface="MS UI Gothic"/>
                <a:cs typeface="MS UI Gothic"/>
              </a:rPr>
              <a:t>）</a:t>
            </a:r>
            <a:r>
              <a:rPr sz="1050" spc="125" dirty="0">
                <a:latin typeface="MS UI Gothic"/>
                <a:cs typeface="MS UI Gothic"/>
              </a:rPr>
              <a:t>よ</a:t>
            </a:r>
            <a:r>
              <a:rPr sz="1050" spc="254" dirty="0">
                <a:latin typeface="MS UI Gothic"/>
                <a:cs typeface="MS UI Gothic"/>
              </a:rPr>
              <a:t>り</a:t>
            </a:r>
            <a:r>
              <a:rPr sz="1050" spc="5" dirty="0">
                <a:latin typeface="MS UI Gothic"/>
                <a:cs typeface="MS UI Gothic"/>
              </a:rPr>
              <a:t>使</a:t>
            </a:r>
            <a:r>
              <a:rPr sz="1050" spc="-10" dirty="0">
                <a:latin typeface="MS UI Gothic"/>
                <a:cs typeface="MS UI Gothic"/>
              </a:rPr>
              <a:t>用</a:t>
            </a:r>
            <a:r>
              <a:rPr sz="1050" spc="5" dirty="0">
                <a:latin typeface="MS UI Gothic"/>
                <a:cs typeface="MS UI Gothic"/>
              </a:rPr>
              <a:t>予</a:t>
            </a:r>
            <a:r>
              <a:rPr sz="1050" spc="-10" dirty="0">
                <a:latin typeface="MS UI Gothic"/>
                <a:cs typeface="MS UI Gothic"/>
              </a:rPr>
              <a:t>定</a:t>
            </a:r>
            <a:r>
              <a:rPr sz="1050" spc="-65" dirty="0">
                <a:latin typeface="MS UI Gothic"/>
                <a:cs typeface="MS UI Gothic"/>
              </a:rPr>
              <a:t>。</a:t>
            </a:r>
            <a:endParaRPr sz="1050">
              <a:latin typeface="MS UI Gothic"/>
              <a:cs typeface="MS UI Gothic"/>
            </a:endParaRPr>
          </a:p>
          <a:p>
            <a:pPr marL="12700">
              <a:lnSpc>
                <a:spcPct val="100000"/>
              </a:lnSpc>
            </a:pPr>
            <a:r>
              <a:rPr sz="1050" spc="30" dirty="0">
                <a:latin typeface="MS UI Gothic"/>
                <a:cs typeface="MS UI Gothic"/>
              </a:rPr>
              <a:t>・</a:t>
            </a:r>
            <a:r>
              <a:rPr sz="1050" spc="45" dirty="0">
                <a:latin typeface="MS UI Gothic"/>
                <a:cs typeface="MS UI Gothic"/>
              </a:rPr>
              <a:t>シ</a:t>
            </a:r>
            <a:r>
              <a:rPr sz="1050" spc="175" dirty="0">
                <a:latin typeface="MS UI Gothic"/>
                <a:cs typeface="MS UI Gothic"/>
              </a:rPr>
              <a:t>ス</a:t>
            </a:r>
            <a:r>
              <a:rPr sz="1050" spc="180" dirty="0">
                <a:latin typeface="MS UI Gothic"/>
                <a:cs typeface="MS UI Gothic"/>
              </a:rPr>
              <a:t>テ</a:t>
            </a:r>
            <a:r>
              <a:rPr sz="1050" spc="65" dirty="0">
                <a:latin typeface="MS UI Gothic"/>
                <a:cs typeface="MS UI Gothic"/>
              </a:rPr>
              <a:t>ム</a:t>
            </a:r>
            <a:r>
              <a:rPr sz="1050" spc="80" dirty="0">
                <a:latin typeface="MS UI Gothic"/>
                <a:cs typeface="MS UI Gothic"/>
              </a:rPr>
              <a:t>導入</a:t>
            </a:r>
            <a:r>
              <a:rPr sz="1050" spc="55" dirty="0">
                <a:latin typeface="MS UI Gothic"/>
                <a:cs typeface="MS UI Gothic"/>
              </a:rPr>
              <a:t>に</a:t>
            </a:r>
            <a:r>
              <a:rPr sz="1050" spc="160" dirty="0">
                <a:latin typeface="MS UI Gothic"/>
                <a:cs typeface="MS UI Gothic"/>
              </a:rPr>
              <a:t>あ</a:t>
            </a:r>
            <a:r>
              <a:rPr sz="1050" spc="265" dirty="0">
                <a:latin typeface="MS UI Gothic"/>
                <a:cs typeface="MS UI Gothic"/>
              </a:rPr>
              <a:t>た</a:t>
            </a:r>
            <a:r>
              <a:rPr sz="1050" spc="200" dirty="0">
                <a:latin typeface="MS UI Gothic"/>
                <a:cs typeface="MS UI Gothic"/>
              </a:rPr>
              <a:t>り</a:t>
            </a:r>
            <a:r>
              <a:rPr sz="1050" spc="-65" dirty="0">
                <a:latin typeface="MS UI Gothic"/>
                <a:cs typeface="MS UI Gothic"/>
              </a:rPr>
              <a:t>１</a:t>
            </a:r>
            <a:r>
              <a:rPr sz="1050" spc="5" dirty="0">
                <a:latin typeface="MS UI Gothic"/>
                <a:cs typeface="MS UI Gothic"/>
              </a:rPr>
              <a:t>年</a:t>
            </a:r>
            <a:r>
              <a:rPr sz="1050" spc="-10" dirty="0">
                <a:latin typeface="MS UI Gothic"/>
                <a:cs typeface="MS UI Gothic"/>
              </a:rPr>
              <a:t>間</a:t>
            </a:r>
            <a:r>
              <a:rPr sz="1050" spc="90" dirty="0">
                <a:latin typeface="MS UI Gothic"/>
                <a:cs typeface="MS UI Gothic"/>
              </a:rPr>
              <a:t>の</a:t>
            </a:r>
            <a:r>
              <a:rPr sz="1050" spc="95" dirty="0">
                <a:latin typeface="MS UI Gothic"/>
                <a:cs typeface="MS UI Gothic"/>
              </a:rPr>
              <a:t>契</a:t>
            </a:r>
            <a:r>
              <a:rPr sz="1050" spc="100" dirty="0">
                <a:latin typeface="MS UI Gothic"/>
                <a:cs typeface="MS UI Gothic"/>
              </a:rPr>
              <a:t>約</a:t>
            </a:r>
            <a:r>
              <a:rPr sz="1050" spc="65" dirty="0">
                <a:latin typeface="MS UI Gothic"/>
                <a:cs typeface="MS UI Gothic"/>
              </a:rPr>
              <a:t>で</a:t>
            </a:r>
            <a:r>
              <a:rPr sz="1050" spc="240" dirty="0">
                <a:latin typeface="MS UI Gothic"/>
                <a:cs typeface="MS UI Gothic"/>
              </a:rPr>
              <a:t>3,000</a:t>
            </a:r>
            <a:r>
              <a:rPr sz="1050" spc="-10" dirty="0">
                <a:latin typeface="MS UI Gothic"/>
                <a:cs typeface="MS UI Gothic"/>
              </a:rPr>
              <a:t>千</a:t>
            </a:r>
            <a:r>
              <a:rPr sz="1050" spc="-35" dirty="0">
                <a:latin typeface="MS UI Gothic"/>
                <a:cs typeface="MS UI Gothic"/>
              </a:rPr>
              <a:t>円。</a:t>
            </a:r>
            <a:r>
              <a:rPr sz="1050" spc="75" dirty="0">
                <a:latin typeface="MS UI Gothic"/>
                <a:cs typeface="MS UI Gothic"/>
              </a:rPr>
              <a:t>シ</a:t>
            </a:r>
            <a:r>
              <a:rPr sz="1050" spc="160" dirty="0">
                <a:latin typeface="MS UI Gothic"/>
                <a:cs typeface="MS UI Gothic"/>
              </a:rPr>
              <a:t>ス</a:t>
            </a:r>
            <a:r>
              <a:rPr sz="1050" spc="185" dirty="0">
                <a:latin typeface="MS UI Gothic"/>
                <a:cs typeface="MS UI Gothic"/>
              </a:rPr>
              <a:t>テ</a:t>
            </a:r>
            <a:r>
              <a:rPr sz="1050" spc="40" dirty="0">
                <a:latin typeface="MS UI Gothic"/>
                <a:cs typeface="MS UI Gothic"/>
              </a:rPr>
              <a:t>ム</a:t>
            </a:r>
            <a:r>
              <a:rPr sz="1050" spc="35" dirty="0">
                <a:latin typeface="MS UI Gothic"/>
                <a:cs typeface="MS UI Gothic"/>
              </a:rPr>
              <a:t>導</a:t>
            </a:r>
            <a:r>
              <a:rPr sz="1050" spc="5" dirty="0">
                <a:latin typeface="MS UI Gothic"/>
                <a:cs typeface="MS UI Gothic"/>
              </a:rPr>
              <a:t>入</a:t>
            </a:r>
            <a:r>
              <a:rPr sz="1050" spc="-10" dirty="0">
                <a:latin typeface="MS UI Gothic"/>
                <a:cs typeface="MS UI Gothic"/>
              </a:rPr>
              <a:t>初</a:t>
            </a:r>
            <a:r>
              <a:rPr sz="1050" spc="5" dirty="0">
                <a:latin typeface="MS UI Gothic"/>
                <a:cs typeface="MS UI Gothic"/>
              </a:rPr>
              <a:t>期</a:t>
            </a:r>
            <a:r>
              <a:rPr sz="1050" spc="-10" dirty="0">
                <a:latin typeface="MS UI Gothic"/>
                <a:cs typeface="MS UI Gothic"/>
              </a:rPr>
              <a:t>経</a:t>
            </a:r>
            <a:r>
              <a:rPr sz="1050" spc="-35" dirty="0">
                <a:latin typeface="MS UI Gothic"/>
                <a:cs typeface="MS UI Gothic"/>
              </a:rPr>
              <a:t>費、</a:t>
            </a:r>
            <a:r>
              <a:rPr sz="1050" spc="-10" dirty="0">
                <a:latin typeface="MS UI Gothic"/>
                <a:cs typeface="MS UI Gothic"/>
              </a:rPr>
              <a:t>月</a:t>
            </a:r>
            <a:r>
              <a:rPr sz="1050" spc="110" dirty="0">
                <a:latin typeface="MS UI Gothic"/>
                <a:cs typeface="MS UI Gothic"/>
              </a:rPr>
              <a:t>々</a:t>
            </a:r>
            <a:r>
              <a:rPr sz="1050" spc="75" dirty="0">
                <a:latin typeface="MS UI Gothic"/>
                <a:cs typeface="MS UI Gothic"/>
              </a:rPr>
              <a:t>の</a:t>
            </a:r>
            <a:r>
              <a:rPr sz="1050" spc="200" dirty="0">
                <a:latin typeface="MS UI Gothic"/>
                <a:cs typeface="MS UI Gothic"/>
              </a:rPr>
              <a:t>ラ</a:t>
            </a:r>
            <a:r>
              <a:rPr sz="1050" spc="210" dirty="0">
                <a:latin typeface="MS UI Gothic"/>
                <a:cs typeface="MS UI Gothic"/>
              </a:rPr>
              <a:t>ン</a:t>
            </a:r>
            <a:r>
              <a:rPr sz="1050" spc="170" dirty="0">
                <a:latin typeface="MS UI Gothic"/>
                <a:cs typeface="MS UI Gothic"/>
              </a:rPr>
              <a:t>ニ</a:t>
            </a:r>
            <a:r>
              <a:rPr sz="1050" spc="160" dirty="0">
                <a:latin typeface="MS UI Gothic"/>
                <a:cs typeface="MS UI Gothic"/>
              </a:rPr>
              <a:t>ン</a:t>
            </a:r>
            <a:r>
              <a:rPr sz="1050" spc="195" dirty="0">
                <a:latin typeface="MS UI Gothic"/>
                <a:cs typeface="MS UI Gothic"/>
              </a:rPr>
              <a:t>グ</a:t>
            </a:r>
            <a:r>
              <a:rPr sz="1050" spc="5" dirty="0">
                <a:latin typeface="MS UI Gothic"/>
                <a:cs typeface="MS UI Gothic"/>
              </a:rPr>
              <a:t>費</a:t>
            </a:r>
            <a:r>
              <a:rPr sz="1050" spc="-10" dirty="0">
                <a:latin typeface="MS UI Gothic"/>
                <a:cs typeface="MS UI Gothic"/>
              </a:rPr>
              <a:t>用</a:t>
            </a:r>
            <a:r>
              <a:rPr sz="1050" spc="55" dirty="0">
                <a:latin typeface="MS UI Gothic"/>
                <a:cs typeface="MS UI Gothic"/>
              </a:rPr>
              <a:t>込</a:t>
            </a:r>
            <a:r>
              <a:rPr sz="1050" spc="35" dirty="0">
                <a:latin typeface="MS UI Gothic"/>
                <a:cs typeface="MS UI Gothic"/>
              </a:rPr>
              <a:t>み</a:t>
            </a:r>
            <a:r>
              <a:rPr sz="1050" spc="-65" dirty="0">
                <a:latin typeface="MS UI Gothic"/>
                <a:cs typeface="MS UI Gothic"/>
              </a:rPr>
              <a:t>。</a:t>
            </a:r>
            <a:endParaRPr sz="1050">
              <a:latin typeface="MS UI Gothic"/>
              <a:cs typeface="MS UI Gothic"/>
            </a:endParaRPr>
          </a:p>
          <a:p>
            <a:pPr marL="12700">
              <a:lnSpc>
                <a:spcPct val="100000"/>
              </a:lnSpc>
            </a:pPr>
            <a:r>
              <a:rPr sz="1050" dirty="0">
                <a:latin typeface="MS UI Gothic"/>
                <a:cs typeface="MS UI Gothic"/>
              </a:rPr>
              <a:t>・登</a:t>
            </a:r>
            <a:r>
              <a:rPr sz="1050" spc="5" dirty="0">
                <a:latin typeface="MS UI Gothic"/>
                <a:cs typeface="MS UI Gothic"/>
              </a:rPr>
              <a:t>録</a:t>
            </a:r>
            <a:r>
              <a:rPr sz="1050" spc="-5" dirty="0">
                <a:latin typeface="MS UI Gothic"/>
                <a:cs typeface="MS UI Gothic"/>
              </a:rPr>
              <a:t>者</a:t>
            </a:r>
            <a:r>
              <a:rPr sz="1050" spc="235" dirty="0">
                <a:latin typeface="MS UI Gothic"/>
                <a:cs typeface="MS UI Gothic"/>
              </a:rPr>
              <a:t>を</a:t>
            </a:r>
            <a:r>
              <a:rPr sz="1050" spc="75" dirty="0">
                <a:latin typeface="MS UI Gothic"/>
                <a:cs typeface="MS UI Gothic"/>
              </a:rPr>
              <a:t>増</a:t>
            </a:r>
            <a:r>
              <a:rPr sz="1050" spc="55" dirty="0">
                <a:latin typeface="MS UI Gothic"/>
                <a:cs typeface="MS UI Gothic"/>
              </a:rPr>
              <a:t>や</a:t>
            </a:r>
            <a:r>
              <a:rPr sz="1050" spc="105" dirty="0">
                <a:latin typeface="MS UI Gothic"/>
                <a:cs typeface="MS UI Gothic"/>
              </a:rPr>
              <a:t>す</a:t>
            </a:r>
            <a:r>
              <a:rPr sz="1050" spc="190" dirty="0">
                <a:latin typeface="MS UI Gothic"/>
                <a:cs typeface="MS UI Gothic"/>
              </a:rPr>
              <a:t>た</a:t>
            </a:r>
            <a:r>
              <a:rPr sz="1050" spc="170" dirty="0">
                <a:latin typeface="MS UI Gothic"/>
                <a:cs typeface="MS UI Gothic"/>
              </a:rPr>
              <a:t>め</a:t>
            </a:r>
            <a:r>
              <a:rPr sz="1050" spc="185" dirty="0">
                <a:latin typeface="MS UI Gothic"/>
                <a:cs typeface="MS UI Gothic"/>
              </a:rPr>
              <a:t>の</a:t>
            </a:r>
            <a:r>
              <a:rPr sz="1050" spc="5" dirty="0">
                <a:latin typeface="MS UI Gothic"/>
                <a:cs typeface="MS UI Gothic"/>
              </a:rPr>
              <a:t>販</a:t>
            </a:r>
            <a:r>
              <a:rPr sz="1050" spc="-15" dirty="0">
                <a:latin typeface="MS UI Gothic"/>
                <a:cs typeface="MS UI Gothic"/>
              </a:rPr>
              <a:t>促</a:t>
            </a:r>
            <a:r>
              <a:rPr sz="1050" spc="315" dirty="0">
                <a:latin typeface="MS UI Gothic"/>
                <a:cs typeface="MS UI Gothic"/>
              </a:rPr>
              <a:t>と</a:t>
            </a:r>
            <a:r>
              <a:rPr sz="1050" spc="125" dirty="0">
                <a:latin typeface="MS UI Gothic"/>
                <a:cs typeface="MS UI Gothic"/>
              </a:rPr>
              <a:t>し</a:t>
            </a:r>
            <a:r>
              <a:rPr sz="1050" spc="195" dirty="0">
                <a:latin typeface="MS UI Gothic"/>
                <a:cs typeface="MS UI Gothic"/>
              </a:rPr>
              <a:t>て</a:t>
            </a:r>
            <a:r>
              <a:rPr sz="1050" spc="140" dirty="0">
                <a:latin typeface="MS UI Gothic"/>
                <a:cs typeface="MS UI Gothic"/>
              </a:rPr>
              <a:t>LINE</a:t>
            </a:r>
            <a:r>
              <a:rPr sz="1050" spc="-10" dirty="0">
                <a:latin typeface="MS UI Gothic"/>
                <a:cs typeface="MS UI Gothic"/>
              </a:rPr>
              <a:t>広</a:t>
            </a:r>
            <a:r>
              <a:rPr sz="1050" spc="-35" dirty="0">
                <a:latin typeface="MS UI Gothic"/>
                <a:cs typeface="MS UI Gothic"/>
              </a:rPr>
              <a:t>告</a:t>
            </a:r>
            <a:r>
              <a:rPr sz="1050" spc="-40" dirty="0">
                <a:latin typeface="MS UI Gothic"/>
                <a:cs typeface="MS UI Gothic"/>
              </a:rPr>
              <a:t>、</a:t>
            </a:r>
            <a:r>
              <a:rPr sz="1050" spc="140" dirty="0">
                <a:latin typeface="MS UI Gothic"/>
                <a:cs typeface="MS UI Gothic"/>
              </a:rPr>
              <a:t>LINE</a:t>
            </a:r>
            <a:r>
              <a:rPr sz="1050" spc="170" dirty="0">
                <a:latin typeface="MS UI Gothic"/>
                <a:cs typeface="MS UI Gothic"/>
              </a:rPr>
              <a:t>ポ</a:t>
            </a:r>
            <a:r>
              <a:rPr sz="1050" spc="65" dirty="0">
                <a:latin typeface="MS UI Gothic"/>
                <a:cs typeface="MS UI Gothic"/>
              </a:rPr>
              <a:t>イ</a:t>
            </a:r>
            <a:r>
              <a:rPr sz="1050" spc="160" dirty="0">
                <a:latin typeface="MS UI Gothic"/>
                <a:cs typeface="MS UI Gothic"/>
              </a:rPr>
              <a:t>ン</a:t>
            </a:r>
            <a:r>
              <a:rPr sz="1050" spc="120" dirty="0">
                <a:latin typeface="MS UI Gothic"/>
                <a:cs typeface="MS UI Gothic"/>
              </a:rPr>
              <a:t>ト</a:t>
            </a:r>
            <a:r>
              <a:rPr sz="1050" spc="125" dirty="0">
                <a:latin typeface="MS UI Gothic"/>
                <a:cs typeface="MS UI Gothic"/>
              </a:rPr>
              <a:t>の</a:t>
            </a:r>
            <a:r>
              <a:rPr sz="1050" spc="5" dirty="0">
                <a:latin typeface="MS UI Gothic"/>
                <a:cs typeface="MS UI Gothic"/>
              </a:rPr>
              <a:t>付</a:t>
            </a:r>
            <a:r>
              <a:rPr sz="1050" spc="-15" dirty="0">
                <a:latin typeface="MS UI Gothic"/>
                <a:cs typeface="MS UI Gothic"/>
              </a:rPr>
              <a:t>与</a:t>
            </a:r>
            <a:r>
              <a:rPr sz="1050" spc="170" dirty="0">
                <a:latin typeface="MS UI Gothic"/>
                <a:cs typeface="MS UI Gothic"/>
              </a:rPr>
              <a:t>で</a:t>
            </a:r>
            <a:r>
              <a:rPr sz="1050" spc="-10" dirty="0">
                <a:latin typeface="MS UI Gothic"/>
                <a:cs typeface="MS UI Gothic"/>
              </a:rPr>
              <a:t>年</a:t>
            </a:r>
            <a:r>
              <a:rPr sz="1050" dirty="0">
                <a:latin typeface="MS UI Gothic"/>
                <a:cs typeface="MS UI Gothic"/>
              </a:rPr>
              <a:t>間</a:t>
            </a:r>
            <a:r>
              <a:rPr sz="1050" spc="235" dirty="0">
                <a:latin typeface="MS UI Gothic"/>
                <a:cs typeface="MS UI Gothic"/>
              </a:rPr>
              <a:t>3,000</a:t>
            </a:r>
            <a:r>
              <a:rPr sz="1050" spc="5" dirty="0">
                <a:latin typeface="MS UI Gothic"/>
                <a:cs typeface="MS UI Gothic"/>
              </a:rPr>
              <a:t>千</a:t>
            </a:r>
            <a:r>
              <a:rPr sz="1050" spc="-15" dirty="0">
                <a:latin typeface="MS UI Gothic"/>
                <a:cs typeface="MS UI Gothic"/>
              </a:rPr>
              <a:t>円</a:t>
            </a:r>
            <a:r>
              <a:rPr sz="1050" spc="235" dirty="0">
                <a:latin typeface="MS UI Gothic"/>
                <a:cs typeface="MS UI Gothic"/>
              </a:rPr>
              <a:t>を</a:t>
            </a:r>
            <a:r>
              <a:rPr sz="1050" spc="-10" dirty="0">
                <a:latin typeface="MS UI Gothic"/>
                <a:cs typeface="MS UI Gothic"/>
              </a:rPr>
              <a:t>予</a:t>
            </a:r>
            <a:r>
              <a:rPr sz="1050" spc="5" dirty="0">
                <a:latin typeface="MS UI Gothic"/>
                <a:cs typeface="MS UI Gothic"/>
              </a:rPr>
              <a:t>定</a:t>
            </a:r>
            <a:endParaRPr sz="1050">
              <a:latin typeface="MS UI Gothic"/>
              <a:cs typeface="MS UI Gothic"/>
            </a:endParaRPr>
          </a:p>
          <a:p>
            <a:pPr marL="12700">
              <a:lnSpc>
                <a:spcPct val="100000"/>
              </a:lnSpc>
            </a:pPr>
            <a:r>
              <a:rPr sz="1050" dirty="0">
                <a:latin typeface="MS UI Gothic"/>
                <a:cs typeface="MS UI Gothic"/>
              </a:rPr>
              <a:t>・</a:t>
            </a:r>
            <a:r>
              <a:rPr sz="1050" spc="145" dirty="0">
                <a:latin typeface="MS UI Gothic"/>
                <a:cs typeface="MS UI Gothic"/>
              </a:rPr>
              <a:t>LINE</a:t>
            </a:r>
            <a:r>
              <a:rPr sz="1050" spc="5" dirty="0">
                <a:latin typeface="MS UI Gothic"/>
                <a:cs typeface="MS UI Gothic"/>
              </a:rPr>
              <a:t>採用</a:t>
            </a:r>
            <a:r>
              <a:rPr sz="1050" spc="-10" dirty="0">
                <a:latin typeface="MS UI Gothic"/>
                <a:cs typeface="MS UI Gothic"/>
              </a:rPr>
              <a:t>募</a:t>
            </a:r>
            <a:r>
              <a:rPr sz="1050" spc="45" dirty="0">
                <a:latin typeface="MS UI Gothic"/>
                <a:cs typeface="MS UI Gothic"/>
              </a:rPr>
              <a:t>集</a:t>
            </a:r>
            <a:r>
              <a:rPr sz="1050" spc="30" dirty="0">
                <a:latin typeface="MS UI Gothic"/>
                <a:cs typeface="MS UI Gothic"/>
              </a:rPr>
              <a:t>シ</a:t>
            </a:r>
            <a:r>
              <a:rPr sz="1050" spc="160" dirty="0">
                <a:latin typeface="MS UI Gothic"/>
                <a:cs typeface="MS UI Gothic"/>
              </a:rPr>
              <a:t>ス</a:t>
            </a:r>
            <a:r>
              <a:rPr sz="1050" spc="175" dirty="0">
                <a:latin typeface="MS UI Gothic"/>
                <a:cs typeface="MS UI Gothic"/>
              </a:rPr>
              <a:t>テ</a:t>
            </a:r>
            <a:r>
              <a:rPr sz="1050" spc="170" dirty="0">
                <a:latin typeface="MS UI Gothic"/>
                <a:cs typeface="MS UI Gothic"/>
              </a:rPr>
              <a:t>ム</a:t>
            </a:r>
            <a:r>
              <a:rPr sz="1050" spc="150" dirty="0">
                <a:latin typeface="MS UI Gothic"/>
                <a:cs typeface="MS UI Gothic"/>
              </a:rPr>
              <a:t>を</a:t>
            </a:r>
            <a:r>
              <a:rPr sz="1050" spc="-10" dirty="0">
                <a:latin typeface="MS UI Gothic"/>
                <a:cs typeface="MS UI Gothic"/>
              </a:rPr>
              <a:t>用</a:t>
            </a:r>
            <a:r>
              <a:rPr sz="1050" spc="200" dirty="0">
                <a:latin typeface="MS UI Gothic"/>
                <a:cs typeface="MS UI Gothic"/>
              </a:rPr>
              <a:t>い</a:t>
            </a:r>
            <a:r>
              <a:rPr sz="1050" spc="180" dirty="0">
                <a:latin typeface="MS UI Gothic"/>
                <a:cs typeface="MS UI Gothic"/>
              </a:rPr>
              <a:t>て</a:t>
            </a:r>
            <a:r>
              <a:rPr sz="1050" b="1" spc="5" dirty="0">
                <a:solidFill>
                  <a:srgbClr val="FF0000"/>
                </a:solidFill>
                <a:latin typeface="Microsoft YaHei UI"/>
                <a:cs typeface="Microsoft YaHei UI"/>
              </a:rPr>
              <a:t>今</a:t>
            </a:r>
            <a:r>
              <a:rPr sz="1050" b="1" spc="-10" dirty="0">
                <a:solidFill>
                  <a:srgbClr val="FF0000"/>
                </a:solidFill>
                <a:latin typeface="Microsoft YaHei UI"/>
                <a:cs typeface="Microsoft YaHei UI"/>
              </a:rPr>
              <a:t>期</a:t>
            </a:r>
            <a:r>
              <a:rPr sz="1050" b="1" spc="5" dirty="0">
                <a:solidFill>
                  <a:srgbClr val="FF0000"/>
                </a:solidFill>
                <a:latin typeface="Microsoft YaHei UI"/>
                <a:cs typeface="Microsoft YaHei UI"/>
              </a:rPr>
              <a:t>必</a:t>
            </a:r>
            <a:r>
              <a:rPr sz="1050" b="1" spc="-10" dirty="0">
                <a:solidFill>
                  <a:srgbClr val="FF0000"/>
                </a:solidFill>
                <a:latin typeface="Microsoft YaHei UI"/>
                <a:cs typeface="Microsoft YaHei UI"/>
              </a:rPr>
              <a:t>要</a:t>
            </a:r>
            <a:r>
              <a:rPr sz="1050" b="1" spc="5" dirty="0">
                <a:solidFill>
                  <a:srgbClr val="FF0000"/>
                </a:solidFill>
                <a:latin typeface="Microsoft YaHei UI"/>
                <a:cs typeface="Microsoft YaHei UI"/>
              </a:rPr>
              <a:t>人</a:t>
            </a:r>
            <a:r>
              <a:rPr sz="1050" b="1" spc="-10" dirty="0">
                <a:solidFill>
                  <a:srgbClr val="FF0000"/>
                </a:solidFill>
                <a:latin typeface="Microsoft YaHei UI"/>
                <a:cs typeface="Microsoft YaHei UI"/>
              </a:rPr>
              <a:t>員</a:t>
            </a:r>
            <a:r>
              <a:rPr sz="1050" b="1" spc="5" dirty="0">
                <a:solidFill>
                  <a:srgbClr val="FF0000"/>
                </a:solidFill>
                <a:latin typeface="Microsoft YaHei UI"/>
                <a:cs typeface="Microsoft YaHei UI"/>
              </a:rPr>
              <a:t>の</a:t>
            </a:r>
            <a:r>
              <a:rPr sz="1050" b="1" spc="-10" dirty="0">
                <a:solidFill>
                  <a:srgbClr val="FF0000"/>
                </a:solidFill>
                <a:latin typeface="Microsoft YaHei UI"/>
                <a:cs typeface="Microsoft YaHei UI"/>
              </a:rPr>
              <a:t>約</a:t>
            </a:r>
            <a:r>
              <a:rPr sz="1050" b="1" spc="-170" dirty="0">
                <a:solidFill>
                  <a:srgbClr val="FF0000"/>
                </a:solidFill>
                <a:latin typeface="Microsoft YaHei UI"/>
                <a:cs typeface="Microsoft YaHei UI"/>
              </a:rPr>
              <a:t>２０％</a:t>
            </a:r>
            <a:r>
              <a:rPr sz="1050" b="1" spc="-20" dirty="0">
                <a:solidFill>
                  <a:srgbClr val="FF0000"/>
                </a:solidFill>
                <a:latin typeface="Microsoft YaHei UI"/>
                <a:cs typeface="Microsoft YaHei UI"/>
              </a:rPr>
              <a:t>を</a:t>
            </a:r>
            <a:r>
              <a:rPr sz="1050" b="1" spc="-30" dirty="0">
                <a:solidFill>
                  <a:srgbClr val="FF0000"/>
                </a:solidFill>
                <a:latin typeface="Microsoft YaHei UI"/>
                <a:cs typeface="Microsoft YaHei UI"/>
              </a:rPr>
              <a:t>カ</a:t>
            </a:r>
            <a:r>
              <a:rPr sz="1050" b="1" spc="-20" dirty="0">
                <a:solidFill>
                  <a:srgbClr val="FF0000"/>
                </a:solidFill>
                <a:latin typeface="Microsoft YaHei UI"/>
                <a:cs typeface="Microsoft YaHei UI"/>
              </a:rPr>
              <a:t>バ</a:t>
            </a:r>
            <a:r>
              <a:rPr sz="1050" b="1" spc="-50" dirty="0">
                <a:solidFill>
                  <a:srgbClr val="FF0000"/>
                </a:solidFill>
                <a:latin typeface="Microsoft YaHei UI"/>
                <a:cs typeface="Microsoft YaHei UI"/>
              </a:rPr>
              <a:t>ー</a:t>
            </a:r>
            <a:r>
              <a:rPr sz="1050" b="1" spc="-35" dirty="0">
                <a:solidFill>
                  <a:srgbClr val="FF0000"/>
                </a:solidFill>
                <a:latin typeface="Microsoft YaHei UI"/>
                <a:cs typeface="Microsoft YaHei UI"/>
              </a:rPr>
              <a:t>す</a:t>
            </a:r>
            <a:r>
              <a:rPr sz="1050" b="1" spc="-55" dirty="0">
                <a:solidFill>
                  <a:srgbClr val="FF0000"/>
                </a:solidFill>
                <a:latin typeface="Microsoft YaHei UI"/>
                <a:cs typeface="Microsoft YaHei UI"/>
              </a:rPr>
              <a:t>る</a:t>
            </a:r>
            <a:r>
              <a:rPr sz="1050" b="1" spc="-75" dirty="0">
                <a:solidFill>
                  <a:srgbClr val="FF0000"/>
                </a:solidFill>
                <a:latin typeface="Microsoft YaHei UI"/>
                <a:cs typeface="Microsoft YaHei UI"/>
              </a:rPr>
              <a:t>こ</a:t>
            </a:r>
            <a:r>
              <a:rPr sz="1050" b="1" spc="-50" dirty="0">
                <a:solidFill>
                  <a:srgbClr val="FF0000"/>
                </a:solidFill>
                <a:latin typeface="Microsoft YaHei UI"/>
                <a:cs typeface="Microsoft YaHei UI"/>
              </a:rPr>
              <a:t>と</a:t>
            </a:r>
            <a:r>
              <a:rPr sz="1050" b="1" spc="-15" dirty="0">
                <a:solidFill>
                  <a:srgbClr val="FF0000"/>
                </a:solidFill>
                <a:latin typeface="Microsoft YaHei UI"/>
                <a:cs typeface="Microsoft YaHei UI"/>
              </a:rPr>
              <a:t>に</a:t>
            </a:r>
            <a:r>
              <a:rPr sz="1050" b="1" spc="-30" dirty="0">
                <a:solidFill>
                  <a:srgbClr val="FF0000"/>
                </a:solidFill>
                <a:latin typeface="Microsoft YaHei UI"/>
                <a:cs typeface="Microsoft YaHei UI"/>
              </a:rPr>
              <a:t>より募</a:t>
            </a:r>
            <a:r>
              <a:rPr sz="1050" b="1" spc="-45" dirty="0">
                <a:solidFill>
                  <a:srgbClr val="FF0000"/>
                </a:solidFill>
                <a:latin typeface="Microsoft YaHei UI"/>
                <a:cs typeface="Microsoft YaHei UI"/>
              </a:rPr>
              <a:t>集</a:t>
            </a:r>
            <a:r>
              <a:rPr sz="1050" b="1" spc="-10" dirty="0">
                <a:solidFill>
                  <a:srgbClr val="FF0000"/>
                </a:solidFill>
                <a:latin typeface="Microsoft YaHei UI"/>
                <a:cs typeface="Microsoft YaHei UI"/>
              </a:rPr>
              <a:t>費</a:t>
            </a:r>
            <a:r>
              <a:rPr sz="1050" b="1" spc="-30" dirty="0">
                <a:solidFill>
                  <a:srgbClr val="FF0000"/>
                </a:solidFill>
                <a:latin typeface="Microsoft YaHei UI"/>
                <a:cs typeface="Microsoft YaHei UI"/>
              </a:rPr>
              <a:t>も</a:t>
            </a:r>
            <a:r>
              <a:rPr sz="1050" b="1" spc="-170" dirty="0">
                <a:solidFill>
                  <a:srgbClr val="FF0000"/>
                </a:solidFill>
                <a:latin typeface="Microsoft YaHei UI"/>
                <a:cs typeface="Microsoft YaHei UI"/>
              </a:rPr>
              <a:t>２０％</a:t>
            </a:r>
            <a:r>
              <a:rPr sz="1050" b="1" spc="-10" dirty="0">
                <a:solidFill>
                  <a:srgbClr val="FF0000"/>
                </a:solidFill>
                <a:latin typeface="Microsoft YaHei UI"/>
                <a:cs typeface="Microsoft YaHei UI"/>
              </a:rPr>
              <a:t>削減</a:t>
            </a:r>
            <a:r>
              <a:rPr sz="1050" b="1" spc="-30" dirty="0">
                <a:solidFill>
                  <a:srgbClr val="FF0000"/>
                </a:solidFill>
                <a:latin typeface="Microsoft YaHei UI"/>
                <a:cs typeface="Microsoft YaHei UI"/>
              </a:rPr>
              <a:t>す</a:t>
            </a:r>
            <a:r>
              <a:rPr sz="1050" b="1" spc="-5" dirty="0">
                <a:solidFill>
                  <a:srgbClr val="FF0000"/>
                </a:solidFill>
                <a:latin typeface="Microsoft YaHei UI"/>
                <a:cs typeface="Microsoft YaHei UI"/>
              </a:rPr>
              <a:t>る</a:t>
            </a:r>
            <a:r>
              <a:rPr sz="1050" b="1" spc="-20" dirty="0">
                <a:solidFill>
                  <a:srgbClr val="FF0000"/>
                </a:solidFill>
                <a:latin typeface="Microsoft YaHei UI"/>
                <a:cs typeface="Microsoft YaHei UI"/>
              </a:rPr>
              <a:t>見</a:t>
            </a:r>
            <a:r>
              <a:rPr sz="1050" b="1" spc="5" dirty="0">
                <a:solidFill>
                  <a:srgbClr val="FF0000"/>
                </a:solidFill>
                <a:latin typeface="Microsoft YaHei UI"/>
                <a:cs typeface="Microsoft YaHei UI"/>
              </a:rPr>
              <a:t>込</a:t>
            </a:r>
            <a:r>
              <a:rPr sz="1050" b="1" spc="-10" dirty="0">
                <a:solidFill>
                  <a:srgbClr val="FF0000"/>
                </a:solidFill>
                <a:latin typeface="Microsoft YaHei UI"/>
                <a:cs typeface="Microsoft YaHei UI"/>
              </a:rPr>
              <a:t>み</a:t>
            </a:r>
            <a:r>
              <a:rPr sz="1050" b="1" spc="5" dirty="0">
                <a:solidFill>
                  <a:srgbClr val="FF0000"/>
                </a:solidFill>
                <a:latin typeface="Microsoft YaHei UI"/>
                <a:cs typeface="Microsoft YaHei UI"/>
              </a:rPr>
              <a:t>で</a:t>
            </a:r>
            <a:r>
              <a:rPr sz="1050" b="1" spc="-10" dirty="0">
                <a:solidFill>
                  <a:srgbClr val="FF0000"/>
                </a:solidFill>
                <a:latin typeface="Microsoft YaHei UI"/>
                <a:cs typeface="Microsoft YaHei UI"/>
              </a:rPr>
              <a:t>あ</a:t>
            </a:r>
            <a:r>
              <a:rPr sz="1050" b="1" spc="-220" dirty="0">
                <a:solidFill>
                  <a:srgbClr val="FF0000"/>
                </a:solidFill>
                <a:latin typeface="Microsoft YaHei UI"/>
                <a:cs typeface="Microsoft YaHei UI"/>
              </a:rPr>
              <a:t>る。</a:t>
            </a:r>
            <a:endParaRPr sz="1050">
              <a:latin typeface="Microsoft YaHei UI"/>
              <a:cs typeface="Microsoft YaHei UI"/>
            </a:endParaRPr>
          </a:p>
        </p:txBody>
      </p:sp>
      <p:grpSp>
        <p:nvGrpSpPr>
          <p:cNvPr id="40" name="object 40"/>
          <p:cNvGrpSpPr/>
          <p:nvPr/>
        </p:nvGrpSpPr>
        <p:grpSpPr>
          <a:xfrm>
            <a:off x="176784" y="5469635"/>
            <a:ext cx="3512820" cy="562610"/>
            <a:chOff x="176784" y="5469635"/>
            <a:chExt cx="3512820" cy="562610"/>
          </a:xfrm>
        </p:grpSpPr>
        <p:pic>
          <p:nvPicPr>
            <p:cNvPr id="41" name="object 41"/>
            <p:cNvPicPr/>
            <p:nvPr/>
          </p:nvPicPr>
          <p:blipFill>
            <a:blip r:embed="rId5" cstate="print"/>
            <a:stretch>
              <a:fillRect/>
            </a:stretch>
          </p:blipFill>
          <p:spPr>
            <a:xfrm>
              <a:off x="176784" y="5478779"/>
              <a:ext cx="3512820" cy="502958"/>
            </a:xfrm>
            <a:prstGeom prst="rect">
              <a:avLst/>
            </a:prstGeom>
          </p:spPr>
        </p:pic>
        <p:pic>
          <p:nvPicPr>
            <p:cNvPr id="42" name="object 42"/>
            <p:cNvPicPr/>
            <p:nvPr/>
          </p:nvPicPr>
          <p:blipFill>
            <a:blip r:embed="rId6" cstate="print"/>
            <a:stretch>
              <a:fillRect/>
            </a:stretch>
          </p:blipFill>
          <p:spPr>
            <a:xfrm>
              <a:off x="237744" y="5469635"/>
              <a:ext cx="3390900" cy="562356"/>
            </a:xfrm>
            <a:prstGeom prst="rect">
              <a:avLst/>
            </a:prstGeom>
          </p:spPr>
        </p:pic>
      </p:grpSp>
      <p:grpSp>
        <p:nvGrpSpPr>
          <p:cNvPr id="43" name="object 43"/>
          <p:cNvGrpSpPr/>
          <p:nvPr/>
        </p:nvGrpSpPr>
        <p:grpSpPr>
          <a:xfrm>
            <a:off x="5853684" y="2653538"/>
            <a:ext cx="1815464" cy="2038985"/>
            <a:chOff x="5853684" y="2653538"/>
            <a:chExt cx="1815464" cy="2038985"/>
          </a:xfrm>
        </p:grpSpPr>
        <p:sp>
          <p:nvSpPr>
            <p:cNvPr id="44" name="object 44"/>
            <p:cNvSpPr/>
            <p:nvPr/>
          </p:nvSpPr>
          <p:spPr>
            <a:xfrm>
              <a:off x="6441186" y="2666238"/>
              <a:ext cx="502920" cy="288290"/>
            </a:xfrm>
            <a:custGeom>
              <a:avLst/>
              <a:gdLst/>
              <a:ahLst/>
              <a:cxnLst/>
              <a:rect l="l" t="t" r="r" b="b"/>
              <a:pathLst>
                <a:path w="502920" h="288289">
                  <a:moveTo>
                    <a:pt x="377189" y="0"/>
                  </a:moveTo>
                  <a:lnTo>
                    <a:pt x="125730" y="0"/>
                  </a:lnTo>
                  <a:lnTo>
                    <a:pt x="125730" y="144017"/>
                  </a:lnTo>
                  <a:lnTo>
                    <a:pt x="0" y="144017"/>
                  </a:lnTo>
                  <a:lnTo>
                    <a:pt x="251460" y="288036"/>
                  </a:lnTo>
                  <a:lnTo>
                    <a:pt x="502919" y="144017"/>
                  </a:lnTo>
                  <a:lnTo>
                    <a:pt x="377189" y="144017"/>
                  </a:lnTo>
                  <a:lnTo>
                    <a:pt x="377189" y="0"/>
                  </a:lnTo>
                  <a:close/>
                </a:path>
              </a:pathLst>
            </a:custGeom>
            <a:solidFill>
              <a:srgbClr val="FFC000"/>
            </a:solidFill>
          </p:spPr>
          <p:txBody>
            <a:bodyPr wrap="square" lIns="0" tIns="0" rIns="0" bIns="0" rtlCol="0"/>
            <a:lstStyle/>
            <a:p>
              <a:endParaRPr/>
            </a:p>
          </p:txBody>
        </p:sp>
        <p:sp>
          <p:nvSpPr>
            <p:cNvPr id="45" name="object 45"/>
            <p:cNvSpPr/>
            <p:nvPr/>
          </p:nvSpPr>
          <p:spPr>
            <a:xfrm>
              <a:off x="6441186" y="2666238"/>
              <a:ext cx="502920" cy="288290"/>
            </a:xfrm>
            <a:custGeom>
              <a:avLst/>
              <a:gdLst/>
              <a:ahLst/>
              <a:cxnLst/>
              <a:rect l="l" t="t" r="r" b="b"/>
              <a:pathLst>
                <a:path w="502920" h="288289">
                  <a:moveTo>
                    <a:pt x="377189" y="0"/>
                  </a:moveTo>
                  <a:lnTo>
                    <a:pt x="377189" y="144017"/>
                  </a:lnTo>
                  <a:lnTo>
                    <a:pt x="502919" y="144017"/>
                  </a:lnTo>
                  <a:lnTo>
                    <a:pt x="251460" y="288036"/>
                  </a:lnTo>
                  <a:lnTo>
                    <a:pt x="0" y="144017"/>
                  </a:lnTo>
                  <a:lnTo>
                    <a:pt x="125730" y="144017"/>
                  </a:lnTo>
                  <a:lnTo>
                    <a:pt x="125730" y="0"/>
                  </a:lnTo>
                  <a:lnTo>
                    <a:pt x="377189" y="0"/>
                  </a:lnTo>
                  <a:close/>
                </a:path>
              </a:pathLst>
            </a:custGeom>
            <a:ln w="25400">
              <a:solidFill>
                <a:srgbClr val="FFC000"/>
              </a:solidFill>
            </a:ln>
          </p:spPr>
          <p:txBody>
            <a:bodyPr wrap="square" lIns="0" tIns="0" rIns="0" bIns="0" rtlCol="0"/>
            <a:lstStyle/>
            <a:p>
              <a:endParaRPr/>
            </a:p>
          </p:txBody>
        </p:sp>
        <p:pic>
          <p:nvPicPr>
            <p:cNvPr id="46" name="object 46"/>
            <p:cNvPicPr/>
            <p:nvPr/>
          </p:nvPicPr>
          <p:blipFill>
            <a:blip r:embed="rId7" cstate="print"/>
            <a:stretch>
              <a:fillRect/>
            </a:stretch>
          </p:blipFill>
          <p:spPr>
            <a:xfrm>
              <a:off x="5853684" y="3116580"/>
              <a:ext cx="1815084" cy="1575816"/>
            </a:xfrm>
            <a:prstGeom prst="rect">
              <a:avLst/>
            </a:prstGeom>
          </p:spPr>
        </p:pic>
      </p:grpSp>
      <p:sp>
        <p:nvSpPr>
          <p:cNvPr id="47" name="object 47"/>
          <p:cNvSpPr txBox="1"/>
          <p:nvPr/>
        </p:nvSpPr>
        <p:spPr>
          <a:xfrm>
            <a:off x="202692" y="5504688"/>
            <a:ext cx="3411220" cy="401320"/>
          </a:xfrm>
          <a:prstGeom prst="rect">
            <a:avLst/>
          </a:prstGeom>
          <a:solidFill>
            <a:srgbClr val="244060"/>
          </a:solidFill>
        </p:spPr>
        <p:txBody>
          <a:bodyPr vert="horz" wrap="square" lIns="0" tIns="41910" rIns="0" bIns="0" rtlCol="0">
            <a:spAutoFit/>
          </a:bodyPr>
          <a:lstStyle/>
          <a:p>
            <a:pPr marL="776605" marR="137160" indent="-632460">
              <a:lnSpc>
                <a:spcPct val="100000"/>
              </a:lnSpc>
              <a:spcBef>
                <a:spcPts val="330"/>
              </a:spcBef>
            </a:pPr>
            <a:r>
              <a:rPr sz="1100" spc="145" dirty="0">
                <a:solidFill>
                  <a:srgbClr val="FFFFFF"/>
                </a:solidFill>
                <a:latin typeface="MS UI Gothic"/>
                <a:cs typeface="MS UI Gothic"/>
              </a:rPr>
              <a:t>LINE</a:t>
            </a:r>
            <a:r>
              <a:rPr sz="1100" spc="285" dirty="0">
                <a:solidFill>
                  <a:srgbClr val="FFFFFF"/>
                </a:solidFill>
                <a:latin typeface="MS UI Gothic"/>
                <a:cs typeface="MS UI Gothic"/>
              </a:rPr>
              <a:t>を</a:t>
            </a:r>
            <a:r>
              <a:rPr sz="1100" spc="225" dirty="0">
                <a:solidFill>
                  <a:srgbClr val="FFFFFF"/>
                </a:solidFill>
                <a:latin typeface="MS UI Gothic"/>
                <a:cs typeface="MS UI Gothic"/>
              </a:rPr>
              <a:t>う</a:t>
            </a:r>
            <a:r>
              <a:rPr sz="1100" spc="280" dirty="0">
                <a:solidFill>
                  <a:srgbClr val="FFFFFF"/>
                </a:solidFill>
                <a:latin typeface="MS UI Gothic"/>
                <a:cs typeface="MS UI Gothic"/>
              </a:rPr>
              <a:t>ま</a:t>
            </a:r>
            <a:r>
              <a:rPr sz="1100" spc="70" dirty="0">
                <a:solidFill>
                  <a:srgbClr val="FFFFFF"/>
                </a:solidFill>
                <a:latin typeface="MS UI Gothic"/>
                <a:cs typeface="MS UI Gothic"/>
              </a:rPr>
              <a:t>く</a:t>
            </a:r>
            <a:r>
              <a:rPr sz="1100" spc="145" dirty="0">
                <a:solidFill>
                  <a:srgbClr val="FFFFFF"/>
                </a:solidFill>
                <a:latin typeface="MS UI Gothic"/>
                <a:cs typeface="MS UI Gothic"/>
              </a:rPr>
              <a:t>活用</a:t>
            </a:r>
            <a:r>
              <a:rPr sz="1100" spc="114" dirty="0">
                <a:solidFill>
                  <a:srgbClr val="FFFFFF"/>
                </a:solidFill>
                <a:latin typeface="MS UI Gothic"/>
                <a:cs typeface="MS UI Gothic"/>
              </a:rPr>
              <a:t>す</a:t>
            </a:r>
            <a:r>
              <a:rPr sz="1100" spc="215" dirty="0">
                <a:solidFill>
                  <a:srgbClr val="FFFFFF"/>
                </a:solidFill>
                <a:latin typeface="MS UI Gothic"/>
                <a:cs typeface="MS UI Gothic"/>
              </a:rPr>
              <a:t>る</a:t>
            </a:r>
            <a:r>
              <a:rPr sz="1100" spc="290" dirty="0">
                <a:solidFill>
                  <a:srgbClr val="FFFFFF"/>
                </a:solidFill>
                <a:latin typeface="MS UI Gothic"/>
                <a:cs typeface="MS UI Gothic"/>
              </a:rPr>
              <a:t>こ</a:t>
            </a:r>
            <a:r>
              <a:rPr sz="1100" spc="265" dirty="0">
                <a:solidFill>
                  <a:srgbClr val="FFFFFF"/>
                </a:solidFill>
                <a:latin typeface="MS UI Gothic"/>
                <a:cs typeface="MS UI Gothic"/>
              </a:rPr>
              <a:t>と</a:t>
            </a:r>
            <a:r>
              <a:rPr sz="1100" spc="215" dirty="0">
                <a:solidFill>
                  <a:srgbClr val="FFFFFF"/>
                </a:solidFill>
                <a:latin typeface="MS UI Gothic"/>
                <a:cs typeface="MS UI Gothic"/>
              </a:rPr>
              <a:t>に</a:t>
            </a:r>
            <a:r>
              <a:rPr sz="1100" spc="200" dirty="0">
                <a:solidFill>
                  <a:srgbClr val="FFFFFF"/>
                </a:solidFill>
                <a:latin typeface="MS UI Gothic"/>
                <a:cs typeface="MS UI Gothic"/>
              </a:rPr>
              <a:t>よ</a:t>
            </a:r>
            <a:r>
              <a:rPr sz="1100" spc="30" dirty="0">
                <a:solidFill>
                  <a:srgbClr val="FFFFFF"/>
                </a:solidFill>
                <a:latin typeface="MS UI Gothic"/>
                <a:cs typeface="MS UI Gothic"/>
              </a:rPr>
              <a:t>り、</a:t>
            </a:r>
            <a:r>
              <a:rPr sz="1100" spc="50" dirty="0">
                <a:solidFill>
                  <a:srgbClr val="FFFFFF"/>
                </a:solidFill>
                <a:latin typeface="MS UI Gothic"/>
                <a:cs typeface="MS UI Gothic"/>
              </a:rPr>
              <a:t>人材</a:t>
            </a:r>
            <a:r>
              <a:rPr sz="1100" spc="35" dirty="0">
                <a:solidFill>
                  <a:srgbClr val="FFFFFF"/>
                </a:solidFill>
                <a:latin typeface="MS UI Gothic"/>
                <a:cs typeface="MS UI Gothic"/>
              </a:rPr>
              <a:t>確</a:t>
            </a:r>
            <a:r>
              <a:rPr sz="1100" spc="210" dirty="0">
                <a:solidFill>
                  <a:srgbClr val="FFFFFF"/>
                </a:solidFill>
                <a:latin typeface="MS UI Gothic"/>
                <a:cs typeface="MS UI Gothic"/>
              </a:rPr>
              <a:t>保</a:t>
            </a:r>
            <a:r>
              <a:rPr sz="1100" spc="125" dirty="0">
                <a:solidFill>
                  <a:srgbClr val="FFFFFF"/>
                </a:solidFill>
                <a:latin typeface="MS UI Gothic"/>
                <a:cs typeface="MS UI Gothic"/>
              </a:rPr>
              <a:t>と</a:t>
            </a:r>
            <a:r>
              <a:rPr sz="1100" dirty="0">
                <a:solidFill>
                  <a:srgbClr val="FFFFFF"/>
                </a:solidFill>
                <a:latin typeface="MS UI Gothic"/>
                <a:cs typeface="MS UI Gothic"/>
              </a:rPr>
              <a:t>従業 </a:t>
            </a:r>
            <a:r>
              <a:rPr sz="1100" spc="55" dirty="0">
                <a:solidFill>
                  <a:srgbClr val="FFFFFF"/>
                </a:solidFill>
                <a:latin typeface="MS UI Gothic"/>
                <a:cs typeface="MS UI Gothic"/>
              </a:rPr>
              <a:t>員募集費</a:t>
            </a:r>
            <a:r>
              <a:rPr sz="1100" spc="45" dirty="0">
                <a:solidFill>
                  <a:srgbClr val="FFFFFF"/>
                </a:solidFill>
                <a:latin typeface="MS UI Gothic"/>
                <a:cs typeface="MS UI Gothic"/>
              </a:rPr>
              <a:t>の</a:t>
            </a:r>
            <a:r>
              <a:rPr sz="1100" spc="55" dirty="0">
                <a:solidFill>
                  <a:srgbClr val="FFFFFF"/>
                </a:solidFill>
                <a:latin typeface="MS UI Gothic"/>
                <a:cs typeface="MS UI Gothic"/>
              </a:rPr>
              <a:t>低減</a:t>
            </a:r>
            <a:r>
              <a:rPr sz="1100" spc="35" dirty="0">
                <a:solidFill>
                  <a:srgbClr val="FFFFFF"/>
                </a:solidFill>
                <a:latin typeface="MS UI Gothic"/>
                <a:cs typeface="MS UI Gothic"/>
              </a:rPr>
              <a:t>も</a:t>
            </a:r>
            <a:r>
              <a:rPr sz="1100" spc="215" dirty="0">
                <a:solidFill>
                  <a:srgbClr val="FFFFFF"/>
                </a:solidFill>
                <a:latin typeface="MS UI Gothic"/>
                <a:cs typeface="MS UI Gothic"/>
              </a:rPr>
              <a:t>担</a:t>
            </a:r>
            <a:r>
              <a:rPr sz="1100" spc="130" dirty="0">
                <a:solidFill>
                  <a:srgbClr val="FFFFFF"/>
                </a:solidFill>
                <a:latin typeface="MS UI Gothic"/>
                <a:cs typeface="MS UI Gothic"/>
              </a:rPr>
              <a:t>う</a:t>
            </a:r>
            <a:r>
              <a:rPr sz="1100" spc="204" dirty="0">
                <a:solidFill>
                  <a:srgbClr val="FFFFFF"/>
                </a:solidFill>
                <a:latin typeface="MS UI Gothic"/>
                <a:cs typeface="MS UI Gothic"/>
              </a:rPr>
              <a:t>こ</a:t>
            </a:r>
            <a:r>
              <a:rPr sz="1100" spc="335" dirty="0">
                <a:solidFill>
                  <a:srgbClr val="FFFFFF"/>
                </a:solidFill>
                <a:latin typeface="MS UI Gothic"/>
                <a:cs typeface="MS UI Gothic"/>
              </a:rPr>
              <a:t>と</a:t>
            </a:r>
            <a:r>
              <a:rPr sz="1100" spc="70" dirty="0">
                <a:solidFill>
                  <a:srgbClr val="FFFFFF"/>
                </a:solidFill>
                <a:latin typeface="MS UI Gothic"/>
                <a:cs typeface="MS UI Gothic"/>
              </a:rPr>
              <a:t>に</a:t>
            </a:r>
            <a:r>
              <a:rPr sz="1100" spc="55" dirty="0">
                <a:solidFill>
                  <a:srgbClr val="FFFFFF"/>
                </a:solidFill>
                <a:latin typeface="MS UI Gothic"/>
                <a:cs typeface="MS UI Gothic"/>
              </a:rPr>
              <a:t>。</a:t>
            </a:r>
            <a:endParaRPr sz="1100">
              <a:latin typeface="MS UI Gothic"/>
              <a:cs typeface="MS UI Gothic"/>
            </a:endParaRPr>
          </a:p>
        </p:txBody>
      </p:sp>
      <p:sp>
        <p:nvSpPr>
          <p:cNvPr id="48" name="object 48"/>
          <p:cNvSpPr/>
          <p:nvPr/>
        </p:nvSpPr>
        <p:spPr>
          <a:xfrm>
            <a:off x="132587" y="903732"/>
            <a:ext cx="3606165" cy="498475"/>
          </a:xfrm>
          <a:custGeom>
            <a:avLst/>
            <a:gdLst/>
            <a:ahLst/>
            <a:cxnLst/>
            <a:rect l="l" t="t" r="r" b="b"/>
            <a:pathLst>
              <a:path w="3606165" h="498475">
                <a:moveTo>
                  <a:pt x="3522726" y="0"/>
                </a:moveTo>
                <a:lnTo>
                  <a:pt x="83058" y="0"/>
                </a:lnTo>
                <a:lnTo>
                  <a:pt x="50727" y="6530"/>
                </a:lnTo>
                <a:lnTo>
                  <a:pt x="24326" y="24336"/>
                </a:lnTo>
                <a:lnTo>
                  <a:pt x="6527" y="50738"/>
                </a:lnTo>
                <a:lnTo>
                  <a:pt x="0" y="83057"/>
                </a:lnTo>
                <a:lnTo>
                  <a:pt x="0" y="415289"/>
                </a:lnTo>
                <a:lnTo>
                  <a:pt x="6527" y="447609"/>
                </a:lnTo>
                <a:lnTo>
                  <a:pt x="24326" y="474011"/>
                </a:lnTo>
                <a:lnTo>
                  <a:pt x="50727" y="491817"/>
                </a:lnTo>
                <a:lnTo>
                  <a:pt x="83058" y="498347"/>
                </a:lnTo>
                <a:lnTo>
                  <a:pt x="3522726" y="498347"/>
                </a:lnTo>
                <a:lnTo>
                  <a:pt x="3555045" y="491817"/>
                </a:lnTo>
                <a:lnTo>
                  <a:pt x="3581447" y="474011"/>
                </a:lnTo>
                <a:lnTo>
                  <a:pt x="3599253" y="447609"/>
                </a:lnTo>
                <a:lnTo>
                  <a:pt x="3605784" y="415289"/>
                </a:lnTo>
                <a:lnTo>
                  <a:pt x="3605784" y="83057"/>
                </a:lnTo>
                <a:lnTo>
                  <a:pt x="3599253" y="50738"/>
                </a:lnTo>
                <a:lnTo>
                  <a:pt x="3581447" y="24336"/>
                </a:lnTo>
                <a:lnTo>
                  <a:pt x="3555045" y="6530"/>
                </a:lnTo>
                <a:lnTo>
                  <a:pt x="3522726" y="0"/>
                </a:lnTo>
                <a:close/>
              </a:path>
            </a:pathLst>
          </a:custGeom>
          <a:solidFill>
            <a:srgbClr val="938953"/>
          </a:solidFill>
        </p:spPr>
        <p:txBody>
          <a:bodyPr wrap="square" lIns="0" tIns="0" rIns="0" bIns="0" rtlCol="0"/>
          <a:lstStyle/>
          <a:p>
            <a:endParaRPr/>
          </a:p>
        </p:txBody>
      </p:sp>
      <p:sp>
        <p:nvSpPr>
          <p:cNvPr id="49" name="object 49"/>
          <p:cNvSpPr txBox="1"/>
          <p:nvPr/>
        </p:nvSpPr>
        <p:spPr>
          <a:xfrm>
            <a:off x="236321" y="1043177"/>
            <a:ext cx="3280410" cy="239395"/>
          </a:xfrm>
          <a:prstGeom prst="rect">
            <a:avLst/>
          </a:prstGeom>
        </p:spPr>
        <p:txBody>
          <a:bodyPr vert="horz" wrap="square" lIns="0" tIns="13335" rIns="0" bIns="0" rtlCol="0">
            <a:spAutoFit/>
          </a:bodyPr>
          <a:lstStyle/>
          <a:p>
            <a:pPr marL="12700">
              <a:lnSpc>
                <a:spcPct val="100000"/>
              </a:lnSpc>
              <a:spcBef>
                <a:spcPts val="105"/>
              </a:spcBef>
            </a:pPr>
            <a:r>
              <a:rPr sz="1400" b="1" spc="-695" dirty="0">
                <a:solidFill>
                  <a:srgbClr val="FF0000"/>
                </a:solidFill>
                <a:latin typeface="Microsoft YaHei UI"/>
                <a:cs typeface="Microsoft YaHei UI"/>
              </a:rPr>
              <a:t>【</a:t>
            </a:r>
            <a:r>
              <a:rPr sz="1400" b="1" dirty="0">
                <a:solidFill>
                  <a:srgbClr val="FF0000"/>
                </a:solidFill>
                <a:latin typeface="Microsoft YaHei UI"/>
                <a:cs typeface="Microsoft YaHei UI"/>
              </a:rPr>
              <a:t>管理</a:t>
            </a:r>
            <a:r>
              <a:rPr sz="1400" b="1" spc="-695" dirty="0">
                <a:solidFill>
                  <a:srgbClr val="FF0000"/>
                </a:solidFill>
                <a:latin typeface="Microsoft YaHei UI"/>
                <a:cs typeface="Microsoft YaHei UI"/>
              </a:rPr>
              <a:t>】</a:t>
            </a:r>
            <a:r>
              <a:rPr sz="1400" b="1" dirty="0">
                <a:solidFill>
                  <a:srgbClr val="FFFFFF"/>
                </a:solidFill>
                <a:latin typeface="Microsoft YaHei UI"/>
                <a:cs typeface="Microsoft YaHei UI"/>
              </a:rPr>
              <a:t>なぜ</a:t>
            </a:r>
            <a:r>
              <a:rPr sz="1400" b="1" spc="95" dirty="0">
                <a:solidFill>
                  <a:srgbClr val="FFFFFF"/>
                </a:solidFill>
                <a:latin typeface="Microsoft YaHei UI"/>
                <a:cs typeface="Microsoft YaHei UI"/>
              </a:rPr>
              <a:t>LINE</a:t>
            </a:r>
            <a:r>
              <a:rPr sz="1400" b="1" spc="-135" dirty="0">
                <a:solidFill>
                  <a:srgbClr val="FFFFFF"/>
                </a:solidFill>
                <a:latin typeface="Microsoft YaHei UI"/>
                <a:cs typeface="Microsoft YaHei UI"/>
              </a:rPr>
              <a:t>シ</a:t>
            </a:r>
            <a:r>
              <a:rPr sz="1400" b="1" spc="-65" dirty="0">
                <a:solidFill>
                  <a:srgbClr val="FFFFFF"/>
                </a:solidFill>
                <a:latin typeface="Microsoft YaHei UI"/>
                <a:cs typeface="Microsoft YaHei UI"/>
              </a:rPr>
              <a:t>ス</a:t>
            </a:r>
            <a:r>
              <a:rPr sz="1400" b="1" spc="-70" dirty="0">
                <a:solidFill>
                  <a:srgbClr val="FFFFFF"/>
                </a:solidFill>
                <a:latin typeface="Microsoft YaHei UI"/>
                <a:cs typeface="Microsoft YaHei UI"/>
              </a:rPr>
              <a:t>テ</a:t>
            </a:r>
            <a:r>
              <a:rPr sz="1400" b="1" spc="-110" dirty="0">
                <a:solidFill>
                  <a:srgbClr val="FFFFFF"/>
                </a:solidFill>
                <a:latin typeface="Microsoft YaHei UI"/>
                <a:cs typeface="Microsoft YaHei UI"/>
              </a:rPr>
              <a:t>ム</a:t>
            </a:r>
            <a:r>
              <a:rPr sz="1400" b="1" dirty="0">
                <a:solidFill>
                  <a:srgbClr val="FFFFFF"/>
                </a:solidFill>
                <a:latin typeface="Microsoft YaHei UI"/>
                <a:cs typeface="Microsoft YaHei UI"/>
              </a:rPr>
              <a:t>を</a:t>
            </a:r>
            <a:r>
              <a:rPr sz="1400" b="1" spc="-15" dirty="0">
                <a:solidFill>
                  <a:srgbClr val="FFFFFF"/>
                </a:solidFill>
                <a:latin typeface="Microsoft YaHei UI"/>
                <a:cs typeface="Microsoft YaHei UI"/>
              </a:rPr>
              <a:t>導</a:t>
            </a:r>
            <a:r>
              <a:rPr sz="1400" b="1" spc="-20" dirty="0">
                <a:solidFill>
                  <a:srgbClr val="FFFFFF"/>
                </a:solidFill>
                <a:latin typeface="Microsoft YaHei UI"/>
                <a:cs typeface="Microsoft YaHei UI"/>
              </a:rPr>
              <a:t>入</a:t>
            </a:r>
            <a:r>
              <a:rPr sz="1400" b="1" spc="-30" dirty="0">
                <a:solidFill>
                  <a:srgbClr val="FFFFFF"/>
                </a:solidFill>
                <a:latin typeface="Microsoft YaHei UI"/>
                <a:cs typeface="Microsoft YaHei UI"/>
              </a:rPr>
              <a:t>す</a:t>
            </a:r>
            <a:r>
              <a:rPr sz="1400" b="1" spc="-10" dirty="0">
                <a:solidFill>
                  <a:srgbClr val="FFFFFF"/>
                </a:solidFill>
                <a:latin typeface="Microsoft YaHei UI"/>
                <a:cs typeface="Microsoft YaHei UI"/>
              </a:rPr>
              <a:t>るのか</a:t>
            </a:r>
            <a:endParaRPr sz="1400">
              <a:latin typeface="Microsoft YaHei UI"/>
              <a:cs typeface="Microsoft YaHei UI"/>
            </a:endParaRPr>
          </a:p>
        </p:txBody>
      </p:sp>
      <p:grpSp>
        <p:nvGrpSpPr>
          <p:cNvPr id="50" name="object 50"/>
          <p:cNvGrpSpPr/>
          <p:nvPr/>
        </p:nvGrpSpPr>
        <p:grpSpPr>
          <a:xfrm>
            <a:off x="3089401" y="1280413"/>
            <a:ext cx="1104900" cy="812165"/>
            <a:chOff x="3089401" y="1280413"/>
            <a:chExt cx="1104900" cy="812165"/>
          </a:xfrm>
        </p:grpSpPr>
        <p:sp>
          <p:nvSpPr>
            <p:cNvPr id="51" name="object 51"/>
            <p:cNvSpPr/>
            <p:nvPr/>
          </p:nvSpPr>
          <p:spPr>
            <a:xfrm>
              <a:off x="3102101" y="1293113"/>
              <a:ext cx="1079500" cy="786765"/>
            </a:xfrm>
            <a:custGeom>
              <a:avLst/>
              <a:gdLst/>
              <a:ahLst/>
              <a:cxnLst/>
              <a:rect l="l" t="t" r="r" b="b"/>
              <a:pathLst>
                <a:path w="1079500" h="786764">
                  <a:moveTo>
                    <a:pt x="539496" y="0"/>
                  </a:moveTo>
                  <a:lnTo>
                    <a:pt x="484337" y="2029"/>
                  </a:lnTo>
                  <a:lnTo>
                    <a:pt x="430772" y="7987"/>
                  </a:lnTo>
                  <a:lnTo>
                    <a:pt x="379071" y="17675"/>
                  </a:lnTo>
                  <a:lnTo>
                    <a:pt x="329505" y="30896"/>
                  </a:lnTo>
                  <a:lnTo>
                    <a:pt x="282346" y="47452"/>
                  </a:lnTo>
                  <a:lnTo>
                    <a:pt x="237864" y="67146"/>
                  </a:lnTo>
                  <a:lnTo>
                    <a:pt x="196332" y="89780"/>
                  </a:lnTo>
                  <a:lnTo>
                    <a:pt x="158019" y="115157"/>
                  </a:lnTo>
                  <a:lnTo>
                    <a:pt x="123198" y="143078"/>
                  </a:lnTo>
                  <a:lnTo>
                    <a:pt x="92140" y="173347"/>
                  </a:lnTo>
                  <a:lnTo>
                    <a:pt x="65116" y="205766"/>
                  </a:lnTo>
                  <a:lnTo>
                    <a:pt x="42398" y="240137"/>
                  </a:lnTo>
                  <a:lnTo>
                    <a:pt x="24255" y="276262"/>
                  </a:lnTo>
                  <a:lnTo>
                    <a:pt x="10961" y="313945"/>
                  </a:lnTo>
                  <a:lnTo>
                    <a:pt x="2785" y="352987"/>
                  </a:lnTo>
                  <a:lnTo>
                    <a:pt x="0" y="393191"/>
                  </a:lnTo>
                  <a:lnTo>
                    <a:pt x="2785" y="433396"/>
                  </a:lnTo>
                  <a:lnTo>
                    <a:pt x="10961" y="472438"/>
                  </a:lnTo>
                  <a:lnTo>
                    <a:pt x="24255" y="510121"/>
                  </a:lnTo>
                  <a:lnTo>
                    <a:pt x="42398" y="546246"/>
                  </a:lnTo>
                  <a:lnTo>
                    <a:pt x="65116" y="580617"/>
                  </a:lnTo>
                  <a:lnTo>
                    <a:pt x="92140" y="613036"/>
                  </a:lnTo>
                  <a:lnTo>
                    <a:pt x="123198" y="643305"/>
                  </a:lnTo>
                  <a:lnTo>
                    <a:pt x="158019" y="671226"/>
                  </a:lnTo>
                  <a:lnTo>
                    <a:pt x="196332" y="696603"/>
                  </a:lnTo>
                  <a:lnTo>
                    <a:pt x="237864" y="719237"/>
                  </a:lnTo>
                  <a:lnTo>
                    <a:pt x="282346" y="738931"/>
                  </a:lnTo>
                  <a:lnTo>
                    <a:pt x="329505" y="755487"/>
                  </a:lnTo>
                  <a:lnTo>
                    <a:pt x="379071" y="768708"/>
                  </a:lnTo>
                  <a:lnTo>
                    <a:pt x="430772" y="778396"/>
                  </a:lnTo>
                  <a:lnTo>
                    <a:pt x="484337" y="784354"/>
                  </a:lnTo>
                  <a:lnTo>
                    <a:pt x="539496" y="786384"/>
                  </a:lnTo>
                  <a:lnTo>
                    <a:pt x="594654" y="784354"/>
                  </a:lnTo>
                  <a:lnTo>
                    <a:pt x="648219" y="778396"/>
                  </a:lnTo>
                  <a:lnTo>
                    <a:pt x="699920" y="768708"/>
                  </a:lnTo>
                  <a:lnTo>
                    <a:pt x="749486" y="755487"/>
                  </a:lnTo>
                  <a:lnTo>
                    <a:pt x="796645" y="738931"/>
                  </a:lnTo>
                  <a:lnTo>
                    <a:pt x="841127" y="719237"/>
                  </a:lnTo>
                  <a:lnTo>
                    <a:pt x="882659" y="696603"/>
                  </a:lnTo>
                  <a:lnTo>
                    <a:pt x="920972" y="671226"/>
                  </a:lnTo>
                  <a:lnTo>
                    <a:pt x="955793" y="643305"/>
                  </a:lnTo>
                  <a:lnTo>
                    <a:pt x="986851" y="613036"/>
                  </a:lnTo>
                  <a:lnTo>
                    <a:pt x="1013875" y="580617"/>
                  </a:lnTo>
                  <a:lnTo>
                    <a:pt x="1036593" y="546246"/>
                  </a:lnTo>
                  <a:lnTo>
                    <a:pt x="1054736" y="510121"/>
                  </a:lnTo>
                  <a:lnTo>
                    <a:pt x="1068030" y="472438"/>
                  </a:lnTo>
                  <a:lnTo>
                    <a:pt x="1076206" y="433396"/>
                  </a:lnTo>
                  <a:lnTo>
                    <a:pt x="1078992" y="393191"/>
                  </a:lnTo>
                  <a:lnTo>
                    <a:pt x="1076206" y="352987"/>
                  </a:lnTo>
                  <a:lnTo>
                    <a:pt x="1068030" y="313945"/>
                  </a:lnTo>
                  <a:lnTo>
                    <a:pt x="1054736" y="276262"/>
                  </a:lnTo>
                  <a:lnTo>
                    <a:pt x="1036593" y="240137"/>
                  </a:lnTo>
                  <a:lnTo>
                    <a:pt x="1013875" y="205766"/>
                  </a:lnTo>
                  <a:lnTo>
                    <a:pt x="986851" y="173347"/>
                  </a:lnTo>
                  <a:lnTo>
                    <a:pt x="955793" y="143078"/>
                  </a:lnTo>
                  <a:lnTo>
                    <a:pt x="920972" y="115157"/>
                  </a:lnTo>
                  <a:lnTo>
                    <a:pt x="882659" y="89780"/>
                  </a:lnTo>
                  <a:lnTo>
                    <a:pt x="841127" y="67146"/>
                  </a:lnTo>
                  <a:lnTo>
                    <a:pt x="796645" y="47452"/>
                  </a:lnTo>
                  <a:lnTo>
                    <a:pt x="749486" y="30896"/>
                  </a:lnTo>
                  <a:lnTo>
                    <a:pt x="699920" y="17675"/>
                  </a:lnTo>
                  <a:lnTo>
                    <a:pt x="648219" y="7987"/>
                  </a:lnTo>
                  <a:lnTo>
                    <a:pt x="594654" y="2029"/>
                  </a:lnTo>
                  <a:lnTo>
                    <a:pt x="539496" y="0"/>
                  </a:lnTo>
                  <a:close/>
                </a:path>
              </a:pathLst>
            </a:custGeom>
            <a:solidFill>
              <a:srgbClr val="938953"/>
            </a:solidFill>
          </p:spPr>
          <p:txBody>
            <a:bodyPr wrap="square" lIns="0" tIns="0" rIns="0" bIns="0" rtlCol="0"/>
            <a:lstStyle/>
            <a:p>
              <a:endParaRPr/>
            </a:p>
          </p:txBody>
        </p:sp>
        <p:sp>
          <p:nvSpPr>
            <p:cNvPr id="52" name="object 52"/>
            <p:cNvSpPr/>
            <p:nvPr/>
          </p:nvSpPr>
          <p:spPr>
            <a:xfrm>
              <a:off x="3102101" y="1293113"/>
              <a:ext cx="1079500" cy="786765"/>
            </a:xfrm>
            <a:custGeom>
              <a:avLst/>
              <a:gdLst/>
              <a:ahLst/>
              <a:cxnLst/>
              <a:rect l="l" t="t" r="r" b="b"/>
              <a:pathLst>
                <a:path w="1079500" h="786764">
                  <a:moveTo>
                    <a:pt x="0" y="393191"/>
                  </a:moveTo>
                  <a:lnTo>
                    <a:pt x="2785" y="352987"/>
                  </a:lnTo>
                  <a:lnTo>
                    <a:pt x="10961" y="313945"/>
                  </a:lnTo>
                  <a:lnTo>
                    <a:pt x="24255" y="276262"/>
                  </a:lnTo>
                  <a:lnTo>
                    <a:pt x="42398" y="240137"/>
                  </a:lnTo>
                  <a:lnTo>
                    <a:pt x="65116" y="205766"/>
                  </a:lnTo>
                  <a:lnTo>
                    <a:pt x="92140" y="173347"/>
                  </a:lnTo>
                  <a:lnTo>
                    <a:pt x="123198" y="143078"/>
                  </a:lnTo>
                  <a:lnTo>
                    <a:pt x="158019" y="115157"/>
                  </a:lnTo>
                  <a:lnTo>
                    <a:pt x="196332" y="89780"/>
                  </a:lnTo>
                  <a:lnTo>
                    <a:pt x="237864" y="67146"/>
                  </a:lnTo>
                  <a:lnTo>
                    <a:pt x="282346" y="47452"/>
                  </a:lnTo>
                  <a:lnTo>
                    <a:pt x="329505" y="30896"/>
                  </a:lnTo>
                  <a:lnTo>
                    <a:pt x="379071" y="17675"/>
                  </a:lnTo>
                  <a:lnTo>
                    <a:pt x="430772" y="7987"/>
                  </a:lnTo>
                  <a:lnTo>
                    <a:pt x="484337" y="2029"/>
                  </a:lnTo>
                  <a:lnTo>
                    <a:pt x="539496" y="0"/>
                  </a:lnTo>
                  <a:lnTo>
                    <a:pt x="594654" y="2029"/>
                  </a:lnTo>
                  <a:lnTo>
                    <a:pt x="648219" y="7987"/>
                  </a:lnTo>
                  <a:lnTo>
                    <a:pt x="699920" y="17675"/>
                  </a:lnTo>
                  <a:lnTo>
                    <a:pt x="749486" y="30896"/>
                  </a:lnTo>
                  <a:lnTo>
                    <a:pt x="796645" y="47452"/>
                  </a:lnTo>
                  <a:lnTo>
                    <a:pt x="841127" y="67146"/>
                  </a:lnTo>
                  <a:lnTo>
                    <a:pt x="882659" y="89780"/>
                  </a:lnTo>
                  <a:lnTo>
                    <a:pt x="920972" y="115157"/>
                  </a:lnTo>
                  <a:lnTo>
                    <a:pt x="955793" y="143078"/>
                  </a:lnTo>
                  <a:lnTo>
                    <a:pt x="986851" y="173347"/>
                  </a:lnTo>
                  <a:lnTo>
                    <a:pt x="1013875" y="205766"/>
                  </a:lnTo>
                  <a:lnTo>
                    <a:pt x="1036593" y="240137"/>
                  </a:lnTo>
                  <a:lnTo>
                    <a:pt x="1054736" y="276262"/>
                  </a:lnTo>
                  <a:lnTo>
                    <a:pt x="1068030" y="313945"/>
                  </a:lnTo>
                  <a:lnTo>
                    <a:pt x="1076206" y="352987"/>
                  </a:lnTo>
                  <a:lnTo>
                    <a:pt x="1078992" y="393191"/>
                  </a:lnTo>
                  <a:lnTo>
                    <a:pt x="1076206" y="433396"/>
                  </a:lnTo>
                  <a:lnTo>
                    <a:pt x="1068030" y="472438"/>
                  </a:lnTo>
                  <a:lnTo>
                    <a:pt x="1054736" y="510121"/>
                  </a:lnTo>
                  <a:lnTo>
                    <a:pt x="1036593" y="546246"/>
                  </a:lnTo>
                  <a:lnTo>
                    <a:pt x="1013875" y="580617"/>
                  </a:lnTo>
                  <a:lnTo>
                    <a:pt x="986851" y="613036"/>
                  </a:lnTo>
                  <a:lnTo>
                    <a:pt x="955793" y="643305"/>
                  </a:lnTo>
                  <a:lnTo>
                    <a:pt x="920972" y="671226"/>
                  </a:lnTo>
                  <a:lnTo>
                    <a:pt x="882659" y="696603"/>
                  </a:lnTo>
                  <a:lnTo>
                    <a:pt x="841127" y="719237"/>
                  </a:lnTo>
                  <a:lnTo>
                    <a:pt x="796645" y="738931"/>
                  </a:lnTo>
                  <a:lnTo>
                    <a:pt x="749486" y="755487"/>
                  </a:lnTo>
                  <a:lnTo>
                    <a:pt x="699920" y="768708"/>
                  </a:lnTo>
                  <a:lnTo>
                    <a:pt x="648219" y="778396"/>
                  </a:lnTo>
                  <a:lnTo>
                    <a:pt x="594654" y="784354"/>
                  </a:lnTo>
                  <a:lnTo>
                    <a:pt x="539496" y="786384"/>
                  </a:lnTo>
                  <a:lnTo>
                    <a:pt x="484337" y="784354"/>
                  </a:lnTo>
                  <a:lnTo>
                    <a:pt x="430772" y="778396"/>
                  </a:lnTo>
                  <a:lnTo>
                    <a:pt x="379071" y="768708"/>
                  </a:lnTo>
                  <a:lnTo>
                    <a:pt x="329505" y="755487"/>
                  </a:lnTo>
                  <a:lnTo>
                    <a:pt x="282346" y="738931"/>
                  </a:lnTo>
                  <a:lnTo>
                    <a:pt x="237864" y="719237"/>
                  </a:lnTo>
                  <a:lnTo>
                    <a:pt x="196332" y="696603"/>
                  </a:lnTo>
                  <a:lnTo>
                    <a:pt x="158019" y="671226"/>
                  </a:lnTo>
                  <a:lnTo>
                    <a:pt x="123198" y="643305"/>
                  </a:lnTo>
                  <a:lnTo>
                    <a:pt x="92140" y="613036"/>
                  </a:lnTo>
                  <a:lnTo>
                    <a:pt x="65116" y="580617"/>
                  </a:lnTo>
                  <a:lnTo>
                    <a:pt x="42398" y="546246"/>
                  </a:lnTo>
                  <a:lnTo>
                    <a:pt x="24255" y="510121"/>
                  </a:lnTo>
                  <a:lnTo>
                    <a:pt x="10961" y="472438"/>
                  </a:lnTo>
                  <a:lnTo>
                    <a:pt x="2785" y="433396"/>
                  </a:lnTo>
                  <a:lnTo>
                    <a:pt x="0" y="393191"/>
                  </a:lnTo>
                  <a:close/>
                </a:path>
              </a:pathLst>
            </a:custGeom>
            <a:ln w="25400">
              <a:solidFill>
                <a:srgbClr val="FFFFFF"/>
              </a:solidFill>
            </a:ln>
          </p:spPr>
          <p:txBody>
            <a:bodyPr wrap="square" lIns="0" tIns="0" rIns="0" bIns="0" rtlCol="0"/>
            <a:lstStyle/>
            <a:p>
              <a:endParaRPr/>
            </a:p>
          </p:txBody>
        </p:sp>
      </p:grpSp>
      <p:sp>
        <p:nvSpPr>
          <p:cNvPr id="53" name="object 53"/>
          <p:cNvSpPr txBox="1"/>
          <p:nvPr/>
        </p:nvSpPr>
        <p:spPr>
          <a:xfrm>
            <a:off x="3400171" y="1499742"/>
            <a:ext cx="482600" cy="391160"/>
          </a:xfrm>
          <a:prstGeom prst="rect">
            <a:avLst/>
          </a:prstGeom>
        </p:spPr>
        <p:txBody>
          <a:bodyPr vert="horz" wrap="square" lIns="0" tIns="12700" rIns="0" bIns="0" rtlCol="0">
            <a:spAutoFit/>
          </a:bodyPr>
          <a:lstStyle/>
          <a:p>
            <a:pPr marL="12700" marR="5080">
              <a:lnSpc>
                <a:spcPct val="100000"/>
              </a:lnSpc>
              <a:spcBef>
                <a:spcPts val="100"/>
              </a:spcBef>
            </a:pPr>
            <a:r>
              <a:rPr sz="1200" b="1" dirty="0">
                <a:solidFill>
                  <a:srgbClr val="FFFFFF"/>
                </a:solidFill>
                <a:latin typeface="Microsoft YaHei UI"/>
                <a:cs typeface="Microsoft YaHei UI"/>
              </a:rPr>
              <a:t>現状の 問題点</a:t>
            </a:r>
            <a:endParaRPr sz="1200">
              <a:latin typeface="Microsoft YaHei UI"/>
              <a:cs typeface="Microsoft YaHei UI"/>
            </a:endParaRPr>
          </a:p>
        </p:txBody>
      </p:sp>
      <p:sp>
        <p:nvSpPr>
          <p:cNvPr id="54" name="object 54"/>
          <p:cNvSpPr txBox="1"/>
          <p:nvPr/>
        </p:nvSpPr>
        <p:spPr>
          <a:xfrm>
            <a:off x="4932679" y="1448180"/>
            <a:ext cx="2682240" cy="1092200"/>
          </a:xfrm>
          <a:prstGeom prst="rect">
            <a:avLst/>
          </a:prstGeom>
        </p:spPr>
        <p:txBody>
          <a:bodyPr vert="horz" wrap="square" lIns="0" tIns="12065" rIns="0" bIns="0" rtlCol="0">
            <a:spAutoFit/>
          </a:bodyPr>
          <a:lstStyle/>
          <a:p>
            <a:pPr marL="12700">
              <a:lnSpc>
                <a:spcPct val="100000"/>
              </a:lnSpc>
              <a:spcBef>
                <a:spcPts val="95"/>
              </a:spcBef>
            </a:pPr>
            <a:r>
              <a:rPr sz="1000" b="1" spc="-500" dirty="0">
                <a:latin typeface="Microsoft YaHei UI"/>
                <a:cs typeface="Microsoft YaHei UI"/>
              </a:rPr>
              <a:t>【</a:t>
            </a:r>
            <a:r>
              <a:rPr sz="1000" b="1" spc="-10" dirty="0">
                <a:latin typeface="Microsoft YaHei UI"/>
                <a:cs typeface="Microsoft YaHei UI"/>
              </a:rPr>
              <a:t>無料で出来</a:t>
            </a:r>
            <a:r>
              <a:rPr sz="1000" b="1" spc="-15" dirty="0">
                <a:latin typeface="Microsoft YaHei UI"/>
                <a:cs typeface="Microsoft YaHei UI"/>
              </a:rPr>
              <a:t>る</a:t>
            </a:r>
            <a:r>
              <a:rPr sz="1000" b="1" spc="-5" dirty="0">
                <a:latin typeface="Microsoft YaHei UI"/>
                <a:cs typeface="Microsoft YaHei UI"/>
              </a:rPr>
              <a:t>手</a:t>
            </a:r>
            <a:r>
              <a:rPr sz="1000" b="1" spc="-10" dirty="0">
                <a:latin typeface="Microsoft YaHei UI"/>
                <a:cs typeface="Microsoft YaHei UI"/>
              </a:rPr>
              <a:t>段</a:t>
            </a:r>
            <a:r>
              <a:rPr sz="1000" b="1" spc="-505" dirty="0">
                <a:latin typeface="Microsoft YaHei UI"/>
                <a:cs typeface="Microsoft YaHei UI"/>
              </a:rPr>
              <a:t>】</a:t>
            </a:r>
            <a:endParaRPr sz="1000">
              <a:latin typeface="Microsoft YaHei UI"/>
              <a:cs typeface="Microsoft YaHei UI"/>
            </a:endParaRPr>
          </a:p>
          <a:p>
            <a:pPr marL="76200" indent="-64135">
              <a:lnSpc>
                <a:spcPct val="100000"/>
              </a:lnSpc>
              <a:buSzPct val="90000"/>
              <a:buChar char="•"/>
              <a:tabLst>
                <a:tab pos="76835" algn="l"/>
              </a:tabLst>
            </a:pPr>
            <a:r>
              <a:rPr sz="1000" b="1" spc="-5" dirty="0">
                <a:latin typeface="Microsoft YaHei UI"/>
                <a:cs typeface="Microsoft YaHei UI"/>
              </a:rPr>
              <a:t>自</a:t>
            </a:r>
            <a:r>
              <a:rPr sz="1000" b="1" spc="-10" dirty="0">
                <a:latin typeface="Microsoft YaHei UI"/>
                <a:cs typeface="Microsoft YaHei UI"/>
              </a:rPr>
              <a:t>社</a:t>
            </a:r>
            <a:r>
              <a:rPr sz="1000" b="1" spc="55" dirty="0">
                <a:latin typeface="Microsoft YaHei UI"/>
                <a:cs typeface="Microsoft YaHei UI"/>
              </a:rPr>
              <a:t>HP</a:t>
            </a:r>
            <a:r>
              <a:rPr sz="1000" b="1" spc="-50" dirty="0">
                <a:latin typeface="Microsoft YaHei UI"/>
                <a:cs typeface="Microsoft YaHei UI"/>
              </a:rPr>
              <a:t>からの誘因がメイ</a:t>
            </a:r>
            <a:r>
              <a:rPr sz="1000" b="1" spc="-55" dirty="0">
                <a:latin typeface="Microsoft YaHei UI"/>
                <a:cs typeface="Microsoft YaHei UI"/>
              </a:rPr>
              <a:t>ン</a:t>
            </a:r>
            <a:r>
              <a:rPr sz="1000" b="1" spc="-105" dirty="0">
                <a:latin typeface="Microsoft YaHei UI"/>
                <a:cs typeface="Microsoft YaHei UI"/>
              </a:rPr>
              <a:t>タ</a:t>
            </a:r>
            <a:r>
              <a:rPr sz="1000" b="1" spc="-45" dirty="0">
                <a:latin typeface="Microsoft YaHei UI"/>
                <a:cs typeface="Microsoft YaHei UI"/>
              </a:rPr>
              <a:t>ー</a:t>
            </a:r>
            <a:r>
              <a:rPr sz="1000" b="1" spc="-35" dirty="0">
                <a:latin typeface="Microsoft YaHei UI"/>
                <a:cs typeface="Microsoft YaHei UI"/>
              </a:rPr>
              <a:t>ゲ</a:t>
            </a:r>
            <a:r>
              <a:rPr sz="1000" b="1" spc="-155" dirty="0">
                <a:latin typeface="Microsoft YaHei UI"/>
                <a:cs typeface="Microsoft YaHei UI"/>
              </a:rPr>
              <a:t>ッ</a:t>
            </a:r>
            <a:r>
              <a:rPr sz="1000" b="1" spc="-225" dirty="0">
                <a:latin typeface="Microsoft YaHei UI"/>
                <a:cs typeface="Microsoft YaHei UI"/>
              </a:rPr>
              <a:t>ト</a:t>
            </a:r>
            <a:endParaRPr sz="1000">
              <a:latin typeface="Microsoft YaHei UI"/>
              <a:cs typeface="Microsoft YaHei UI"/>
            </a:endParaRPr>
          </a:p>
          <a:p>
            <a:pPr marL="76200" indent="-64135">
              <a:lnSpc>
                <a:spcPct val="100000"/>
              </a:lnSpc>
              <a:buSzPct val="90000"/>
              <a:buChar char="•"/>
              <a:tabLst>
                <a:tab pos="76835" algn="l"/>
              </a:tabLst>
            </a:pPr>
            <a:r>
              <a:rPr sz="1000" b="1" spc="-5" dirty="0">
                <a:latin typeface="Microsoft YaHei UI"/>
                <a:cs typeface="Microsoft YaHei UI"/>
              </a:rPr>
              <a:t>各種</a:t>
            </a:r>
            <a:r>
              <a:rPr sz="1000" b="1" spc="125" dirty="0">
                <a:latin typeface="Microsoft YaHei UI"/>
                <a:cs typeface="Microsoft YaHei UI"/>
              </a:rPr>
              <a:t>S</a:t>
            </a:r>
            <a:r>
              <a:rPr sz="1000" b="1" spc="-15" dirty="0">
                <a:latin typeface="Microsoft YaHei UI"/>
                <a:cs typeface="Microsoft YaHei UI"/>
              </a:rPr>
              <a:t>N</a:t>
            </a:r>
            <a:r>
              <a:rPr sz="1000" b="1" spc="130" dirty="0">
                <a:latin typeface="Microsoft YaHei UI"/>
                <a:cs typeface="Microsoft YaHei UI"/>
              </a:rPr>
              <a:t>S</a:t>
            </a:r>
            <a:r>
              <a:rPr sz="1000" b="1" spc="-5" dirty="0">
                <a:latin typeface="Microsoft YaHei UI"/>
                <a:cs typeface="Microsoft YaHei UI"/>
              </a:rPr>
              <a:t>を活用</a:t>
            </a:r>
            <a:endParaRPr sz="1000">
              <a:latin typeface="Microsoft YaHei UI"/>
              <a:cs typeface="Microsoft YaHei UI"/>
            </a:endParaRPr>
          </a:p>
          <a:p>
            <a:pPr marL="76200" indent="-64135">
              <a:lnSpc>
                <a:spcPct val="100000"/>
              </a:lnSpc>
              <a:buSzPct val="90000"/>
              <a:buChar char="•"/>
              <a:tabLst>
                <a:tab pos="76835" algn="l"/>
              </a:tabLst>
            </a:pPr>
            <a:r>
              <a:rPr sz="1000" b="1" spc="-20" dirty="0">
                <a:latin typeface="Microsoft YaHei UI"/>
                <a:cs typeface="Microsoft YaHei UI"/>
              </a:rPr>
              <a:t>応募者へのお礼メー</a:t>
            </a:r>
            <a:r>
              <a:rPr sz="1000" b="1" spc="-10" dirty="0">
                <a:latin typeface="Microsoft YaHei UI"/>
                <a:cs typeface="Microsoft YaHei UI"/>
              </a:rPr>
              <a:t>ルの際に</a:t>
            </a:r>
            <a:r>
              <a:rPr sz="1000" b="1" spc="60" dirty="0">
                <a:latin typeface="Microsoft YaHei UI"/>
                <a:cs typeface="Microsoft YaHei UI"/>
              </a:rPr>
              <a:t>L</a:t>
            </a:r>
            <a:r>
              <a:rPr sz="1000" b="1" spc="105" dirty="0">
                <a:latin typeface="Microsoft YaHei UI"/>
                <a:cs typeface="Microsoft YaHei UI"/>
              </a:rPr>
              <a:t>I</a:t>
            </a:r>
            <a:r>
              <a:rPr sz="1000" b="1" spc="-15" dirty="0">
                <a:latin typeface="Microsoft YaHei UI"/>
                <a:cs typeface="Microsoft YaHei UI"/>
              </a:rPr>
              <a:t>N</a:t>
            </a:r>
            <a:r>
              <a:rPr sz="1000" b="1" spc="125" dirty="0">
                <a:latin typeface="Microsoft YaHei UI"/>
                <a:cs typeface="Microsoft YaHei UI"/>
              </a:rPr>
              <a:t>E</a:t>
            </a:r>
            <a:r>
              <a:rPr sz="1000" b="1" spc="-5" dirty="0">
                <a:latin typeface="Microsoft YaHei UI"/>
                <a:cs typeface="Microsoft YaHei UI"/>
              </a:rPr>
              <a:t>登録へ誘導</a:t>
            </a:r>
            <a:endParaRPr sz="1000">
              <a:latin typeface="Microsoft YaHei UI"/>
              <a:cs typeface="Microsoft YaHei UI"/>
            </a:endParaRPr>
          </a:p>
          <a:p>
            <a:pPr marL="96520">
              <a:lnSpc>
                <a:spcPct val="100000"/>
              </a:lnSpc>
            </a:pPr>
            <a:r>
              <a:rPr sz="1000" b="1" spc="-500" dirty="0">
                <a:latin typeface="Microsoft YaHei UI"/>
                <a:cs typeface="Microsoft YaHei UI"/>
              </a:rPr>
              <a:t>（</a:t>
            </a:r>
            <a:r>
              <a:rPr sz="1000" b="1" spc="-30" dirty="0">
                <a:latin typeface="Microsoft YaHei UI"/>
                <a:cs typeface="Microsoft YaHei UI"/>
              </a:rPr>
              <a:t>サ</a:t>
            </a:r>
            <a:r>
              <a:rPr sz="1000" b="1" spc="-75" dirty="0">
                <a:latin typeface="Microsoft YaHei UI"/>
                <a:cs typeface="Microsoft YaHei UI"/>
              </a:rPr>
              <a:t>ンクスメ</a:t>
            </a:r>
            <a:r>
              <a:rPr sz="1000" b="1" spc="-70" dirty="0">
                <a:latin typeface="Microsoft YaHei UI"/>
                <a:cs typeface="Microsoft YaHei UI"/>
              </a:rPr>
              <a:t>ー</a:t>
            </a:r>
            <a:r>
              <a:rPr sz="1000" b="1" spc="-105" dirty="0">
                <a:latin typeface="Microsoft YaHei UI"/>
                <a:cs typeface="Microsoft YaHei UI"/>
              </a:rPr>
              <a:t>ルの活用）</a:t>
            </a:r>
            <a:endParaRPr sz="1000">
              <a:latin typeface="Microsoft YaHei UI"/>
              <a:cs typeface="Microsoft YaHei UI"/>
            </a:endParaRPr>
          </a:p>
          <a:p>
            <a:pPr marL="76200" indent="-64135">
              <a:lnSpc>
                <a:spcPct val="100000"/>
              </a:lnSpc>
              <a:buSzPct val="90000"/>
              <a:buChar char="•"/>
              <a:tabLst>
                <a:tab pos="76835" algn="l"/>
              </a:tabLst>
            </a:pPr>
            <a:r>
              <a:rPr sz="1000" b="1" spc="-5" dirty="0">
                <a:latin typeface="Microsoft YaHei UI"/>
                <a:cs typeface="Microsoft YaHei UI"/>
              </a:rPr>
              <a:t>既存従業員へ</a:t>
            </a:r>
            <a:r>
              <a:rPr sz="1000" b="1" spc="80" dirty="0">
                <a:latin typeface="Microsoft YaHei UI"/>
                <a:cs typeface="Microsoft YaHei UI"/>
              </a:rPr>
              <a:t>POP</a:t>
            </a:r>
            <a:r>
              <a:rPr sz="1000" b="1" spc="-225" dirty="0">
                <a:latin typeface="Microsoft YaHei UI"/>
                <a:cs typeface="Microsoft YaHei UI"/>
              </a:rPr>
              <a:t>、</a:t>
            </a:r>
            <a:r>
              <a:rPr sz="1000" b="1" spc="-215" dirty="0">
                <a:latin typeface="Microsoft YaHei UI"/>
                <a:cs typeface="Microsoft YaHei UI"/>
              </a:rPr>
              <a:t>グ</a:t>
            </a:r>
            <a:r>
              <a:rPr sz="1000" b="1" spc="-25" dirty="0">
                <a:latin typeface="Microsoft YaHei UI"/>
                <a:cs typeface="Microsoft YaHei UI"/>
              </a:rPr>
              <a:t>ループ</a:t>
            </a:r>
            <a:r>
              <a:rPr sz="1000" b="1" spc="60" dirty="0">
                <a:latin typeface="Microsoft YaHei UI"/>
                <a:cs typeface="Microsoft YaHei UI"/>
              </a:rPr>
              <a:t>L</a:t>
            </a:r>
            <a:r>
              <a:rPr sz="1000" b="1" spc="105" dirty="0">
                <a:latin typeface="Microsoft YaHei UI"/>
                <a:cs typeface="Microsoft YaHei UI"/>
              </a:rPr>
              <a:t>I</a:t>
            </a:r>
            <a:r>
              <a:rPr sz="1000" b="1" spc="-15" dirty="0">
                <a:latin typeface="Microsoft YaHei UI"/>
                <a:cs typeface="Microsoft YaHei UI"/>
              </a:rPr>
              <a:t>N</a:t>
            </a:r>
            <a:r>
              <a:rPr sz="1000" b="1" spc="125" dirty="0">
                <a:latin typeface="Microsoft YaHei UI"/>
                <a:cs typeface="Microsoft YaHei UI"/>
              </a:rPr>
              <a:t>E</a:t>
            </a:r>
            <a:r>
              <a:rPr sz="1000" b="1" spc="-5" dirty="0">
                <a:latin typeface="Microsoft YaHei UI"/>
                <a:cs typeface="Microsoft YaHei UI"/>
              </a:rPr>
              <a:t>で案内</a:t>
            </a:r>
            <a:endParaRPr sz="1000">
              <a:latin typeface="Microsoft YaHei UI"/>
              <a:cs typeface="Microsoft YaHei UI"/>
            </a:endParaRPr>
          </a:p>
          <a:p>
            <a:pPr marL="76200" indent="-64135">
              <a:lnSpc>
                <a:spcPct val="100000"/>
              </a:lnSpc>
              <a:buSzPct val="90000"/>
              <a:buChar char="•"/>
              <a:tabLst>
                <a:tab pos="76835" algn="l"/>
              </a:tabLst>
            </a:pPr>
            <a:r>
              <a:rPr sz="1000" b="1" spc="-35" dirty="0">
                <a:latin typeface="Microsoft YaHei UI"/>
                <a:cs typeface="Microsoft YaHei UI"/>
              </a:rPr>
              <a:t>グ</a:t>
            </a:r>
            <a:r>
              <a:rPr sz="1000" b="1" spc="-25" dirty="0">
                <a:latin typeface="Microsoft YaHei UI"/>
                <a:cs typeface="Microsoft YaHei UI"/>
              </a:rPr>
              <a:t>ルー</a:t>
            </a:r>
            <a:r>
              <a:rPr sz="1000" b="1" spc="-30" dirty="0">
                <a:latin typeface="Microsoft YaHei UI"/>
                <a:cs typeface="Microsoft YaHei UI"/>
              </a:rPr>
              <a:t>プ</a:t>
            </a:r>
            <a:r>
              <a:rPr sz="1000" b="1" spc="-5" dirty="0">
                <a:latin typeface="Microsoft YaHei UI"/>
                <a:cs typeface="Microsoft YaHei UI"/>
              </a:rPr>
              <a:t>内店舗へ</a:t>
            </a:r>
            <a:r>
              <a:rPr sz="1000" b="1" spc="80" dirty="0">
                <a:latin typeface="Microsoft YaHei UI"/>
                <a:cs typeface="Microsoft YaHei UI"/>
              </a:rPr>
              <a:t>POP</a:t>
            </a:r>
            <a:r>
              <a:rPr sz="1000" b="1" spc="-5" dirty="0">
                <a:latin typeface="Microsoft YaHei UI"/>
                <a:cs typeface="Microsoft YaHei UI"/>
              </a:rPr>
              <a:t>などで販促</a:t>
            </a:r>
            <a:endParaRPr sz="1000">
              <a:latin typeface="Microsoft YaHei UI"/>
              <a:cs typeface="Microsoft YaHei UI"/>
            </a:endParaRPr>
          </a:p>
        </p:txBody>
      </p:sp>
      <p:grpSp>
        <p:nvGrpSpPr>
          <p:cNvPr id="55" name="object 55"/>
          <p:cNvGrpSpPr/>
          <p:nvPr/>
        </p:nvGrpSpPr>
        <p:grpSpPr>
          <a:xfrm>
            <a:off x="7319898" y="2250439"/>
            <a:ext cx="1292860" cy="643255"/>
            <a:chOff x="7319898" y="2250439"/>
            <a:chExt cx="1292860" cy="643255"/>
          </a:xfrm>
        </p:grpSpPr>
        <p:sp>
          <p:nvSpPr>
            <p:cNvPr id="56" name="object 56"/>
            <p:cNvSpPr/>
            <p:nvPr/>
          </p:nvSpPr>
          <p:spPr>
            <a:xfrm>
              <a:off x="7319898" y="2250439"/>
              <a:ext cx="1292860" cy="643255"/>
            </a:xfrm>
            <a:custGeom>
              <a:avLst/>
              <a:gdLst/>
              <a:ahLst/>
              <a:cxnLst/>
              <a:rect l="l" t="t" r="r" b="b"/>
              <a:pathLst>
                <a:path w="1292859" h="643255">
                  <a:moveTo>
                    <a:pt x="84327" y="0"/>
                  </a:moveTo>
                  <a:lnTo>
                    <a:pt x="0" y="360552"/>
                  </a:lnTo>
                  <a:lnTo>
                    <a:pt x="1208151" y="643001"/>
                  </a:lnTo>
                  <a:lnTo>
                    <a:pt x="1292478" y="282448"/>
                  </a:lnTo>
                  <a:lnTo>
                    <a:pt x="84327" y="0"/>
                  </a:lnTo>
                  <a:close/>
                </a:path>
              </a:pathLst>
            </a:custGeom>
            <a:solidFill>
              <a:srgbClr val="FFFF00"/>
            </a:solidFill>
          </p:spPr>
          <p:txBody>
            <a:bodyPr wrap="square" lIns="0" tIns="0" rIns="0" bIns="0" rtlCol="0"/>
            <a:lstStyle/>
            <a:p>
              <a:endParaRPr/>
            </a:p>
          </p:txBody>
        </p:sp>
        <p:sp>
          <p:nvSpPr>
            <p:cNvPr id="57" name="object 57"/>
            <p:cNvSpPr/>
            <p:nvPr/>
          </p:nvSpPr>
          <p:spPr>
            <a:xfrm>
              <a:off x="7548625" y="2382773"/>
              <a:ext cx="828040" cy="359410"/>
            </a:xfrm>
            <a:custGeom>
              <a:avLst/>
              <a:gdLst/>
              <a:ahLst/>
              <a:cxnLst/>
              <a:rect l="l" t="t" r="r" b="b"/>
              <a:pathLst>
                <a:path w="828040" h="359410">
                  <a:moveTo>
                    <a:pt x="199852" y="123189"/>
                  </a:moveTo>
                  <a:lnTo>
                    <a:pt x="119760" y="123189"/>
                  </a:lnTo>
                  <a:lnTo>
                    <a:pt x="132079" y="126111"/>
                  </a:lnTo>
                  <a:lnTo>
                    <a:pt x="133889" y="158664"/>
                  </a:lnTo>
                  <a:lnTo>
                    <a:pt x="141723" y="183847"/>
                  </a:lnTo>
                  <a:lnTo>
                    <a:pt x="143001" y="183896"/>
                  </a:lnTo>
                  <a:lnTo>
                    <a:pt x="142708" y="187014"/>
                  </a:lnTo>
                  <a:lnTo>
                    <a:pt x="142938" y="187753"/>
                  </a:lnTo>
                  <a:lnTo>
                    <a:pt x="159226" y="213389"/>
                  </a:lnTo>
                  <a:lnTo>
                    <a:pt x="182752" y="235585"/>
                  </a:lnTo>
                  <a:lnTo>
                    <a:pt x="199390" y="217297"/>
                  </a:lnTo>
                  <a:lnTo>
                    <a:pt x="186150" y="205817"/>
                  </a:lnTo>
                  <a:lnTo>
                    <a:pt x="175577" y="194992"/>
                  </a:lnTo>
                  <a:lnTo>
                    <a:pt x="167671" y="184810"/>
                  </a:lnTo>
                  <a:lnTo>
                    <a:pt x="162432" y="175260"/>
                  </a:lnTo>
                  <a:lnTo>
                    <a:pt x="172573" y="172208"/>
                  </a:lnTo>
                  <a:lnTo>
                    <a:pt x="182213" y="168751"/>
                  </a:lnTo>
                  <a:lnTo>
                    <a:pt x="191329" y="164865"/>
                  </a:lnTo>
                  <a:lnTo>
                    <a:pt x="199898" y="160527"/>
                  </a:lnTo>
                  <a:lnTo>
                    <a:pt x="209113" y="160527"/>
                  </a:lnTo>
                  <a:lnTo>
                    <a:pt x="208198" y="155448"/>
                  </a:lnTo>
                  <a:lnTo>
                    <a:pt x="155828" y="155448"/>
                  </a:lnTo>
                  <a:lnTo>
                    <a:pt x="153670" y="145161"/>
                  </a:lnTo>
                  <a:lnTo>
                    <a:pt x="152526" y="136905"/>
                  </a:lnTo>
                  <a:lnTo>
                    <a:pt x="152146" y="130810"/>
                  </a:lnTo>
                  <a:lnTo>
                    <a:pt x="198075" y="130810"/>
                  </a:lnTo>
                  <a:lnTo>
                    <a:pt x="199852" y="123189"/>
                  </a:lnTo>
                  <a:close/>
                </a:path>
                <a:path w="828040" h="359410">
                  <a:moveTo>
                    <a:pt x="120142" y="15875"/>
                  </a:moveTo>
                  <a:lnTo>
                    <a:pt x="117591" y="26775"/>
                  </a:lnTo>
                  <a:lnTo>
                    <a:pt x="117982" y="27177"/>
                  </a:lnTo>
                  <a:lnTo>
                    <a:pt x="117373" y="27706"/>
                  </a:lnTo>
                  <a:lnTo>
                    <a:pt x="81533" y="180848"/>
                  </a:lnTo>
                  <a:lnTo>
                    <a:pt x="58108" y="180848"/>
                  </a:lnTo>
                  <a:lnTo>
                    <a:pt x="58927" y="203453"/>
                  </a:lnTo>
                  <a:lnTo>
                    <a:pt x="61849" y="207517"/>
                  </a:lnTo>
                  <a:lnTo>
                    <a:pt x="65024" y="207645"/>
                  </a:lnTo>
                  <a:lnTo>
                    <a:pt x="68579" y="204088"/>
                  </a:lnTo>
                  <a:lnTo>
                    <a:pt x="141101" y="204088"/>
                  </a:lnTo>
                  <a:lnTo>
                    <a:pt x="142708" y="187014"/>
                  </a:lnTo>
                  <a:lnTo>
                    <a:pt x="141723" y="183847"/>
                  </a:lnTo>
                  <a:lnTo>
                    <a:pt x="105918" y="182499"/>
                  </a:lnTo>
                  <a:lnTo>
                    <a:pt x="106303" y="180848"/>
                  </a:lnTo>
                  <a:lnTo>
                    <a:pt x="81533" y="180848"/>
                  </a:lnTo>
                  <a:lnTo>
                    <a:pt x="58039" y="178942"/>
                  </a:lnTo>
                  <a:lnTo>
                    <a:pt x="106747" y="178942"/>
                  </a:lnTo>
                  <a:lnTo>
                    <a:pt x="119760" y="123189"/>
                  </a:lnTo>
                  <a:lnTo>
                    <a:pt x="199852" y="123189"/>
                  </a:lnTo>
                  <a:lnTo>
                    <a:pt x="202044" y="113791"/>
                  </a:lnTo>
                  <a:lnTo>
                    <a:pt x="177292" y="113791"/>
                  </a:lnTo>
                  <a:lnTo>
                    <a:pt x="124841" y="101473"/>
                  </a:lnTo>
                  <a:lnTo>
                    <a:pt x="128904" y="84074"/>
                  </a:lnTo>
                  <a:lnTo>
                    <a:pt x="208973" y="84074"/>
                  </a:lnTo>
                  <a:lnTo>
                    <a:pt x="211194" y="74549"/>
                  </a:lnTo>
                  <a:lnTo>
                    <a:pt x="186435" y="74549"/>
                  </a:lnTo>
                  <a:lnTo>
                    <a:pt x="133984" y="62356"/>
                  </a:lnTo>
                  <a:lnTo>
                    <a:pt x="138556" y="43052"/>
                  </a:lnTo>
                  <a:lnTo>
                    <a:pt x="218538" y="43052"/>
                  </a:lnTo>
                  <a:lnTo>
                    <a:pt x="219455" y="39115"/>
                  </a:lnTo>
                  <a:lnTo>
                    <a:pt x="120142" y="15875"/>
                  </a:lnTo>
                  <a:close/>
                </a:path>
                <a:path w="828040" h="359410">
                  <a:moveTo>
                    <a:pt x="141101" y="204088"/>
                  </a:moveTo>
                  <a:lnTo>
                    <a:pt x="68579" y="204088"/>
                  </a:lnTo>
                  <a:lnTo>
                    <a:pt x="140970" y="205486"/>
                  </a:lnTo>
                  <a:lnTo>
                    <a:pt x="141101" y="204088"/>
                  </a:lnTo>
                  <a:close/>
                </a:path>
                <a:path w="828040" h="359410">
                  <a:moveTo>
                    <a:pt x="44703" y="0"/>
                  </a:moveTo>
                  <a:lnTo>
                    <a:pt x="0" y="191135"/>
                  </a:lnTo>
                  <a:lnTo>
                    <a:pt x="23495" y="196596"/>
                  </a:lnTo>
                  <a:lnTo>
                    <a:pt x="37138" y="138302"/>
                  </a:lnTo>
                  <a:lnTo>
                    <a:pt x="37210" y="137667"/>
                  </a:lnTo>
                  <a:lnTo>
                    <a:pt x="63119" y="27304"/>
                  </a:lnTo>
                  <a:lnTo>
                    <a:pt x="117467" y="27304"/>
                  </a:lnTo>
                  <a:lnTo>
                    <a:pt x="117591" y="26775"/>
                  </a:lnTo>
                  <a:lnTo>
                    <a:pt x="103525" y="12318"/>
                  </a:lnTo>
                  <a:lnTo>
                    <a:pt x="97408" y="12318"/>
                  </a:lnTo>
                  <a:lnTo>
                    <a:pt x="44703" y="0"/>
                  </a:lnTo>
                  <a:close/>
                </a:path>
                <a:path w="828040" h="359410">
                  <a:moveTo>
                    <a:pt x="141723" y="183847"/>
                  </a:moveTo>
                  <a:lnTo>
                    <a:pt x="142708" y="187014"/>
                  </a:lnTo>
                  <a:lnTo>
                    <a:pt x="143001" y="183896"/>
                  </a:lnTo>
                  <a:lnTo>
                    <a:pt x="141723" y="183847"/>
                  </a:lnTo>
                  <a:close/>
                </a:path>
                <a:path w="828040" h="359410">
                  <a:moveTo>
                    <a:pt x="37283" y="137685"/>
                  </a:moveTo>
                  <a:lnTo>
                    <a:pt x="37203" y="138028"/>
                  </a:lnTo>
                  <a:lnTo>
                    <a:pt x="36702" y="161036"/>
                  </a:lnTo>
                  <a:lnTo>
                    <a:pt x="57657" y="165862"/>
                  </a:lnTo>
                  <a:lnTo>
                    <a:pt x="67849" y="166074"/>
                  </a:lnTo>
                  <a:lnTo>
                    <a:pt x="76529" y="161543"/>
                  </a:lnTo>
                  <a:lnTo>
                    <a:pt x="83661" y="152306"/>
                  </a:lnTo>
                  <a:lnTo>
                    <a:pt x="87242" y="143383"/>
                  </a:lnTo>
                  <a:lnTo>
                    <a:pt x="61595" y="143383"/>
                  </a:lnTo>
                  <a:lnTo>
                    <a:pt x="37283" y="137685"/>
                  </a:lnTo>
                  <a:close/>
                </a:path>
                <a:path w="828040" h="359410">
                  <a:moveTo>
                    <a:pt x="209113" y="160527"/>
                  </a:moveTo>
                  <a:lnTo>
                    <a:pt x="199898" y="160527"/>
                  </a:lnTo>
                  <a:lnTo>
                    <a:pt x="206628" y="163322"/>
                  </a:lnTo>
                  <a:lnTo>
                    <a:pt x="209272" y="161559"/>
                  </a:lnTo>
                  <a:lnTo>
                    <a:pt x="209204" y="161036"/>
                  </a:lnTo>
                  <a:lnTo>
                    <a:pt x="209113" y="160527"/>
                  </a:lnTo>
                  <a:close/>
                </a:path>
                <a:path w="828040" h="359410">
                  <a:moveTo>
                    <a:pt x="189694" y="139567"/>
                  </a:moveTo>
                  <a:lnTo>
                    <a:pt x="184350" y="142839"/>
                  </a:lnTo>
                  <a:lnTo>
                    <a:pt x="175053" y="147700"/>
                  </a:lnTo>
                  <a:lnTo>
                    <a:pt x="165542" y="151895"/>
                  </a:lnTo>
                  <a:lnTo>
                    <a:pt x="155828" y="155448"/>
                  </a:lnTo>
                  <a:lnTo>
                    <a:pt x="208198" y="155448"/>
                  </a:lnTo>
                  <a:lnTo>
                    <a:pt x="208152" y="155193"/>
                  </a:lnTo>
                  <a:lnTo>
                    <a:pt x="196450" y="140970"/>
                  </a:lnTo>
                  <a:lnTo>
                    <a:pt x="195706" y="140970"/>
                  </a:lnTo>
                  <a:lnTo>
                    <a:pt x="189694" y="139567"/>
                  </a:lnTo>
                  <a:close/>
                </a:path>
                <a:path w="828040" h="359410">
                  <a:moveTo>
                    <a:pt x="117467" y="27304"/>
                  </a:moveTo>
                  <a:lnTo>
                    <a:pt x="63119" y="27304"/>
                  </a:lnTo>
                  <a:lnTo>
                    <a:pt x="86868" y="32765"/>
                  </a:lnTo>
                  <a:lnTo>
                    <a:pt x="58420" y="77724"/>
                  </a:lnTo>
                  <a:lnTo>
                    <a:pt x="63944" y="91439"/>
                  </a:lnTo>
                  <a:lnTo>
                    <a:pt x="67182" y="104775"/>
                  </a:lnTo>
                  <a:lnTo>
                    <a:pt x="68135" y="117728"/>
                  </a:lnTo>
                  <a:lnTo>
                    <a:pt x="66801" y="130301"/>
                  </a:lnTo>
                  <a:lnTo>
                    <a:pt x="65277" y="139446"/>
                  </a:lnTo>
                  <a:lnTo>
                    <a:pt x="61595" y="143383"/>
                  </a:lnTo>
                  <a:lnTo>
                    <a:pt x="87242" y="143383"/>
                  </a:lnTo>
                  <a:lnTo>
                    <a:pt x="89280" y="138302"/>
                  </a:lnTo>
                  <a:lnTo>
                    <a:pt x="91495" y="126111"/>
                  </a:lnTo>
                  <a:lnTo>
                    <a:pt x="91468" y="123189"/>
                  </a:lnTo>
                  <a:lnTo>
                    <a:pt x="91011" y="111728"/>
                  </a:lnTo>
                  <a:lnTo>
                    <a:pt x="87620" y="96369"/>
                  </a:lnTo>
                  <a:lnTo>
                    <a:pt x="81406" y="79628"/>
                  </a:lnTo>
                  <a:lnTo>
                    <a:pt x="114173" y="30479"/>
                  </a:lnTo>
                  <a:lnTo>
                    <a:pt x="117373" y="27706"/>
                  </a:lnTo>
                  <a:lnTo>
                    <a:pt x="117467" y="27304"/>
                  </a:lnTo>
                  <a:close/>
                </a:path>
                <a:path w="828040" h="359410">
                  <a:moveTo>
                    <a:pt x="193421" y="137287"/>
                  </a:moveTo>
                  <a:lnTo>
                    <a:pt x="189694" y="139567"/>
                  </a:lnTo>
                  <a:lnTo>
                    <a:pt x="195706" y="140970"/>
                  </a:lnTo>
                  <a:lnTo>
                    <a:pt x="195871" y="140265"/>
                  </a:lnTo>
                  <a:lnTo>
                    <a:pt x="193421" y="137287"/>
                  </a:lnTo>
                  <a:close/>
                </a:path>
                <a:path w="828040" h="359410">
                  <a:moveTo>
                    <a:pt x="195871" y="140265"/>
                  </a:moveTo>
                  <a:lnTo>
                    <a:pt x="195706" y="140970"/>
                  </a:lnTo>
                  <a:lnTo>
                    <a:pt x="196450" y="140970"/>
                  </a:lnTo>
                  <a:lnTo>
                    <a:pt x="195871" y="140265"/>
                  </a:lnTo>
                  <a:close/>
                </a:path>
                <a:path w="828040" h="359410">
                  <a:moveTo>
                    <a:pt x="196565" y="137287"/>
                  </a:moveTo>
                  <a:lnTo>
                    <a:pt x="193421" y="137287"/>
                  </a:lnTo>
                  <a:lnTo>
                    <a:pt x="195871" y="140265"/>
                  </a:lnTo>
                  <a:lnTo>
                    <a:pt x="196565" y="137287"/>
                  </a:lnTo>
                  <a:close/>
                </a:path>
                <a:path w="828040" h="359410">
                  <a:moveTo>
                    <a:pt x="198075" y="130810"/>
                  </a:moveTo>
                  <a:lnTo>
                    <a:pt x="152146" y="130810"/>
                  </a:lnTo>
                  <a:lnTo>
                    <a:pt x="189694" y="139567"/>
                  </a:lnTo>
                  <a:lnTo>
                    <a:pt x="193421" y="137287"/>
                  </a:lnTo>
                  <a:lnTo>
                    <a:pt x="196565" y="137287"/>
                  </a:lnTo>
                  <a:lnTo>
                    <a:pt x="198075" y="130810"/>
                  </a:lnTo>
                  <a:close/>
                </a:path>
                <a:path w="828040" h="359410">
                  <a:moveTo>
                    <a:pt x="37287" y="137667"/>
                  </a:moveTo>
                  <a:close/>
                </a:path>
                <a:path w="828040" h="359410">
                  <a:moveTo>
                    <a:pt x="208973" y="84074"/>
                  </a:moveTo>
                  <a:lnTo>
                    <a:pt x="128904" y="84074"/>
                  </a:lnTo>
                  <a:lnTo>
                    <a:pt x="181355" y="96265"/>
                  </a:lnTo>
                  <a:lnTo>
                    <a:pt x="177292" y="113791"/>
                  </a:lnTo>
                  <a:lnTo>
                    <a:pt x="202044" y="113791"/>
                  </a:lnTo>
                  <a:lnTo>
                    <a:pt x="208973" y="84074"/>
                  </a:lnTo>
                  <a:close/>
                </a:path>
                <a:path w="828040" h="359410">
                  <a:moveTo>
                    <a:pt x="218538" y="43052"/>
                  </a:moveTo>
                  <a:lnTo>
                    <a:pt x="138556" y="43052"/>
                  </a:lnTo>
                  <a:lnTo>
                    <a:pt x="190880" y="55372"/>
                  </a:lnTo>
                  <a:lnTo>
                    <a:pt x="186435" y="74549"/>
                  </a:lnTo>
                  <a:lnTo>
                    <a:pt x="211194" y="74549"/>
                  </a:lnTo>
                  <a:lnTo>
                    <a:pt x="218538" y="43052"/>
                  </a:lnTo>
                  <a:close/>
                </a:path>
                <a:path w="828040" h="359410">
                  <a:moveTo>
                    <a:pt x="117591" y="26775"/>
                  </a:moveTo>
                  <a:lnTo>
                    <a:pt x="117373" y="27706"/>
                  </a:lnTo>
                  <a:lnTo>
                    <a:pt x="117982" y="27177"/>
                  </a:lnTo>
                  <a:lnTo>
                    <a:pt x="117591" y="26775"/>
                  </a:lnTo>
                  <a:close/>
                </a:path>
                <a:path w="828040" h="359410">
                  <a:moveTo>
                    <a:pt x="99695" y="8381"/>
                  </a:moveTo>
                  <a:lnTo>
                    <a:pt x="97408" y="12318"/>
                  </a:lnTo>
                  <a:lnTo>
                    <a:pt x="103525" y="12318"/>
                  </a:lnTo>
                  <a:lnTo>
                    <a:pt x="99695" y="8381"/>
                  </a:lnTo>
                  <a:close/>
                </a:path>
                <a:path w="828040" h="359410">
                  <a:moveTo>
                    <a:pt x="354202" y="191135"/>
                  </a:moveTo>
                  <a:lnTo>
                    <a:pt x="335788" y="269621"/>
                  </a:lnTo>
                  <a:lnTo>
                    <a:pt x="359282" y="275081"/>
                  </a:lnTo>
                  <a:lnTo>
                    <a:pt x="375793" y="204342"/>
                  </a:lnTo>
                  <a:lnTo>
                    <a:pt x="409871" y="204342"/>
                  </a:lnTo>
                  <a:lnTo>
                    <a:pt x="394751" y="194183"/>
                  </a:lnTo>
                  <a:lnTo>
                    <a:pt x="367283" y="194183"/>
                  </a:lnTo>
                  <a:lnTo>
                    <a:pt x="354202" y="191135"/>
                  </a:lnTo>
                  <a:close/>
                </a:path>
                <a:path w="828040" h="359410">
                  <a:moveTo>
                    <a:pt x="232409" y="224916"/>
                  </a:moveTo>
                  <a:lnTo>
                    <a:pt x="236093" y="248158"/>
                  </a:lnTo>
                  <a:lnTo>
                    <a:pt x="254670" y="249517"/>
                  </a:lnTo>
                  <a:lnTo>
                    <a:pt x="270795" y="249031"/>
                  </a:lnTo>
                  <a:lnTo>
                    <a:pt x="306943" y="232473"/>
                  </a:lnTo>
                  <a:lnTo>
                    <a:pt x="309688" y="227298"/>
                  </a:lnTo>
                  <a:lnTo>
                    <a:pt x="262239" y="227298"/>
                  </a:lnTo>
                  <a:lnTo>
                    <a:pt x="248675" y="226845"/>
                  </a:lnTo>
                  <a:lnTo>
                    <a:pt x="232409" y="224916"/>
                  </a:lnTo>
                  <a:close/>
                </a:path>
                <a:path w="828040" h="359410">
                  <a:moveTo>
                    <a:pt x="409871" y="204342"/>
                  </a:moveTo>
                  <a:lnTo>
                    <a:pt x="375793" y="204342"/>
                  </a:lnTo>
                  <a:lnTo>
                    <a:pt x="383194" y="212895"/>
                  </a:lnTo>
                  <a:lnTo>
                    <a:pt x="393573" y="221614"/>
                  </a:lnTo>
                  <a:lnTo>
                    <a:pt x="406904" y="230524"/>
                  </a:lnTo>
                  <a:lnTo>
                    <a:pt x="423164" y="239649"/>
                  </a:lnTo>
                  <a:lnTo>
                    <a:pt x="436245" y="219075"/>
                  </a:lnTo>
                  <a:lnTo>
                    <a:pt x="411666" y="205549"/>
                  </a:lnTo>
                  <a:lnTo>
                    <a:pt x="409871" y="204342"/>
                  </a:lnTo>
                  <a:close/>
                </a:path>
                <a:path w="828040" h="359410">
                  <a:moveTo>
                    <a:pt x="324336" y="185674"/>
                  </a:moveTo>
                  <a:lnTo>
                    <a:pt x="296037" y="185674"/>
                  </a:lnTo>
                  <a:lnTo>
                    <a:pt x="289051" y="215646"/>
                  </a:lnTo>
                  <a:lnTo>
                    <a:pt x="285750" y="221361"/>
                  </a:lnTo>
                  <a:lnTo>
                    <a:pt x="281304" y="223774"/>
                  </a:lnTo>
                  <a:lnTo>
                    <a:pt x="273111" y="226274"/>
                  </a:lnTo>
                  <a:lnTo>
                    <a:pt x="262239" y="227298"/>
                  </a:lnTo>
                  <a:lnTo>
                    <a:pt x="309688" y="227298"/>
                  </a:lnTo>
                  <a:lnTo>
                    <a:pt x="310909" y="224996"/>
                  </a:lnTo>
                  <a:lnTo>
                    <a:pt x="313817" y="215900"/>
                  </a:lnTo>
                  <a:lnTo>
                    <a:pt x="319658" y="190753"/>
                  </a:lnTo>
                  <a:lnTo>
                    <a:pt x="324612" y="187325"/>
                  </a:lnTo>
                  <a:lnTo>
                    <a:pt x="324336" y="185674"/>
                  </a:lnTo>
                  <a:close/>
                </a:path>
                <a:path w="828040" h="359410">
                  <a:moveTo>
                    <a:pt x="375888" y="146685"/>
                  </a:moveTo>
                  <a:lnTo>
                    <a:pt x="289432" y="146685"/>
                  </a:lnTo>
                  <a:lnTo>
                    <a:pt x="323469" y="154559"/>
                  </a:lnTo>
                  <a:lnTo>
                    <a:pt x="306185" y="163274"/>
                  </a:lnTo>
                  <a:lnTo>
                    <a:pt x="285019" y="169227"/>
                  </a:lnTo>
                  <a:lnTo>
                    <a:pt x="259996" y="172418"/>
                  </a:lnTo>
                  <a:lnTo>
                    <a:pt x="231140" y="172847"/>
                  </a:lnTo>
                  <a:lnTo>
                    <a:pt x="234569" y="197358"/>
                  </a:lnTo>
                  <a:lnTo>
                    <a:pt x="253335" y="196693"/>
                  </a:lnTo>
                  <a:lnTo>
                    <a:pt x="269827" y="194516"/>
                  </a:lnTo>
                  <a:lnTo>
                    <a:pt x="284057" y="190839"/>
                  </a:lnTo>
                  <a:lnTo>
                    <a:pt x="296037" y="185674"/>
                  </a:lnTo>
                  <a:lnTo>
                    <a:pt x="324336" y="185674"/>
                  </a:lnTo>
                  <a:lnTo>
                    <a:pt x="324103" y="184276"/>
                  </a:lnTo>
                  <a:lnTo>
                    <a:pt x="318134" y="181737"/>
                  </a:lnTo>
                  <a:lnTo>
                    <a:pt x="309625" y="179831"/>
                  </a:lnTo>
                  <a:lnTo>
                    <a:pt x="318480" y="177022"/>
                  </a:lnTo>
                  <a:lnTo>
                    <a:pt x="326929" y="173164"/>
                  </a:lnTo>
                  <a:lnTo>
                    <a:pt x="334950" y="168259"/>
                  </a:lnTo>
                  <a:lnTo>
                    <a:pt x="342519" y="162305"/>
                  </a:lnTo>
                  <a:lnTo>
                    <a:pt x="419839" y="162305"/>
                  </a:lnTo>
                  <a:lnTo>
                    <a:pt x="422154" y="152400"/>
                  </a:lnTo>
                  <a:lnTo>
                    <a:pt x="400176" y="152400"/>
                  </a:lnTo>
                  <a:lnTo>
                    <a:pt x="375888" y="146685"/>
                  </a:lnTo>
                  <a:close/>
                </a:path>
                <a:path w="828040" h="359410">
                  <a:moveTo>
                    <a:pt x="419839" y="162305"/>
                  </a:moveTo>
                  <a:lnTo>
                    <a:pt x="342519" y="162305"/>
                  </a:lnTo>
                  <a:lnTo>
                    <a:pt x="348353" y="173216"/>
                  </a:lnTo>
                  <a:lnTo>
                    <a:pt x="354425" y="182149"/>
                  </a:lnTo>
                  <a:lnTo>
                    <a:pt x="360735" y="189130"/>
                  </a:lnTo>
                  <a:lnTo>
                    <a:pt x="367283" y="194183"/>
                  </a:lnTo>
                  <a:lnTo>
                    <a:pt x="394751" y="194183"/>
                  </a:lnTo>
                  <a:lnTo>
                    <a:pt x="391255" y="191833"/>
                  </a:lnTo>
                  <a:lnTo>
                    <a:pt x="374987" y="177926"/>
                  </a:lnTo>
                  <a:lnTo>
                    <a:pt x="362839" y="163829"/>
                  </a:lnTo>
                  <a:lnTo>
                    <a:pt x="419483" y="163829"/>
                  </a:lnTo>
                  <a:lnTo>
                    <a:pt x="419839" y="162305"/>
                  </a:lnTo>
                  <a:close/>
                </a:path>
                <a:path w="828040" h="359410">
                  <a:moveTo>
                    <a:pt x="419483" y="163829"/>
                  </a:moveTo>
                  <a:lnTo>
                    <a:pt x="362839" y="163829"/>
                  </a:lnTo>
                  <a:lnTo>
                    <a:pt x="395604" y="171450"/>
                  </a:lnTo>
                  <a:lnTo>
                    <a:pt x="394589" y="176275"/>
                  </a:lnTo>
                  <a:lnTo>
                    <a:pt x="415417" y="181228"/>
                  </a:lnTo>
                  <a:lnTo>
                    <a:pt x="419483" y="163829"/>
                  </a:lnTo>
                  <a:close/>
                </a:path>
                <a:path w="828040" h="359410">
                  <a:moveTo>
                    <a:pt x="288417" y="57023"/>
                  </a:moveTo>
                  <a:lnTo>
                    <a:pt x="266700" y="149987"/>
                  </a:lnTo>
                  <a:lnTo>
                    <a:pt x="287527" y="154939"/>
                  </a:lnTo>
                  <a:lnTo>
                    <a:pt x="289432" y="146685"/>
                  </a:lnTo>
                  <a:lnTo>
                    <a:pt x="375888" y="146685"/>
                  </a:lnTo>
                  <a:lnTo>
                    <a:pt x="356997" y="142239"/>
                  </a:lnTo>
                  <a:lnTo>
                    <a:pt x="358157" y="137413"/>
                  </a:lnTo>
                  <a:lnTo>
                    <a:pt x="336169" y="137413"/>
                  </a:lnTo>
                  <a:lnTo>
                    <a:pt x="294004" y="127508"/>
                  </a:lnTo>
                  <a:lnTo>
                    <a:pt x="297052" y="114300"/>
                  </a:lnTo>
                  <a:lnTo>
                    <a:pt x="383452" y="114300"/>
                  </a:lnTo>
                  <a:lnTo>
                    <a:pt x="364617" y="109854"/>
                  </a:lnTo>
                  <a:lnTo>
                    <a:pt x="365747" y="105028"/>
                  </a:lnTo>
                  <a:lnTo>
                    <a:pt x="343789" y="105028"/>
                  </a:lnTo>
                  <a:lnTo>
                    <a:pt x="301498" y="95123"/>
                  </a:lnTo>
                  <a:lnTo>
                    <a:pt x="304800" y="81025"/>
                  </a:lnTo>
                  <a:lnTo>
                    <a:pt x="391223" y="81025"/>
                  </a:lnTo>
                  <a:lnTo>
                    <a:pt x="288417" y="57023"/>
                  </a:lnTo>
                  <a:close/>
                </a:path>
                <a:path w="828040" h="359410">
                  <a:moveTo>
                    <a:pt x="427616" y="129031"/>
                  </a:moveTo>
                  <a:lnTo>
                    <a:pt x="360172" y="129031"/>
                  </a:lnTo>
                  <a:lnTo>
                    <a:pt x="403225" y="139064"/>
                  </a:lnTo>
                  <a:lnTo>
                    <a:pt x="400176" y="152400"/>
                  </a:lnTo>
                  <a:lnTo>
                    <a:pt x="422154" y="152400"/>
                  </a:lnTo>
                  <a:lnTo>
                    <a:pt x="427616" y="129031"/>
                  </a:lnTo>
                  <a:close/>
                </a:path>
                <a:path w="828040" h="359410">
                  <a:moveTo>
                    <a:pt x="383452" y="114300"/>
                  </a:moveTo>
                  <a:lnTo>
                    <a:pt x="297052" y="114300"/>
                  </a:lnTo>
                  <a:lnTo>
                    <a:pt x="339344" y="124205"/>
                  </a:lnTo>
                  <a:lnTo>
                    <a:pt x="336169" y="137413"/>
                  </a:lnTo>
                  <a:lnTo>
                    <a:pt x="358157" y="137413"/>
                  </a:lnTo>
                  <a:lnTo>
                    <a:pt x="360172" y="129031"/>
                  </a:lnTo>
                  <a:lnTo>
                    <a:pt x="427616" y="129031"/>
                  </a:lnTo>
                  <a:lnTo>
                    <a:pt x="429723" y="120014"/>
                  </a:lnTo>
                  <a:lnTo>
                    <a:pt x="407670" y="120014"/>
                  </a:lnTo>
                  <a:lnTo>
                    <a:pt x="383452" y="114300"/>
                  </a:lnTo>
                  <a:close/>
                </a:path>
                <a:path w="828040" h="359410">
                  <a:moveTo>
                    <a:pt x="435392" y="95758"/>
                  </a:moveTo>
                  <a:lnTo>
                    <a:pt x="367919" y="95758"/>
                  </a:lnTo>
                  <a:lnTo>
                    <a:pt x="410972" y="105790"/>
                  </a:lnTo>
                  <a:lnTo>
                    <a:pt x="407670" y="120014"/>
                  </a:lnTo>
                  <a:lnTo>
                    <a:pt x="429723" y="120014"/>
                  </a:lnTo>
                  <a:lnTo>
                    <a:pt x="435392" y="95758"/>
                  </a:lnTo>
                  <a:close/>
                </a:path>
                <a:path w="828040" h="359410">
                  <a:moveTo>
                    <a:pt x="391223" y="81025"/>
                  </a:moveTo>
                  <a:lnTo>
                    <a:pt x="304800" y="81025"/>
                  </a:lnTo>
                  <a:lnTo>
                    <a:pt x="347091" y="90931"/>
                  </a:lnTo>
                  <a:lnTo>
                    <a:pt x="343789" y="105028"/>
                  </a:lnTo>
                  <a:lnTo>
                    <a:pt x="365747" y="105028"/>
                  </a:lnTo>
                  <a:lnTo>
                    <a:pt x="367919" y="95758"/>
                  </a:lnTo>
                  <a:lnTo>
                    <a:pt x="435392" y="95758"/>
                  </a:lnTo>
                  <a:lnTo>
                    <a:pt x="436372" y="91566"/>
                  </a:lnTo>
                  <a:lnTo>
                    <a:pt x="391223" y="81025"/>
                  </a:lnTo>
                  <a:close/>
                </a:path>
                <a:path w="828040" h="359410">
                  <a:moveTo>
                    <a:pt x="547243" y="296799"/>
                  </a:moveTo>
                  <a:lnTo>
                    <a:pt x="554227" y="322452"/>
                  </a:lnTo>
                  <a:lnTo>
                    <a:pt x="572893" y="322949"/>
                  </a:lnTo>
                  <a:lnTo>
                    <a:pt x="589057" y="321564"/>
                  </a:lnTo>
                  <a:lnTo>
                    <a:pt x="602698" y="318273"/>
                  </a:lnTo>
                  <a:lnTo>
                    <a:pt x="613791" y="313054"/>
                  </a:lnTo>
                  <a:lnTo>
                    <a:pt x="622391" y="306411"/>
                  </a:lnTo>
                  <a:lnTo>
                    <a:pt x="629100" y="298396"/>
                  </a:lnTo>
                  <a:lnTo>
                    <a:pt x="564294" y="298396"/>
                  </a:lnTo>
                  <a:lnTo>
                    <a:pt x="547243" y="296799"/>
                  </a:lnTo>
                  <a:close/>
                </a:path>
                <a:path w="828040" h="359410">
                  <a:moveTo>
                    <a:pt x="626595" y="223012"/>
                  </a:moveTo>
                  <a:lnTo>
                    <a:pt x="586358" y="223012"/>
                  </a:lnTo>
                  <a:lnTo>
                    <a:pt x="593879" y="226155"/>
                  </a:lnTo>
                  <a:lnTo>
                    <a:pt x="600424" y="230250"/>
                  </a:lnTo>
                  <a:lnTo>
                    <a:pt x="605968" y="235299"/>
                  </a:lnTo>
                  <a:lnTo>
                    <a:pt x="610501" y="241327"/>
                  </a:lnTo>
                  <a:lnTo>
                    <a:pt x="613136" y="247064"/>
                  </a:lnTo>
                  <a:lnTo>
                    <a:pt x="614385" y="253491"/>
                  </a:lnTo>
                  <a:lnTo>
                    <a:pt x="614378" y="261238"/>
                  </a:lnTo>
                  <a:lnTo>
                    <a:pt x="589873" y="296352"/>
                  </a:lnTo>
                  <a:lnTo>
                    <a:pt x="564294" y="298396"/>
                  </a:lnTo>
                  <a:lnTo>
                    <a:pt x="629100" y="298396"/>
                  </a:lnTo>
                  <a:lnTo>
                    <a:pt x="629348" y="298100"/>
                  </a:lnTo>
                  <a:lnTo>
                    <a:pt x="634686" y="288123"/>
                  </a:lnTo>
                  <a:lnTo>
                    <a:pt x="638428" y="276478"/>
                  </a:lnTo>
                  <a:lnTo>
                    <a:pt x="640286" y="263761"/>
                  </a:lnTo>
                  <a:lnTo>
                    <a:pt x="639762" y="251698"/>
                  </a:lnTo>
                  <a:lnTo>
                    <a:pt x="636857" y="240278"/>
                  </a:lnTo>
                  <a:lnTo>
                    <a:pt x="631571" y="229488"/>
                  </a:lnTo>
                  <a:lnTo>
                    <a:pt x="626595" y="223012"/>
                  </a:lnTo>
                  <a:close/>
                </a:path>
                <a:path w="828040" h="359410">
                  <a:moveTo>
                    <a:pt x="491108" y="136905"/>
                  </a:moveTo>
                  <a:lnTo>
                    <a:pt x="489584" y="160781"/>
                  </a:lnTo>
                  <a:lnTo>
                    <a:pt x="525399" y="167386"/>
                  </a:lnTo>
                  <a:lnTo>
                    <a:pt x="516890" y="195961"/>
                  </a:lnTo>
                  <a:lnTo>
                    <a:pt x="477210" y="217330"/>
                  </a:lnTo>
                  <a:lnTo>
                    <a:pt x="456563" y="253757"/>
                  </a:lnTo>
                  <a:lnTo>
                    <a:pt x="455398" y="265556"/>
                  </a:lnTo>
                  <a:lnTo>
                    <a:pt x="455517" y="269859"/>
                  </a:lnTo>
                  <a:lnTo>
                    <a:pt x="487483" y="298366"/>
                  </a:lnTo>
                  <a:lnTo>
                    <a:pt x="497189" y="296957"/>
                  </a:lnTo>
                  <a:lnTo>
                    <a:pt x="507918" y="293310"/>
                  </a:lnTo>
                  <a:lnTo>
                    <a:pt x="519683" y="287400"/>
                  </a:lnTo>
                  <a:lnTo>
                    <a:pt x="544434" y="287400"/>
                  </a:lnTo>
                  <a:lnTo>
                    <a:pt x="542290" y="276225"/>
                  </a:lnTo>
                  <a:lnTo>
                    <a:pt x="542815" y="275810"/>
                  </a:lnTo>
                  <a:lnTo>
                    <a:pt x="490142" y="275810"/>
                  </a:lnTo>
                  <a:lnTo>
                    <a:pt x="476503" y="265556"/>
                  </a:lnTo>
                  <a:lnTo>
                    <a:pt x="477401" y="261213"/>
                  </a:lnTo>
                  <a:lnTo>
                    <a:pt x="500888" y="226440"/>
                  </a:lnTo>
                  <a:lnTo>
                    <a:pt x="512318" y="219455"/>
                  </a:lnTo>
                  <a:lnTo>
                    <a:pt x="514730" y="217931"/>
                  </a:lnTo>
                  <a:lnTo>
                    <a:pt x="538211" y="217931"/>
                  </a:lnTo>
                  <a:lnTo>
                    <a:pt x="538860" y="213740"/>
                  </a:lnTo>
                  <a:lnTo>
                    <a:pt x="546480" y="213105"/>
                  </a:lnTo>
                  <a:lnTo>
                    <a:pt x="615873" y="213105"/>
                  </a:lnTo>
                  <a:lnTo>
                    <a:pt x="606925" y="207629"/>
                  </a:lnTo>
                  <a:lnTo>
                    <a:pt x="595376" y="202818"/>
                  </a:lnTo>
                  <a:lnTo>
                    <a:pt x="596773" y="199771"/>
                  </a:lnTo>
                  <a:lnTo>
                    <a:pt x="601979" y="195961"/>
                  </a:lnTo>
                  <a:lnTo>
                    <a:pt x="601898" y="195199"/>
                  </a:lnTo>
                  <a:lnTo>
                    <a:pt x="571246" y="195199"/>
                  </a:lnTo>
                  <a:lnTo>
                    <a:pt x="561984" y="193605"/>
                  </a:lnTo>
                  <a:lnTo>
                    <a:pt x="554152" y="192659"/>
                  </a:lnTo>
                  <a:lnTo>
                    <a:pt x="542035" y="192659"/>
                  </a:lnTo>
                  <a:lnTo>
                    <a:pt x="548767" y="170941"/>
                  </a:lnTo>
                  <a:lnTo>
                    <a:pt x="625338" y="170941"/>
                  </a:lnTo>
                  <a:lnTo>
                    <a:pt x="626237" y="157606"/>
                  </a:lnTo>
                  <a:lnTo>
                    <a:pt x="609353" y="156507"/>
                  </a:lnTo>
                  <a:lnTo>
                    <a:pt x="591851" y="154717"/>
                  </a:lnTo>
                  <a:lnTo>
                    <a:pt x="573730" y="152213"/>
                  </a:lnTo>
                  <a:lnTo>
                    <a:pt x="554990" y="148971"/>
                  </a:lnTo>
                  <a:lnTo>
                    <a:pt x="556102" y="145414"/>
                  </a:lnTo>
                  <a:lnTo>
                    <a:pt x="531495" y="145414"/>
                  </a:lnTo>
                  <a:lnTo>
                    <a:pt x="491108" y="136905"/>
                  </a:lnTo>
                  <a:close/>
                </a:path>
                <a:path w="828040" h="359410">
                  <a:moveTo>
                    <a:pt x="544434" y="287400"/>
                  </a:moveTo>
                  <a:lnTo>
                    <a:pt x="519683" y="287400"/>
                  </a:lnTo>
                  <a:lnTo>
                    <a:pt x="521716" y="297814"/>
                  </a:lnTo>
                  <a:lnTo>
                    <a:pt x="544702" y="288798"/>
                  </a:lnTo>
                  <a:lnTo>
                    <a:pt x="544434" y="287400"/>
                  </a:lnTo>
                  <a:close/>
                </a:path>
                <a:path w="828040" h="359410">
                  <a:moveTo>
                    <a:pt x="538211" y="217931"/>
                  </a:moveTo>
                  <a:lnTo>
                    <a:pt x="514730" y="217931"/>
                  </a:lnTo>
                  <a:lnTo>
                    <a:pt x="513306" y="229286"/>
                  </a:lnTo>
                  <a:lnTo>
                    <a:pt x="512740" y="239861"/>
                  </a:lnTo>
                  <a:lnTo>
                    <a:pt x="512729" y="245828"/>
                  </a:lnTo>
                  <a:lnTo>
                    <a:pt x="512837" y="253757"/>
                  </a:lnTo>
                  <a:lnTo>
                    <a:pt x="513842" y="266826"/>
                  </a:lnTo>
                  <a:lnTo>
                    <a:pt x="505053" y="271567"/>
                  </a:lnTo>
                  <a:lnTo>
                    <a:pt x="497157" y="274558"/>
                  </a:lnTo>
                  <a:lnTo>
                    <a:pt x="490142" y="275810"/>
                  </a:lnTo>
                  <a:lnTo>
                    <a:pt x="542815" y="275810"/>
                  </a:lnTo>
                  <a:lnTo>
                    <a:pt x="552819" y="267910"/>
                  </a:lnTo>
                  <a:lnTo>
                    <a:pt x="563657" y="256286"/>
                  </a:lnTo>
                  <a:lnTo>
                    <a:pt x="565744" y="253491"/>
                  </a:lnTo>
                  <a:lnTo>
                    <a:pt x="536701" y="253491"/>
                  </a:lnTo>
                  <a:lnTo>
                    <a:pt x="536307" y="245828"/>
                  </a:lnTo>
                  <a:lnTo>
                    <a:pt x="536400" y="233854"/>
                  </a:lnTo>
                  <a:lnTo>
                    <a:pt x="537291" y="223863"/>
                  </a:lnTo>
                  <a:lnTo>
                    <a:pt x="538211" y="217931"/>
                  </a:lnTo>
                  <a:close/>
                </a:path>
                <a:path w="828040" h="359410">
                  <a:moveTo>
                    <a:pt x="615873" y="213105"/>
                  </a:moveTo>
                  <a:lnTo>
                    <a:pt x="546480" y="213105"/>
                  </a:lnTo>
                  <a:lnTo>
                    <a:pt x="554481" y="213740"/>
                  </a:lnTo>
                  <a:lnTo>
                    <a:pt x="562609" y="215646"/>
                  </a:lnTo>
                  <a:lnTo>
                    <a:pt x="556561" y="226881"/>
                  </a:lnTo>
                  <a:lnTo>
                    <a:pt x="550227" y="236950"/>
                  </a:lnTo>
                  <a:lnTo>
                    <a:pt x="543607" y="245828"/>
                  </a:lnTo>
                  <a:lnTo>
                    <a:pt x="536701" y="253491"/>
                  </a:lnTo>
                  <a:lnTo>
                    <a:pt x="565744" y="253491"/>
                  </a:lnTo>
                  <a:lnTo>
                    <a:pt x="574887" y="241236"/>
                  </a:lnTo>
                  <a:lnTo>
                    <a:pt x="586358" y="223012"/>
                  </a:lnTo>
                  <a:lnTo>
                    <a:pt x="626595" y="223012"/>
                  </a:lnTo>
                  <a:lnTo>
                    <a:pt x="625022" y="220964"/>
                  </a:lnTo>
                  <a:lnTo>
                    <a:pt x="616807" y="213677"/>
                  </a:lnTo>
                  <a:lnTo>
                    <a:pt x="615873" y="213105"/>
                  </a:lnTo>
                  <a:close/>
                </a:path>
                <a:path w="828040" h="359410">
                  <a:moveTo>
                    <a:pt x="577342" y="181228"/>
                  </a:moveTo>
                  <a:lnTo>
                    <a:pt x="571246" y="195199"/>
                  </a:lnTo>
                  <a:lnTo>
                    <a:pt x="601898" y="195199"/>
                  </a:lnTo>
                  <a:lnTo>
                    <a:pt x="601599" y="192404"/>
                  </a:lnTo>
                  <a:lnTo>
                    <a:pt x="595376" y="188975"/>
                  </a:lnTo>
                  <a:lnTo>
                    <a:pt x="577342" y="181228"/>
                  </a:lnTo>
                  <a:close/>
                </a:path>
                <a:path w="828040" h="359410">
                  <a:moveTo>
                    <a:pt x="547368" y="192323"/>
                  </a:moveTo>
                  <a:lnTo>
                    <a:pt x="542035" y="192659"/>
                  </a:lnTo>
                  <a:lnTo>
                    <a:pt x="554152" y="192659"/>
                  </a:lnTo>
                  <a:lnTo>
                    <a:pt x="547368" y="192323"/>
                  </a:lnTo>
                  <a:close/>
                </a:path>
                <a:path w="828040" h="359410">
                  <a:moveTo>
                    <a:pt x="625338" y="170941"/>
                  </a:moveTo>
                  <a:lnTo>
                    <a:pt x="548767" y="170941"/>
                  </a:lnTo>
                  <a:lnTo>
                    <a:pt x="567293" y="174206"/>
                  </a:lnTo>
                  <a:lnTo>
                    <a:pt x="586104" y="177149"/>
                  </a:lnTo>
                  <a:lnTo>
                    <a:pt x="605202" y="179782"/>
                  </a:lnTo>
                  <a:lnTo>
                    <a:pt x="624585" y="182117"/>
                  </a:lnTo>
                  <a:lnTo>
                    <a:pt x="625338" y="170941"/>
                  </a:lnTo>
                  <a:close/>
                </a:path>
                <a:path w="828040" h="359410">
                  <a:moveTo>
                    <a:pt x="542925" y="108458"/>
                  </a:moveTo>
                  <a:lnTo>
                    <a:pt x="539781" y="117911"/>
                  </a:lnTo>
                  <a:lnTo>
                    <a:pt x="536828" y="127222"/>
                  </a:lnTo>
                  <a:lnTo>
                    <a:pt x="533874" y="137064"/>
                  </a:lnTo>
                  <a:lnTo>
                    <a:pt x="531495" y="145414"/>
                  </a:lnTo>
                  <a:lnTo>
                    <a:pt x="556102" y="145414"/>
                  </a:lnTo>
                  <a:lnTo>
                    <a:pt x="556799" y="143184"/>
                  </a:lnTo>
                  <a:lnTo>
                    <a:pt x="558853" y="136905"/>
                  </a:lnTo>
                  <a:lnTo>
                    <a:pt x="560990" y="130611"/>
                  </a:lnTo>
                  <a:lnTo>
                    <a:pt x="563372" y="123825"/>
                  </a:lnTo>
                  <a:lnTo>
                    <a:pt x="569087" y="120014"/>
                  </a:lnTo>
                  <a:lnTo>
                    <a:pt x="568578" y="116331"/>
                  </a:lnTo>
                  <a:lnTo>
                    <a:pt x="561721" y="112775"/>
                  </a:lnTo>
                  <a:lnTo>
                    <a:pt x="542925" y="108458"/>
                  </a:lnTo>
                  <a:close/>
                </a:path>
                <a:path w="828040" h="359410">
                  <a:moveTo>
                    <a:pt x="799465" y="176402"/>
                  </a:moveTo>
                  <a:lnTo>
                    <a:pt x="792702" y="216630"/>
                  </a:lnTo>
                  <a:lnTo>
                    <a:pt x="781557" y="268477"/>
                  </a:lnTo>
                  <a:lnTo>
                    <a:pt x="756046" y="313086"/>
                  </a:lnTo>
                  <a:lnTo>
                    <a:pt x="705103" y="337692"/>
                  </a:lnTo>
                  <a:lnTo>
                    <a:pt x="717676" y="358901"/>
                  </a:lnTo>
                  <a:lnTo>
                    <a:pt x="775096" y="328580"/>
                  </a:lnTo>
                  <a:lnTo>
                    <a:pt x="804418" y="274827"/>
                  </a:lnTo>
                  <a:lnTo>
                    <a:pt x="815165" y="226075"/>
                  </a:lnTo>
                  <a:lnTo>
                    <a:pt x="821054" y="191897"/>
                  </a:lnTo>
                  <a:lnTo>
                    <a:pt x="827531" y="187451"/>
                  </a:lnTo>
                  <a:lnTo>
                    <a:pt x="826770" y="183896"/>
                  </a:lnTo>
                  <a:lnTo>
                    <a:pt x="819023" y="180975"/>
                  </a:lnTo>
                  <a:lnTo>
                    <a:pt x="799465" y="176402"/>
                  </a:lnTo>
                  <a:close/>
                </a:path>
                <a:path w="828040" h="359410">
                  <a:moveTo>
                    <a:pt x="713104" y="161671"/>
                  </a:moveTo>
                  <a:lnTo>
                    <a:pt x="698728" y="207998"/>
                  </a:lnTo>
                  <a:lnTo>
                    <a:pt x="690207" y="245627"/>
                  </a:lnTo>
                  <a:lnTo>
                    <a:pt x="687401" y="272921"/>
                  </a:lnTo>
                  <a:lnTo>
                    <a:pt x="688975" y="279400"/>
                  </a:lnTo>
                  <a:lnTo>
                    <a:pt x="691896" y="284225"/>
                  </a:lnTo>
                  <a:lnTo>
                    <a:pt x="695705" y="287147"/>
                  </a:lnTo>
                  <a:lnTo>
                    <a:pt x="707390" y="289940"/>
                  </a:lnTo>
                  <a:lnTo>
                    <a:pt x="714121" y="289178"/>
                  </a:lnTo>
                  <a:lnTo>
                    <a:pt x="752106" y="265556"/>
                  </a:lnTo>
                  <a:lnTo>
                    <a:pt x="711326" y="265556"/>
                  </a:lnTo>
                  <a:lnTo>
                    <a:pt x="710310" y="265302"/>
                  </a:lnTo>
                  <a:lnTo>
                    <a:pt x="721867" y="213536"/>
                  </a:lnTo>
                  <a:lnTo>
                    <a:pt x="734441" y="176656"/>
                  </a:lnTo>
                  <a:lnTo>
                    <a:pt x="739901" y="174371"/>
                  </a:lnTo>
                  <a:lnTo>
                    <a:pt x="740155" y="171068"/>
                  </a:lnTo>
                  <a:lnTo>
                    <a:pt x="734822" y="166750"/>
                  </a:lnTo>
                  <a:lnTo>
                    <a:pt x="713104" y="161671"/>
                  </a:lnTo>
                  <a:close/>
                </a:path>
                <a:path w="828040" h="359410">
                  <a:moveTo>
                    <a:pt x="742823" y="244221"/>
                  </a:moveTo>
                  <a:lnTo>
                    <a:pt x="711326" y="265556"/>
                  </a:lnTo>
                  <a:lnTo>
                    <a:pt x="752106" y="265556"/>
                  </a:lnTo>
                  <a:lnTo>
                    <a:pt x="754888" y="263398"/>
                  </a:lnTo>
                  <a:lnTo>
                    <a:pt x="742823" y="244221"/>
                  </a:lnTo>
                  <a:close/>
                </a:path>
              </a:pathLst>
            </a:custGeom>
            <a:solidFill>
              <a:srgbClr val="FF0000"/>
            </a:solidFill>
          </p:spPr>
          <p:txBody>
            <a:bodyPr wrap="square" lIns="0" tIns="0" rIns="0" bIns="0" rtlCol="0"/>
            <a:lstStyle/>
            <a:p>
              <a:endParaRPr/>
            </a:p>
          </p:txBody>
        </p:sp>
      </p:grpSp>
      <p:sp>
        <p:nvSpPr>
          <p:cNvPr id="58" name="object 58"/>
          <p:cNvSpPr txBox="1"/>
          <p:nvPr/>
        </p:nvSpPr>
        <p:spPr>
          <a:xfrm>
            <a:off x="235711" y="1497584"/>
            <a:ext cx="3065145" cy="635000"/>
          </a:xfrm>
          <a:prstGeom prst="rect">
            <a:avLst/>
          </a:prstGeom>
        </p:spPr>
        <p:txBody>
          <a:bodyPr vert="horz" wrap="square" lIns="0" tIns="12065" rIns="0" bIns="0" rtlCol="0">
            <a:spAutoFit/>
          </a:bodyPr>
          <a:lstStyle/>
          <a:p>
            <a:pPr marL="76835" marR="522605" indent="-76835">
              <a:lnSpc>
                <a:spcPct val="100000"/>
              </a:lnSpc>
              <a:spcBef>
                <a:spcPts val="95"/>
              </a:spcBef>
              <a:buSzPct val="90000"/>
              <a:buChar char="•"/>
              <a:tabLst>
                <a:tab pos="76835" algn="l"/>
              </a:tabLst>
            </a:pPr>
            <a:r>
              <a:rPr sz="1000" b="1" spc="-40" dirty="0">
                <a:latin typeface="Microsoft YaHei UI"/>
                <a:cs typeface="Microsoft YaHei UI"/>
              </a:rPr>
              <a:t>登録名がニッ</a:t>
            </a:r>
            <a:r>
              <a:rPr sz="1000" b="1" spc="-80" dirty="0">
                <a:latin typeface="Microsoft YaHei UI"/>
                <a:cs typeface="Microsoft YaHei UI"/>
              </a:rPr>
              <a:t>クネ</a:t>
            </a:r>
            <a:r>
              <a:rPr sz="1000" b="1" spc="-75" dirty="0">
                <a:latin typeface="Microsoft YaHei UI"/>
                <a:cs typeface="Microsoft YaHei UI"/>
              </a:rPr>
              <a:t>ー</a:t>
            </a:r>
            <a:r>
              <a:rPr sz="1000" b="1" spc="-90" dirty="0">
                <a:latin typeface="Microsoft YaHei UI"/>
                <a:cs typeface="Microsoft YaHei UI"/>
              </a:rPr>
              <a:t>ム</a:t>
            </a:r>
            <a:r>
              <a:rPr sz="1000" b="1" spc="-15" dirty="0">
                <a:latin typeface="Microsoft YaHei UI"/>
                <a:cs typeface="Microsoft YaHei UI"/>
              </a:rPr>
              <a:t>の為に誰かわからない </a:t>
            </a:r>
            <a:r>
              <a:rPr sz="1000" b="1" spc="-35" dirty="0">
                <a:latin typeface="Microsoft YaHei UI"/>
                <a:cs typeface="Microsoft YaHei UI"/>
              </a:rPr>
              <a:t>送信されたメッ</a:t>
            </a:r>
            <a:r>
              <a:rPr sz="1000" b="1" spc="-55" dirty="0">
                <a:latin typeface="Microsoft YaHei UI"/>
                <a:cs typeface="Microsoft YaHei UI"/>
              </a:rPr>
              <a:t>セ</a:t>
            </a:r>
            <a:r>
              <a:rPr sz="1000" b="1" spc="-50" dirty="0">
                <a:latin typeface="Microsoft YaHei UI"/>
                <a:cs typeface="Microsoft YaHei UI"/>
              </a:rPr>
              <a:t>ー</a:t>
            </a:r>
            <a:r>
              <a:rPr sz="1000" b="1" spc="-20" dirty="0">
                <a:latin typeface="Microsoft YaHei UI"/>
                <a:cs typeface="Microsoft YaHei UI"/>
              </a:rPr>
              <a:t>ジなのかがわからない</a:t>
            </a:r>
            <a:endParaRPr sz="1000">
              <a:latin typeface="Microsoft YaHei UI"/>
              <a:cs typeface="Microsoft YaHei UI"/>
            </a:endParaRPr>
          </a:p>
          <a:p>
            <a:pPr marL="76200" indent="-64135">
              <a:lnSpc>
                <a:spcPct val="100000"/>
              </a:lnSpc>
              <a:buSzPct val="90000"/>
              <a:buChar char="•"/>
              <a:tabLst>
                <a:tab pos="76835" algn="l"/>
              </a:tabLst>
            </a:pPr>
            <a:r>
              <a:rPr sz="1000" b="1" spc="-15" dirty="0">
                <a:latin typeface="Microsoft YaHei UI"/>
                <a:cs typeface="Microsoft YaHei UI"/>
              </a:rPr>
              <a:t>個別対応の工数を削減したい</a:t>
            </a:r>
            <a:endParaRPr sz="1000">
              <a:latin typeface="Microsoft YaHei UI"/>
              <a:cs typeface="Microsoft YaHei UI"/>
            </a:endParaRPr>
          </a:p>
          <a:p>
            <a:pPr marL="76200" indent="-64135">
              <a:lnSpc>
                <a:spcPct val="100000"/>
              </a:lnSpc>
              <a:buSzPct val="90000"/>
              <a:buChar char="•"/>
              <a:tabLst>
                <a:tab pos="76835" algn="l"/>
              </a:tabLst>
            </a:pPr>
            <a:r>
              <a:rPr sz="1000" b="1" spc="-10" dirty="0">
                <a:latin typeface="Microsoft YaHei UI"/>
                <a:cs typeface="Microsoft YaHei UI"/>
              </a:rPr>
              <a:t>配信内容が</a:t>
            </a:r>
            <a:r>
              <a:rPr sz="1000" b="1" spc="-15" dirty="0">
                <a:latin typeface="Microsoft YaHei UI"/>
                <a:cs typeface="Microsoft YaHei UI"/>
              </a:rPr>
              <a:t>ユ</a:t>
            </a:r>
            <a:r>
              <a:rPr sz="1000" b="1" spc="-45" dirty="0">
                <a:latin typeface="Microsoft YaHei UI"/>
                <a:cs typeface="Microsoft YaHei UI"/>
              </a:rPr>
              <a:t>ー</a:t>
            </a:r>
            <a:r>
              <a:rPr sz="1000" b="1" spc="-25" dirty="0">
                <a:latin typeface="Microsoft YaHei UI"/>
                <a:cs typeface="Microsoft YaHei UI"/>
              </a:rPr>
              <a:t>ザー</a:t>
            </a:r>
            <a:r>
              <a:rPr sz="1000" b="1" spc="-15" dirty="0">
                <a:latin typeface="Microsoft YaHei UI"/>
                <a:cs typeface="Microsoft YaHei UI"/>
              </a:rPr>
              <a:t>の属性と</a:t>
            </a:r>
            <a:r>
              <a:rPr sz="1000" b="1" spc="-40" dirty="0">
                <a:latin typeface="Microsoft YaHei UI"/>
                <a:cs typeface="Microsoft YaHei UI"/>
              </a:rPr>
              <a:t>乖離し</a:t>
            </a:r>
            <a:r>
              <a:rPr sz="1000" b="1" spc="-35" dirty="0">
                <a:latin typeface="Microsoft YaHei UI"/>
                <a:cs typeface="Microsoft YaHei UI"/>
              </a:rPr>
              <a:t>な</a:t>
            </a:r>
            <a:r>
              <a:rPr sz="1000" b="1" spc="-15" dirty="0">
                <a:latin typeface="Microsoft YaHei UI"/>
                <a:cs typeface="Microsoft YaHei UI"/>
              </a:rPr>
              <a:t>い</a:t>
            </a:r>
            <a:r>
              <a:rPr sz="1000" b="1" spc="-20" dirty="0">
                <a:latin typeface="Microsoft YaHei UI"/>
                <a:cs typeface="Microsoft YaHei UI"/>
              </a:rPr>
              <a:t>よ</a:t>
            </a:r>
            <a:r>
              <a:rPr sz="1000" b="1" spc="-50" dirty="0">
                <a:latin typeface="Microsoft YaHei UI"/>
                <a:cs typeface="Microsoft YaHei UI"/>
              </a:rPr>
              <a:t>う</a:t>
            </a:r>
            <a:r>
              <a:rPr sz="1000" b="1" spc="-40" dirty="0">
                <a:latin typeface="Microsoft YaHei UI"/>
                <a:cs typeface="Microsoft YaHei UI"/>
              </a:rPr>
              <a:t>に</a:t>
            </a:r>
            <a:r>
              <a:rPr sz="1000" b="1" spc="-130" dirty="0">
                <a:latin typeface="Microsoft YaHei UI"/>
                <a:cs typeface="Microsoft YaHei UI"/>
              </a:rPr>
              <a:t>し</a:t>
            </a:r>
            <a:r>
              <a:rPr sz="1000" b="1" spc="-5" dirty="0">
                <a:latin typeface="Microsoft YaHei UI"/>
                <a:cs typeface="Microsoft YaHei UI"/>
              </a:rPr>
              <a:t>たい</a:t>
            </a:r>
            <a:endParaRPr sz="1000">
              <a:latin typeface="Microsoft YaHei UI"/>
              <a:cs typeface="Microsoft YaHei UI"/>
            </a:endParaRPr>
          </a:p>
        </p:txBody>
      </p:sp>
      <p:sp>
        <p:nvSpPr>
          <p:cNvPr id="59" name="object 59"/>
          <p:cNvSpPr txBox="1"/>
          <p:nvPr/>
        </p:nvSpPr>
        <p:spPr>
          <a:xfrm>
            <a:off x="235711" y="2107183"/>
            <a:ext cx="3395345" cy="482600"/>
          </a:xfrm>
          <a:prstGeom prst="rect">
            <a:avLst/>
          </a:prstGeom>
        </p:spPr>
        <p:txBody>
          <a:bodyPr vert="horz" wrap="square" lIns="0" tIns="12065" rIns="0" bIns="0" rtlCol="0">
            <a:spAutoFit/>
          </a:bodyPr>
          <a:lstStyle/>
          <a:p>
            <a:pPr marL="76200" indent="-64135">
              <a:lnSpc>
                <a:spcPct val="100000"/>
              </a:lnSpc>
              <a:spcBef>
                <a:spcPts val="95"/>
              </a:spcBef>
              <a:buSzPct val="90000"/>
              <a:buChar char="•"/>
              <a:tabLst>
                <a:tab pos="76835" algn="l"/>
              </a:tabLst>
            </a:pPr>
            <a:r>
              <a:rPr sz="1000" b="1" spc="-140" dirty="0">
                <a:latin typeface="Microsoft YaHei UI"/>
                <a:cs typeface="Microsoft YaHei UI"/>
              </a:rPr>
              <a:t>年齢、地域、</a:t>
            </a:r>
            <a:r>
              <a:rPr sz="1000" b="1" spc="-25" dirty="0">
                <a:latin typeface="Microsoft YaHei UI"/>
                <a:cs typeface="Microsoft YaHei UI"/>
              </a:rPr>
              <a:t>属性など各パター</a:t>
            </a:r>
            <a:r>
              <a:rPr sz="1000" b="1" spc="-50" dirty="0">
                <a:latin typeface="Microsoft YaHei UI"/>
                <a:cs typeface="Microsoft YaHei UI"/>
              </a:rPr>
              <a:t>ンに</a:t>
            </a:r>
            <a:r>
              <a:rPr sz="1000" b="1" spc="-55" dirty="0">
                <a:latin typeface="Microsoft YaHei UI"/>
                <a:cs typeface="Microsoft YaHei UI"/>
              </a:rPr>
              <a:t>絞っ</a:t>
            </a:r>
            <a:r>
              <a:rPr sz="1000" b="1" spc="-15" dirty="0">
                <a:latin typeface="Microsoft YaHei UI"/>
                <a:cs typeface="Microsoft YaHei UI"/>
              </a:rPr>
              <a:t>て情報</a:t>
            </a:r>
            <a:r>
              <a:rPr sz="1000" b="1" spc="-5" dirty="0">
                <a:latin typeface="Microsoft YaHei UI"/>
                <a:cs typeface="Microsoft YaHei UI"/>
              </a:rPr>
              <a:t>発</a:t>
            </a:r>
            <a:r>
              <a:rPr sz="1000" b="1" spc="-70" dirty="0">
                <a:latin typeface="Microsoft YaHei UI"/>
                <a:cs typeface="Microsoft YaHei UI"/>
              </a:rPr>
              <a:t>信</a:t>
            </a:r>
            <a:r>
              <a:rPr sz="1000" b="1" spc="-65" dirty="0">
                <a:latin typeface="Microsoft YaHei UI"/>
                <a:cs typeface="Microsoft YaHei UI"/>
              </a:rPr>
              <a:t>し</a:t>
            </a:r>
            <a:r>
              <a:rPr sz="1000" b="1" spc="-5" dirty="0">
                <a:latin typeface="Microsoft YaHei UI"/>
                <a:cs typeface="Microsoft YaHei UI"/>
              </a:rPr>
              <a:t>たい</a:t>
            </a:r>
            <a:endParaRPr sz="1000">
              <a:latin typeface="Microsoft YaHei UI"/>
              <a:cs typeface="Microsoft YaHei UI"/>
            </a:endParaRPr>
          </a:p>
          <a:p>
            <a:pPr marL="76200" indent="-64135">
              <a:lnSpc>
                <a:spcPct val="100000"/>
              </a:lnSpc>
              <a:buSzPct val="90000"/>
              <a:buChar char="•"/>
              <a:tabLst>
                <a:tab pos="76835" algn="l"/>
              </a:tabLst>
            </a:pPr>
            <a:r>
              <a:rPr sz="1000" b="1" spc="70" dirty="0">
                <a:latin typeface="Microsoft YaHei UI"/>
                <a:cs typeface="Microsoft YaHei UI"/>
              </a:rPr>
              <a:t>LINE</a:t>
            </a:r>
            <a:r>
              <a:rPr sz="1000" b="1" spc="-5" dirty="0">
                <a:latin typeface="Microsoft YaHei UI"/>
                <a:cs typeface="Microsoft YaHei UI"/>
              </a:rPr>
              <a:t>登録者を適切</a:t>
            </a:r>
            <a:r>
              <a:rPr sz="1000" b="1" spc="-15" dirty="0">
                <a:latin typeface="Microsoft YaHei UI"/>
                <a:cs typeface="Microsoft YaHei UI"/>
              </a:rPr>
              <a:t>に管</a:t>
            </a:r>
            <a:r>
              <a:rPr sz="1000" b="1" spc="-10" dirty="0">
                <a:latin typeface="Microsoft YaHei UI"/>
                <a:cs typeface="Microsoft YaHei UI"/>
              </a:rPr>
              <a:t>理</a:t>
            </a:r>
            <a:r>
              <a:rPr sz="1000" b="1" spc="-55" dirty="0">
                <a:latin typeface="Microsoft YaHei UI"/>
                <a:cs typeface="Microsoft YaHei UI"/>
              </a:rPr>
              <a:t>したい</a:t>
            </a:r>
            <a:endParaRPr sz="1000">
              <a:latin typeface="Microsoft YaHei UI"/>
              <a:cs typeface="Microsoft YaHei UI"/>
            </a:endParaRPr>
          </a:p>
          <a:p>
            <a:pPr marL="76200" indent="-64135">
              <a:lnSpc>
                <a:spcPct val="100000"/>
              </a:lnSpc>
              <a:buSzPct val="90000"/>
              <a:buChar char="•"/>
              <a:tabLst>
                <a:tab pos="76835" algn="l"/>
              </a:tabLst>
            </a:pPr>
            <a:r>
              <a:rPr sz="1000" b="1" spc="70" dirty="0">
                <a:latin typeface="Microsoft YaHei UI"/>
                <a:cs typeface="Microsoft YaHei UI"/>
              </a:rPr>
              <a:t>LINE</a:t>
            </a:r>
            <a:r>
              <a:rPr sz="1000" b="1" spc="-40" dirty="0">
                <a:latin typeface="Microsoft YaHei UI"/>
                <a:cs typeface="Microsoft YaHei UI"/>
              </a:rPr>
              <a:t>運用の</a:t>
            </a:r>
            <a:r>
              <a:rPr sz="1000" b="1" spc="-35" dirty="0">
                <a:latin typeface="Microsoft YaHei UI"/>
                <a:cs typeface="Microsoft YaHei UI"/>
              </a:rPr>
              <a:t>ノ</a:t>
            </a:r>
            <a:r>
              <a:rPr sz="1000" b="1" spc="-45" dirty="0">
                <a:latin typeface="Microsoft YaHei UI"/>
                <a:cs typeface="Microsoft YaHei UI"/>
              </a:rPr>
              <a:t>ウ</a:t>
            </a:r>
            <a:r>
              <a:rPr sz="1000" b="1" spc="-50" dirty="0">
                <a:latin typeface="Microsoft YaHei UI"/>
                <a:cs typeface="Microsoft YaHei UI"/>
              </a:rPr>
              <a:t>ハ</a:t>
            </a:r>
            <a:r>
              <a:rPr sz="1000" b="1" spc="-10" dirty="0">
                <a:latin typeface="Microsoft YaHei UI"/>
                <a:cs typeface="Microsoft YaHei UI"/>
              </a:rPr>
              <a:t>ウを学び自己運営でき</a:t>
            </a:r>
            <a:r>
              <a:rPr sz="1000" b="1" spc="-15" dirty="0">
                <a:latin typeface="Microsoft YaHei UI"/>
                <a:cs typeface="Microsoft YaHei UI"/>
              </a:rPr>
              <a:t>る</a:t>
            </a:r>
            <a:r>
              <a:rPr sz="1000" b="1" spc="-30" dirty="0">
                <a:latin typeface="Microsoft YaHei UI"/>
                <a:cs typeface="Microsoft YaHei UI"/>
              </a:rPr>
              <a:t>よう活</a:t>
            </a:r>
            <a:r>
              <a:rPr sz="1000" b="1" spc="-20" dirty="0">
                <a:latin typeface="Microsoft YaHei UI"/>
                <a:cs typeface="Microsoft YaHei UI"/>
              </a:rPr>
              <a:t>か</a:t>
            </a:r>
            <a:r>
              <a:rPr sz="1000" b="1" spc="-50" dirty="0">
                <a:latin typeface="Microsoft YaHei UI"/>
                <a:cs typeface="Microsoft YaHei UI"/>
              </a:rPr>
              <a:t>したい</a:t>
            </a:r>
            <a:endParaRPr sz="1000">
              <a:latin typeface="Microsoft YaHei UI"/>
              <a:cs typeface="Microsoft YaHei UI"/>
            </a:endParaRPr>
          </a:p>
        </p:txBody>
      </p:sp>
      <p:sp>
        <p:nvSpPr>
          <p:cNvPr id="60" name="object 60"/>
          <p:cNvSpPr txBox="1"/>
          <p:nvPr/>
        </p:nvSpPr>
        <p:spPr>
          <a:xfrm>
            <a:off x="4932679" y="4433061"/>
            <a:ext cx="3857625" cy="1306830"/>
          </a:xfrm>
          <a:prstGeom prst="rect">
            <a:avLst/>
          </a:prstGeom>
        </p:spPr>
        <p:txBody>
          <a:bodyPr vert="horz" wrap="square" lIns="0" tIns="13335" rIns="0" bIns="0" rtlCol="0">
            <a:spAutoFit/>
          </a:bodyPr>
          <a:lstStyle/>
          <a:p>
            <a:pPr marL="80010" indent="-67945">
              <a:lnSpc>
                <a:spcPct val="100000"/>
              </a:lnSpc>
              <a:spcBef>
                <a:spcPts val="105"/>
              </a:spcBef>
              <a:buSzPct val="90476"/>
              <a:buChar char="•"/>
              <a:tabLst>
                <a:tab pos="80645" algn="l"/>
              </a:tabLst>
            </a:pPr>
            <a:r>
              <a:rPr sz="1050" b="1" spc="80" dirty="0">
                <a:solidFill>
                  <a:srgbClr val="FF0000"/>
                </a:solidFill>
                <a:latin typeface="Microsoft YaHei UI"/>
                <a:cs typeface="Microsoft YaHei UI"/>
              </a:rPr>
              <a:t>LINE</a:t>
            </a:r>
            <a:r>
              <a:rPr sz="1050" b="1" spc="5" dirty="0">
                <a:solidFill>
                  <a:srgbClr val="FF0000"/>
                </a:solidFill>
                <a:latin typeface="Microsoft YaHei UI"/>
                <a:cs typeface="Microsoft YaHei UI"/>
              </a:rPr>
              <a:t>広告</a:t>
            </a:r>
            <a:r>
              <a:rPr sz="1050" b="1" spc="-10" dirty="0">
                <a:solidFill>
                  <a:srgbClr val="FF0000"/>
                </a:solidFill>
                <a:latin typeface="Microsoft YaHei UI"/>
                <a:cs typeface="Microsoft YaHei UI"/>
              </a:rPr>
              <a:t>の</a:t>
            </a:r>
            <a:r>
              <a:rPr sz="1050" b="1" spc="5" dirty="0">
                <a:solidFill>
                  <a:srgbClr val="FF0000"/>
                </a:solidFill>
                <a:latin typeface="Microsoft YaHei UI"/>
                <a:cs typeface="Microsoft YaHei UI"/>
              </a:rPr>
              <a:t>有</a:t>
            </a:r>
            <a:r>
              <a:rPr sz="1050" b="1" spc="-10" dirty="0">
                <a:solidFill>
                  <a:srgbClr val="FF0000"/>
                </a:solidFill>
                <a:latin typeface="Microsoft YaHei UI"/>
                <a:cs typeface="Microsoft YaHei UI"/>
              </a:rPr>
              <a:t>効</a:t>
            </a:r>
            <a:r>
              <a:rPr sz="1050" b="1" spc="5" dirty="0">
                <a:solidFill>
                  <a:srgbClr val="FF0000"/>
                </a:solidFill>
                <a:latin typeface="Microsoft YaHei UI"/>
                <a:cs typeface="Microsoft YaHei UI"/>
              </a:rPr>
              <a:t>活用</a:t>
            </a:r>
            <a:endParaRPr sz="1050">
              <a:latin typeface="Microsoft YaHei UI"/>
              <a:cs typeface="Microsoft YaHei UI"/>
            </a:endParaRPr>
          </a:p>
          <a:p>
            <a:pPr marL="12700">
              <a:lnSpc>
                <a:spcPct val="100000"/>
              </a:lnSpc>
            </a:pPr>
            <a:r>
              <a:rPr sz="1050" spc="5" dirty="0">
                <a:solidFill>
                  <a:srgbClr val="FF0000"/>
                </a:solidFill>
                <a:latin typeface="MS UI Gothic"/>
                <a:cs typeface="MS UI Gothic"/>
              </a:rPr>
              <a:t>→</a:t>
            </a:r>
            <a:r>
              <a:rPr sz="1050" spc="110" dirty="0">
                <a:solidFill>
                  <a:srgbClr val="FF0000"/>
                </a:solidFill>
                <a:latin typeface="MS UI Gothic"/>
                <a:cs typeface="MS UI Gothic"/>
              </a:rPr>
              <a:t>一人当</a:t>
            </a:r>
            <a:r>
              <a:rPr sz="1050" spc="85" dirty="0">
                <a:solidFill>
                  <a:srgbClr val="FF0000"/>
                </a:solidFill>
                <a:latin typeface="MS UI Gothic"/>
                <a:cs typeface="MS UI Gothic"/>
              </a:rPr>
              <a:t>た</a:t>
            </a:r>
            <a:r>
              <a:rPr sz="1050" spc="60" dirty="0">
                <a:solidFill>
                  <a:srgbClr val="FF0000"/>
                </a:solidFill>
                <a:latin typeface="MS UI Gothic"/>
                <a:cs typeface="MS UI Gothic"/>
              </a:rPr>
              <a:t>り</a:t>
            </a:r>
            <a:r>
              <a:rPr sz="1050" spc="235" dirty="0">
                <a:solidFill>
                  <a:srgbClr val="FF0000"/>
                </a:solidFill>
                <a:latin typeface="MS UI Gothic"/>
                <a:cs typeface="MS UI Gothic"/>
              </a:rPr>
              <a:t>200～300</a:t>
            </a:r>
            <a:r>
              <a:rPr sz="1050" spc="100" dirty="0">
                <a:solidFill>
                  <a:srgbClr val="FF0000"/>
                </a:solidFill>
                <a:latin typeface="MS UI Gothic"/>
                <a:cs typeface="MS UI Gothic"/>
              </a:rPr>
              <a:t>円</a:t>
            </a:r>
            <a:r>
              <a:rPr sz="1050" spc="65" dirty="0">
                <a:solidFill>
                  <a:srgbClr val="FF0000"/>
                </a:solidFill>
                <a:latin typeface="MS UI Gothic"/>
                <a:cs typeface="MS UI Gothic"/>
              </a:rPr>
              <a:t>で</a:t>
            </a:r>
            <a:r>
              <a:rPr sz="1050" spc="-10" dirty="0">
                <a:solidFill>
                  <a:srgbClr val="FF0000"/>
                </a:solidFill>
                <a:latin typeface="MS UI Gothic"/>
                <a:cs typeface="MS UI Gothic"/>
              </a:rPr>
              <a:t>獲</a:t>
            </a:r>
            <a:r>
              <a:rPr sz="1050" spc="5" dirty="0">
                <a:solidFill>
                  <a:srgbClr val="FF0000"/>
                </a:solidFill>
                <a:latin typeface="MS UI Gothic"/>
                <a:cs typeface="MS UI Gothic"/>
              </a:rPr>
              <a:t>得</a:t>
            </a:r>
            <a:r>
              <a:rPr sz="1050" spc="-10" dirty="0">
                <a:solidFill>
                  <a:srgbClr val="FF0000"/>
                </a:solidFill>
                <a:latin typeface="MS UI Gothic"/>
                <a:cs typeface="MS UI Gothic"/>
              </a:rPr>
              <a:t>可</a:t>
            </a:r>
            <a:r>
              <a:rPr sz="1050" spc="-35" dirty="0">
                <a:solidFill>
                  <a:srgbClr val="FF0000"/>
                </a:solidFill>
                <a:latin typeface="MS UI Gothic"/>
                <a:cs typeface="MS UI Gothic"/>
              </a:rPr>
              <a:t>能</a:t>
            </a:r>
            <a:r>
              <a:rPr sz="1050" spc="-25" dirty="0">
                <a:solidFill>
                  <a:srgbClr val="FF0000"/>
                </a:solidFill>
                <a:latin typeface="MS UI Gothic"/>
                <a:cs typeface="MS UI Gothic"/>
              </a:rPr>
              <a:t>。</a:t>
            </a:r>
            <a:endParaRPr sz="1050">
              <a:latin typeface="MS UI Gothic"/>
              <a:cs typeface="MS UI Gothic"/>
            </a:endParaRPr>
          </a:p>
          <a:p>
            <a:pPr marL="12700">
              <a:lnSpc>
                <a:spcPct val="100000"/>
              </a:lnSpc>
            </a:pPr>
            <a:r>
              <a:rPr sz="1050" dirty="0">
                <a:solidFill>
                  <a:srgbClr val="FF0000"/>
                </a:solidFill>
                <a:latin typeface="MS UI Gothic"/>
                <a:cs typeface="MS UI Gothic"/>
              </a:rPr>
              <a:t>→</a:t>
            </a:r>
            <a:r>
              <a:rPr sz="1050" spc="5" dirty="0">
                <a:solidFill>
                  <a:srgbClr val="FF0000"/>
                </a:solidFill>
                <a:latin typeface="MS UI Gothic"/>
                <a:cs typeface="MS UI Gothic"/>
              </a:rPr>
              <a:t>年</a:t>
            </a:r>
            <a:r>
              <a:rPr sz="1050" spc="-5" dirty="0">
                <a:solidFill>
                  <a:srgbClr val="FF0000"/>
                </a:solidFill>
                <a:latin typeface="MS UI Gothic"/>
                <a:cs typeface="MS UI Gothic"/>
              </a:rPr>
              <a:t>齢</a:t>
            </a:r>
            <a:r>
              <a:rPr sz="1050" spc="125" dirty="0">
                <a:solidFill>
                  <a:srgbClr val="FF0000"/>
                </a:solidFill>
                <a:latin typeface="MS UI Gothic"/>
                <a:cs typeface="MS UI Gothic"/>
              </a:rPr>
              <a:t>や</a:t>
            </a:r>
            <a:r>
              <a:rPr sz="1050" spc="5" dirty="0">
                <a:solidFill>
                  <a:srgbClr val="FF0000"/>
                </a:solidFill>
                <a:latin typeface="MS UI Gothic"/>
                <a:cs typeface="MS UI Gothic"/>
              </a:rPr>
              <a:t>地</a:t>
            </a:r>
            <a:r>
              <a:rPr sz="1050" spc="-5" dirty="0">
                <a:solidFill>
                  <a:srgbClr val="FF0000"/>
                </a:solidFill>
                <a:latin typeface="MS UI Gothic"/>
                <a:cs typeface="MS UI Gothic"/>
              </a:rPr>
              <a:t>域</a:t>
            </a:r>
            <a:r>
              <a:rPr sz="1050" spc="-80" dirty="0">
                <a:solidFill>
                  <a:srgbClr val="FF0000"/>
                </a:solidFill>
                <a:latin typeface="MS UI Gothic"/>
                <a:cs typeface="MS UI Gothic"/>
              </a:rPr>
              <a:t>、</a:t>
            </a:r>
            <a:r>
              <a:rPr sz="1050" spc="-10" dirty="0">
                <a:solidFill>
                  <a:srgbClr val="FF0000"/>
                </a:solidFill>
                <a:latin typeface="MS UI Gothic"/>
                <a:cs typeface="MS UI Gothic"/>
              </a:rPr>
              <a:t>就</a:t>
            </a:r>
            <a:r>
              <a:rPr sz="1050" spc="5" dirty="0">
                <a:solidFill>
                  <a:srgbClr val="FF0000"/>
                </a:solidFill>
                <a:latin typeface="MS UI Gothic"/>
                <a:cs typeface="MS UI Gothic"/>
              </a:rPr>
              <a:t>業</a:t>
            </a:r>
            <a:r>
              <a:rPr sz="1050" spc="-15" dirty="0">
                <a:solidFill>
                  <a:srgbClr val="FF0000"/>
                </a:solidFill>
                <a:latin typeface="MS UI Gothic"/>
                <a:cs typeface="MS UI Gothic"/>
              </a:rPr>
              <a:t>動</a:t>
            </a:r>
            <a:r>
              <a:rPr sz="1050" spc="114" dirty="0">
                <a:solidFill>
                  <a:srgbClr val="FF0000"/>
                </a:solidFill>
                <a:latin typeface="MS UI Gothic"/>
                <a:cs typeface="MS UI Gothic"/>
              </a:rPr>
              <a:t>機</a:t>
            </a:r>
            <a:r>
              <a:rPr sz="1050" spc="70" dirty="0">
                <a:solidFill>
                  <a:srgbClr val="FF0000"/>
                </a:solidFill>
                <a:latin typeface="MS UI Gothic"/>
                <a:cs typeface="MS UI Gothic"/>
              </a:rPr>
              <a:t>の</a:t>
            </a:r>
            <a:r>
              <a:rPr sz="1050" spc="114" dirty="0">
                <a:solidFill>
                  <a:srgbClr val="FF0000"/>
                </a:solidFill>
                <a:latin typeface="MS UI Gothic"/>
                <a:cs typeface="MS UI Gothic"/>
              </a:rPr>
              <a:t>高</a:t>
            </a:r>
            <a:r>
              <a:rPr sz="1050" spc="70" dirty="0">
                <a:solidFill>
                  <a:srgbClr val="FF0000"/>
                </a:solidFill>
                <a:latin typeface="MS UI Gothic"/>
                <a:cs typeface="MS UI Gothic"/>
              </a:rPr>
              <a:t>い</a:t>
            </a:r>
            <a:r>
              <a:rPr sz="1050" spc="5" dirty="0">
                <a:solidFill>
                  <a:srgbClr val="FF0000"/>
                </a:solidFill>
                <a:latin typeface="MS UI Gothic"/>
                <a:cs typeface="MS UI Gothic"/>
              </a:rPr>
              <a:t>人</a:t>
            </a:r>
            <a:r>
              <a:rPr sz="1050" spc="-15" dirty="0">
                <a:solidFill>
                  <a:srgbClr val="FF0000"/>
                </a:solidFill>
                <a:latin typeface="MS UI Gothic"/>
                <a:cs typeface="MS UI Gothic"/>
              </a:rPr>
              <a:t>材</a:t>
            </a:r>
            <a:r>
              <a:rPr sz="1050" spc="170" dirty="0">
                <a:solidFill>
                  <a:srgbClr val="FF0000"/>
                </a:solidFill>
                <a:latin typeface="MS UI Gothic"/>
                <a:cs typeface="MS UI Gothic"/>
              </a:rPr>
              <a:t>へ</a:t>
            </a:r>
            <a:r>
              <a:rPr sz="1050" spc="185" dirty="0">
                <a:solidFill>
                  <a:srgbClr val="FF0000"/>
                </a:solidFill>
                <a:latin typeface="MS UI Gothic"/>
                <a:cs typeface="MS UI Gothic"/>
              </a:rPr>
              <a:t>の</a:t>
            </a:r>
            <a:r>
              <a:rPr sz="1050" spc="180" dirty="0">
                <a:solidFill>
                  <a:srgbClr val="FF0000"/>
                </a:solidFill>
                <a:latin typeface="MS UI Gothic"/>
                <a:cs typeface="MS UI Gothic"/>
              </a:rPr>
              <a:t>リ</a:t>
            </a:r>
            <a:r>
              <a:rPr sz="1050" spc="240" dirty="0">
                <a:solidFill>
                  <a:srgbClr val="FF0000"/>
                </a:solidFill>
                <a:latin typeface="MS UI Gothic"/>
                <a:cs typeface="MS UI Gothic"/>
              </a:rPr>
              <a:t>ー</a:t>
            </a:r>
            <a:r>
              <a:rPr sz="1050" spc="50" dirty="0">
                <a:solidFill>
                  <a:srgbClr val="FF0000"/>
                </a:solidFill>
                <a:latin typeface="MS UI Gothic"/>
                <a:cs typeface="MS UI Gothic"/>
              </a:rPr>
              <a:t>チ</a:t>
            </a:r>
            <a:r>
              <a:rPr sz="1050" spc="65" dirty="0">
                <a:solidFill>
                  <a:srgbClr val="FF0000"/>
                </a:solidFill>
                <a:latin typeface="MS UI Gothic"/>
                <a:cs typeface="MS UI Gothic"/>
              </a:rPr>
              <a:t>可能</a:t>
            </a:r>
            <a:endParaRPr sz="1050">
              <a:latin typeface="MS UI Gothic"/>
              <a:cs typeface="MS UI Gothic"/>
            </a:endParaRPr>
          </a:p>
          <a:p>
            <a:pPr marL="80010" indent="-67945">
              <a:lnSpc>
                <a:spcPct val="100000"/>
              </a:lnSpc>
              <a:spcBef>
                <a:spcPts val="5"/>
              </a:spcBef>
              <a:buSzPct val="90476"/>
              <a:buChar char="•"/>
              <a:tabLst>
                <a:tab pos="80645" algn="l"/>
              </a:tabLst>
            </a:pPr>
            <a:r>
              <a:rPr sz="1050" b="1" spc="80" dirty="0">
                <a:solidFill>
                  <a:srgbClr val="FF0000"/>
                </a:solidFill>
                <a:latin typeface="Microsoft YaHei UI"/>
                <a:cs typeface="Microsoft YaHei UI"/>
              </a:rPr>
              <a:t>LINE</a:t>
            </a:r>
            <a:r>
              <a:rPr sz="1050" b="1" spc="-105" dirty="0">
                <a:solidFill>
                  <a:srgbClr val="FF0000"/>
                </a:solidFill>
                <a:latin typeface="Microsoft YaHei UI"/>
                <a:cs typeface="Microsoft YaHei UI"/>
              </a:rPr>
              <a:t>ポ</a:t>
            </a:r>
            <a:r>
              <a:rPr sz="1050" b="1" spc="-110" dirty="0">
                <a:solidFill>
                  <a:srgbClr val="FF0000"/>
                </a:solidFill>
                <a:latin typeface="Microsoft YaHei UI"/>
                <a:cs typeface="Microsoft YaHei UI"/>
              </a:rPr>
              <a:t>イ</a:t>
            </a:r>
            <a:r>
              <a:rPr sz="1050" b="1" spc="-85" dirty="0">
                <a:solidFill>
                  <a:srgbClr val="FF0000"/>
                </a:solidFill>
                <a:latin typeface="Microsoft YaHei UI"/>
                <a:cs typeface="Microsoft YaHei UI"/>
              </a:rPr>
              <a:t>ン</a:t>
            </a:r>
            <a:r>
              <a:rPr sz="1050" b="1" spc="-229" dirty="0">
                <a:solidFill>
                  <a:srgbClr val="FF0000"/>
                </a:solidFill>
                <a:latin typeface="Microsoft YaHei UI"/>
                <a:cs typeface="Microsoft YaHei UI"/>
              </a:rPr>
              <a:t>ト</a:t>
            </a:r>
            <a:r>
              <a:rPr sz="1050" b="1" spc="5" dirty="0">
                <a:solidFill>
                  <a:srgbClr val="FF0000"/>
                </a:solidFill>
                <a:latin typeface="Microsoft YaHei UI"/>
                <a:cs typeface="Microsoft YaHei UI"/>
              </a:rPr>
              <a:t>の</a:t>
            </a:r>
            <a:r>
              <a:rPr sz="1050" b="1" spc="-10" dirty="0">
                <a:solidFill>
                  <a:srgbClr val="FF0000"/>
                </a:solidFill>
                <a:latin typeface="Microsoft YaHei UI"/>
                <a:cs typeface="Microsoft YaHei UI"/>
              </a:rPr>
              <a:t>付</a:t>
            </a:r>
            <a:r>
              <a:rPr sz="1050" b="1" spc="5" dirty="0">
                <a:solidFill>
                  <a:srgbClr val="FF0000"/>
                </a:solidFill>
                <a:latin typeface="Microsoft YaHei UI"/>
                <a:cs typeface="Microsoft YaHei UI"/>
              </a:rPr>
              <a:t>与</a:t>
            </a:r>
            <a:endParaRPr sz="1050">
              <a:latin typeface="Microsoft YaHei UI"/>
              <a:cs typeface="Microsoft YaHei UI"/>
            </a:endParaRPr>
          </a:p>
          <a:p>
            <a:pPr marL="12700">
              <a:lnSpc>
                <a:spcPct val="100000"/>
              </a:lnSpc>
            </a:pPr>
            <a:r>
              <a:rPr sz="1050" spc="5" dirty="0">
                <a:solidFill>
                  <a:srgbClr val="FF0000"/>
                </a:solidFill>
                <a:latin typeface="MS UI Gothic"/>
                <a:cs typeface="MS UI Gothic"/>
              </a:rPr>
              <a:t>→</a:t>
            </a:r>
            <a:r>
              <a:rPr sz="1050" spc="35" dirty="0">
                <a:solidFill>
                  <a:srgbClr val="FF0000"/>
                </a:solidFill>
                <a:latin typeface="MS UI Gothic"/>
                <a:cs typeface="MS UI Gothic"/>
              </a:rPr>
              <a:t>登録</a:t>
            </a:r>
            <a:r>
              <a:rPr sz="1050" spc="30" dirty="0">
                <a:solidFill>
                  <a:srgbClr val="FF0000"/>
                </a:solidFill>
                <a:latin typeface="MS UI Gothic"/>
                <a:cs typeface="MS UI Gothic"/>
              </a:rPr>
              <a:t>で</a:t>
            </a:r>
            <a:r>
              <a:rPr sz="1050" spc="75" dirty="0">
                <a:solidFill>
                  <a:srgbClr val="FF0000"/>
                </a:solidFill>
                <a:latin typeface="MS UI Gothic"/>
                <a:cs typeface="MS UI Gothic"/>
              </a:rPr>
              <a:t>１００P</a:t>
            </a:r>
            <a:r>
              <a:rPr sz="1050" spc="-75" dirty="0">
                <a:solidFill>
                  <a:srgbClr val="FF0000"/>
                </a:solidFill>
                <a:latin typeface="MS UI Gothic"/>
                <a:cs typeface="MS UI Gothic"/>
              </a:rPr>
              <a:t>、</a:t>
            </a:r>
            <a:r>
              <a:rPr sz="1050" spc="140" dirty="0">
                <a:solidFill>
                  <a:srgbClr val="FF0000"/>
                </a:solidFill>
                <a:latin typeface="MS UI Gothic"/>
                <a:cs typeface="MS UI Gothic"/>
              </a:rPr>
              <a:t>ア</a:t>
            </a:r>
            <a:r>
              <a:rPr sz="1050" spc="160" dirty="0">
                <a:solidFill>
                  <a:srgbClr val="FF0000"/>
                </a:solidFill>
                <a:latin typeface="MS UI Gothic"/>
                <a:cs typeface="MS UI Gothic"/>
              </a:rPr>
              <a:t>ン</a:t>
            </a:r>
            <a:r>
              <a:rPr sz="1050" spc="165" dirty="0">
                <a:solidFill>
                  <a:srgbClr val="FF0000"/>
                </a:solidFill>
                <a:latin typeface="MS UI Gothic"/>
                <a:cs typeface="MS UI Gothic"/>
              </a:rPr>
              <a:t>ケ</a:t>
            </a:r>
            <a:r>
              <a:rPr sz="1050" spc="145" dirty="0">
                <a:solidFill>
                  <a:srgbClr val="FF0000"/>
                </a:solidFill>
                <a:latin typeface="MS UI Gothic"/>
                <a:cs typeface="MS UI Gothic"/>
              </a:rPr>
              <a:t>ー</a:t>
            </a:r>
            <a:r>
              <a:rPr sz="1050" spc="25" dirty="0">
                <a:solidFill>
                  <a:srgbClr val="FF0000"/>
                </a:solidFill>
                <a:latin typeface="MS UI Gothic"/>
                <a:cs typeface="MS UI Gothic"/>
              </a:rPr>
              <a:t>ト</a:t>
            </a:r>
            <a:r>
              <a:rPr sz="1050" spc="20" dirty="0">
                <a:solidFill>
                  <a:srgbClr val="FF0000"/>
                </a:solidFill>
                <a:latin typeface="MS UI Gothic"/>
                <a:cs typeface="MS UI Gothic"/>
              </a:rPr>
              <a:t>答</a:t>
            </a:r>
            <a:r>
              <a:rPr sz="1050" spc="170" dirty="0">
                <a:solidFill>
                  <a:srgbClr val="FF0000"/>
                </a:solidFill>
                <a:latin typeface="MS UI Gothic"/>
                <a:cs typeface="MS UI Gothic"/>
              </a:rPr>
              <a:t>え</a:t>
            </a:r>
            <a:r>
              <a:rPr sz="1050" spc="160" dirty="0">
                <a:solidFill>
                  <a:srgbClr val="FF0000"/>
                </a:solidFill>
                <a:latin typeface="MS UI Gothic"/>
                <a:cs typeface="MS UI Gothic"/>
              </a:rPr>
              <a:t>て</a:t>
            </a:r>
            <a:r>
              <a:rPr sz="1050" spc="55" dirty="0">
                <a:solidFill>
                  <a:srgbClr val="FF0000"/>
                </a:solidFill>
                <a:latin typeface="MS UI Gothic"/>
                <a:cs typeface="MS UI Gothic"/>
              </a:rPr>
              <a:t>１００P</a:t>
            </a:r>
            <a:r>
              <a:rPr sz="1050" spc="120" dirty="0">
                <a:solidFill>
                  <a:srgbClr val="FF0000"/>
                </a:solidFill>
                <a:latin typeface="MS UI Gothic"/>
                <a:cs typeface="MS UI Gothic"/>
              </a:rPr>
              <a:t>な</a:t>
            </a:r>
            <a:r>
              <a:rPr sz="1050" spc="110" dirty="0">
                <a:solidFill>
                  <a:srgbClr val="FF0000"/>
                </a:solidFill>
                <a:latin typeface="MS UI Gothic"/>
                <a:cs typeface="MS UI Gothic"/>
              </a:rPr>
              <a:t>ど</a:t>
            </a:r>
            <a:r>
              <a:rPr sz="1050" spc="135" dirty="0">
                <a:solidFill>
                  <a:srgbClr val="FF0000"/>
                </a:solidFill>
                <a:latin typeface="MS UI Gothic"/>
                <a:cs typeface="MS UI Gothic"/>
              </a:rPr>
              <a:t>販</a:t>
            </a:r>
            <a:r>
              <a:rPr sz="1050" spc="204" dirty="0">
                <a:solidFill>
                  <a:srgbClr val="FF0000"/>
                </a:solidFill>
                <a:latin typeface="MS UI Gothic"/>
                <a:cs typeface="MS UI Gothic"/>
              </a:rPr>
              <a:t>促</a:t>
            </a:r>
            <a:r>
              <a:rPr sz="1050" spc="120" dirty="0">
                <a:solidFill>
                  <a:srgbClr val="FF0000"/>
                </a:solidFill>
                <a:latin typeface="MS UI Gothic"/>
                <a:cs typeface="MS UI Gothic"/>
              </a:rPr>
              <a:t>と</a:t>
            </a:r>
            <a:r>
              <a:rPr sz="1050" spc="125" dirty="0">
                <a:solidFill>
                  <a:srgbClr val="FF0000"/>
                </a:solidFill>
                <a:latin typeface="MS UI Gothic"/>
                <a:cs typeface="MS UI Gothic"/>
              </a:rPr>
              <a:t>し</a:t>
            </a:r>
            <a:r>
              <a:rPr sz="1050" spc="180" dirty="0">
                <a:solidFill>
                  <a:srgbClr val="FF0000"/>
                </a:solidFill>
                <a:latin typeface="MS UI Gothic"/>
                <a:cs typeface="MS UI Gothic"/>
              </a:rPr>
              <a:t>て</a:t>
            </a:r>
            <a:r>
              <a:rPr sz="1050" spc="5" dirty="0">
                <a:solidFill>
                  <a:srgbClr val="FF0000"/>
                </a:solidFill>
                <a:latin typeface="MS UI Gothic"/>
                <a:cs typeface="MS UI Gothic"/>
              </a:rPr>
              <a:t>利</a:t>
            </a:r>
            <a:r>
              <a:rPr sz="1050" spc="-10" dirty="0">
                <a:solidFill>
                  <a:srgbClr val="FF0000"/>
                </a:solidFill>
                <a:latin typeface="MS UI Gothic"/>
                <a:cs typeface="MS UI Gothic"/>
              </a:rPr>
              <a:t>用</a:t>
            </a:r>
            <a:r>
              <a:rPr sz="1050" spc="5" dirty="0">
                <a:solidFill>
                  <a:srgbClr val="FF0000"/>
                </a:solidFill>
                <a:latin typeface="MS UI Gothic"/>
                <a:cs typeface="MS UI Gothic"/>
              </a:rPr>
              <a:t>可能</a:t>
            </a:r>
            <a:endParaRPr sz="1050">
              <a:latin typeface="MS UI Gothic"/>
              <a:cs typeface="MS UI Gothic"/>
            </a:endParaRPr>
          </a:p>
          <a:p>
            <a:pPr marL="12700">
              <a:lnSpc>
                <a:spcPct val="100000"/>
              </a:lnSpc>
            </a:pPr>
            <a:r>
              <a:rPr sz="1050" b="1" dirty="0">
                <a:solidFill>
                  <a:srgbClr val="FF0000"/>
                </a:solidFill>
                <a:latin typeface="Microsoft YaHei UI"/>
                <a:cs typeface="Microsoft YaHei UI"/>
              </a:rPr>
              <a:t>•</a:t>
            </a:r>
            <a:r>
              <a:rPr sz="1050" b="1" spc="5" dirty="0">
                <a:solidFill>
                  <a:srgbClr val="FF0000"/>
                </a:solidFill>
                <a:latin typeface="Microsoft YaHei UI"/>
                <a:cs typeface="Microsoft YaHei UI"/>
              </a:rPr>
              <a:t>通知メ</a:t>
            </a:r>
            <a:r>
              <a:rPr sz="1050" b="1" spc="-105" dirty="0">
                <a:solidFill>
                  <a:srgbClr val="FF0000"/>
                </a:solidFill>
                <a:latin typeface="Microsoft YaHei UI"/>
                <a:cs typeface="Microsoft YaHei UI"/>
              </a:rPr>
              <a:t>ッ</a:t>
            </a:r>
            <a:r>
              <a:rPr sz="1050" b="1" spc="-110" dirty="0">
                <a:solidFill>
                  <a:srgbClr val="FF0000"/>
                </a:solidFill>
                <a:latin typeface="Microsoft YaHei UI"/>
                <a:cs typeface="Microsoft YaHei UI"/>
              </a:rPr>
              <a:t>セ</a:t>
            </a:r>
            <a:r>
              <a:rPr sz="1050" b="1" spc="-50" dirty="0">
                <a:solidFill>
                  <a:srgbClr val="FF0000"/>
                </a:solidFill>
                <a:latin typeface="Microsoft YaHei UI"/>
                <a:cs typeface="Microsoft YaHei UI"/>
              </a:rPr>
              <a:t>ージ</a:t>
            </a:r>
            <a:r>
              <a:rPr sz="1050" b="1" spc="5" dirty="0">
                <a:solidFill>
                  <a:srgbClr val="FF0000"/>
                </a:solidFill>
                <a:latin typeface="Microsoft YaHei UI"/>
                <a:cs typeface="Microsoft YaHei UI"/>
              </a:rPr>
              <a:t>の</a:t>
            </a:r>
            <a:r>
              <a:rPr sz="1050" b="1" spc="-10" dirty="0">
                <a:solidFill>
                  <a:srgbClr val="FF0000"/>
                </a:solidFill>
                <a:latin typeface="Microsoft YaHei UI"/>
                <a:cs typeface="Microsoft YaHei UI"/>
              </a:rPr>
              <a:t>活</a:t>
            </a:r>
            <a:r>
              <a:rPr sz="1050" b="1" spc="5" dirty="0">
                <a:solidFill>
                  <a:srgbClr val="FF0000"/>
                </a:solidFill>
                <a:latin typeface="Microsoft YaHei UI"/>
                <a:cs typeface="Microsoft YaHei UI"/>
              </a:rPr>
              <a:t>用</a:t>
            </a:r>
            <a:endParaRPr sz="1050">
              <a:latin typeface="Microsoft YaHei UI"/>
              <a:cs typeface="Microsoft YaHei UI"/>
            </a:endParaRPr>
          </a:p>
          <a:p>
            <a:pPr marL="12700">
              <a:lnSpc>
                <a:spcPct val="100000"/>
              </a:lnSpc>
            </a:pPr>
            <a:r>
              <a:rPr sz="1050" spc="5" dirty="0">
                <a:solidFill>
                  <a:srgbClr val="FF0000"/>
                </a:solidFill>
                <a:latin typeface="MS UI Gothic"/>
                <a:cs typeface="MS UI Gothic"/>
              </a:rPr>
              <a:t>→一部事業者</a:t>
            </a:r>
            <a:r>
              <a:rPr sz="1050" dirty="0">
                <a:solidFill>
                  <a:srgbClr val="FF0000"/>
                </a:solidFill>
                <a:latin typeface="MS UI Gothic"/>
                <a:cs typeface="MS UI Gothic"/>
              </a:rPr>
              <a:t>（</a:t>
            </a:r>
            <a:r>
              <a:rPr sz="1050" spc="-10" dirty="0">
                <a:solidFill>
                  <a:srgbClr val="FF0000"/>
                </a:solidFill>
                <a:latin typeface="MS UI Gothic"/>
                <a:cs typeface="MS UI Gothic"/>
              </a:rPr>
              <a:t>宅</a:t>
            </a:r>
            <a:r>
              <a:rPr sz="1050" spc="75" dirty="0">
                <a:solidFill>
                  <a:srgbClr val="FF0000"/>
                </a:solidFill>
                <a:latin typeface="MS UI Gothic"/>
                <a:cs typeface="MS UI Gothic"/>
              </a:rPr>
              <a:t>配</a:t>
            </a:r>
            <a:r>
              <a:rPr sz="1050" spc="40" dirty="0">
                <a:solidFill>
                  <a:srgbClr val="FF0000"/>
                </a:solidFill>
                <a:latin typeface="MS UI Gothic"/>
                <a:cs typeface="MS UI Gothic"/>
              </a:rPr>
              <a:t>や</a:t>
            </a:r>
            <a:r>
              <a:rPr sz="1050" spc="5" dirty="0">
                <a:solidFill>
                  <a:srgbClr val="FF0000"/>
                </a:solidFill>
                <a:latin typeface="MS UI Gothic"/>
                <a:cs typeface="MS UI Gothic"/>
              </a:rPr>
              <a:t>電</a:t>
            </a:r>
            <a:r>
              <a:rPr sz="1050" spc="-10" dirty="0">
                <a:solidFill>
                  <a:srgbClr val="FF0000"/>
                </a:solidFill>
                <a:latin typeface="MS UI Gothic"/>
                <a:cs typeface="MS UI Gothic"/>
              </a:rPr>
              <a:t>気</a:t>
            </a:r>
            <a:r>
              <a:rPr sz="1050" spc="5" dirty="0">
                <a:solidFill>
                  <a:srgbClr val="FF0000"/>
                </a:solidFill>
                <a:latin typeface="MS UI Gothic"/>
                <a:cs typeface="MS UI Gothic"/>
              </a:rPr>
              <a:t>料</a:t>
            </a:r>
            <a:r>
              <a:rPr sz="1050" spc="-10" dirty="0">
                <a:solidFill>
                  <a:srgbClr val="FF0000"/>
                </a:solidFill>
                <a:latin typeface="MS UI Gothic"/>
                <a:cs typeface="MS UI Gothic"/>
              </a:rPr>
              <a:t>金</a:t>
            </a:r>
            <a:r>
              <a:rPr sz="1050" spc="210" dirty="0">
                <a:solidFill>
                  <a:srgbClr val="FF0000"/>
                </a:solidFill>
                <a:latin typeface="MS UI Gothic"/>
                <a:cs typeface="MS UI Gothic"/>
              </a:rPr>
              <a:t>な</a:t>
            </a:r>
            <a:r>
              <a:rPr sz="1050" spc="160" dirty="0">
                <a:solidFill>
                  <a:srgbClr val="FF0000"/>
                </a:solidFill>
                <a:latin typeface="MS UI Gothic"/>
                <a:cs typeface="MS UI Gothic"/>
              </a:rPr>
              <a:t>ど</a:t>
            </a:r>
            <a:r>
              <a:rPr sz="1050" spc="75" dirty="0">
                <a:solidFill>
                  <a:srgbClr val="FF0000"/>
                </a:solidFill>
                <a:latin typeface="MS UI Gothic"/>
                <a:cs typeface="MS UI Gothic"/>
              </a:rPr>
              <a:t>）</a:t>
            </a:r>
            <a:r>
              <a:rPr sz="1050" spc="110" dirty="0">
                <a:solidFill>
                  <a:srgbClr val="FF0000"/>
                </a:solidFill>
                <a:latin typeface="MS UI Gothic"/>
                <a:cs typeface="MS UI Gothic"/>
              </a:rPr>
              <a:t>の</a:t>
            </a:r>
            <a:r>
              <a:rPr sz="1050" spc="160" dirty="0">
                <a:solidFill>
                  <a:srgbClr val="FF0000"/>
                </a:solidFill>
                <a:latin typeface="MS UI Gothic"/>
                <a:cs typeface="MS UI Gothic"/>
              </a:rPr>
              <a:t>み</a:t>
            </a:r>
            <a:r>
              <a:rPr sz="1050" spc="120" dirty="0">
                <a:solidFill>
                  <a:srgbClr val="FF0000"/>
                </a:solidFill>
                <a:latin typeface="MS UI Gothic"/>
                <a:cs typeface="MS UI Gothic"/>
              </a:rPr>
              <a:t>に</a:t>
            </a:r>
            <a:r>
              <a:rPr sz="1050" spc="185" dirty="0">
                <a:solidFill>
                  <a:srgbClr val="FF0000"/>
                </a:solidFill>
                <a:latin typeface="MS UI Gothic"/>
                <a:cs typeface="MS UI Gothic"/>
              </a:rPr>
              <a:t>許</a:t>
            </a:r>
            <a:r>
              <a:rPr sz="1050" spc="110" dirty="0">
                <a:solidFill>
                  <a:srgbClr val="FF0000"/>
                </a:solidFill>
                <a:latin typeface="MS UI Gothic"/>
                <a:cs typeface="MS UI Gothic"/>
              </a:rPr>
              <a:t>さ</a:t>
            </a:r>
            <a:r>
              <a:rPr sz="1050" spc="85" dirty="0">
                <a:solidFill>
                  <a:srgbClr val="FF0000"/>
                </a:solidFill>
                <a:latin typeface="MS UI Gothic"/>
                <a:cs typeface="MS UI Gothic"/>
              </a:rPr>
              <a:t>れ</a:t>
            </a:r>
            <a:r>
              <a:rPr sz="1050" spc="95" dirty="0">
                <a:solidFill>
                  <a:srgbClr val="FF0000"/>
                </a:solidFill>
                <a:latin typeface="MS UI Gothic"/>
                <a:cs typeface="MS UI Gothic"/>
              </a:rPr>
              <a:t>た</a:t>
            </a:r>
            <a:r>
              <a:rPr sz="1050" spc="105" dirty="0">
                <a:solidFill>
                  <a:srgbClr val="FF0000"/>
                </a:solidFill>
                <a:latin typeface="MS UI Gothic"/>
                <a:cs typeface="MS UI Gothic"/>
              </a:rPr>
              <a:t>電</a:t>
            </a:r>
            <a:r>
              <a:rPr sz="1050" spc="5" dirty="0">
                <a:solidFill>
                  <a:srgbClr val="FF0000"/>
                </a:solidFill>
                <a:latin typeface="MS UI Gothic"/>
                <a:cs typeface="MS UI Gothic"/>
              </a:rPr>
              <a:t>話</a:t>
            </a:r>
            <a:r>
              <a:rPr sz="1050" spc="-10" dirty="0">
                <a:solidFill>
                  <a:srgbClr val="FF0000"/>
                </a:solidFill>
                <a:latin typeface="MS UI Gothic"/>
                <a:cs typeface="MS UI Gothic"/>
              </a:rPr>
              <a:t>番</a:t>
            </a:r>
            <a:r>
              <a:rPr sz="1050" spc="105" dirty="0">
                <a:solidFill>
                  <a:srgbClr val="FF0000"/>
                </a:solidFill>
                <a:latin typeface="MS UI Gothic"/>
                <a:cs typeface="MS UI Gothic"/>
              </a:rPr>
              <a:t>号</a:t>
            </a:r>
            <a:r>
              <a:rPr sz="1050" spc="70" dirty="0">
                <a:solidFill>
                  <a:srgbClr val="FF0000"/>
                </a:solidFill>
                <a:latin typeface="MS UI Gothic"/>
                <a:cs typeface="MS UI Gothic"/>
              </a:rPr>
              <a:t>か</a:t>
            </a:r>
            <a:r>
              <a:rPr sz="1050" spc="245" dirty="0">
                <a:solidFill>
                  <a:srgbClr val="FF0000"/>
                </a:solidFill>
                <a:latin typeface="MS UI Gothic"/>
                <a:cs typeface="MS UI Gothic"/>
              </a:rPr>
              <a:t>ら</a:t>
            </a:r>
            <a:endParaRPr sz="1050">
              <a:latin typeface="MS UI Gothic"/>
              <a:cs typeface="MS UI Gothic"/>
            </a:endParaRPr>
          </a:p>
          <a:p>
            <a:pPr marL="12700">
              <a:lnSpc>
                <a:spcPct val="100000"/>
              </a:lnSpc>
            </a:pPr>
            <a:r>
              <a:rPr sz="1050" spc="145" dirty="0">
                <a:solidFill>
                  <a:srgbClr val="FF0000"/>
                </a:solidFill>
                <a:latin typeface="MS UI Gothic"/>
                <a:cs typeface="MS UI Gothic"/>
              </a:rPr>
              <a:t>LINE</a:t>
            </a:r>
            <a:r>
              <a:rPr sz="1050" spc="225" dirty="0">
                <a:solidFill>
                  <a:srgbClr val="FF0000"/>
                </a:solidFill>
                <a:latin typeface="MS UI Gothic"/>
                <a:cs typeface="MS UI Gothic"/>
              </a:rPr>
              <a:t>で</a:t>
            </a:r>
            <a:r>
              <a:rPr sz="1050" spc="180" dirty="0">
                <a:solidFill>
                  <a:srgbClr val="FF0000"/>
                </a:solidFill>
                <a:latin typeface="MS UI Gothic"/>
                <a:cs typeface="MS UI Gothic"/>
              </a:rPr>
              <a:t>メ</a:t>
            </a:r>
            <a:r>
              <a:rPr sz="1050" spc="280" dirty="0">
                <a:solidFill>
                  <a:srgbClr val="FF0000"/>
                </a:solidFill>
                <a:latin typeface="MS UI Gothic"/>
                <a:cs typeface="MS UI Gothic"/>
              </a:rPr>
              <a:t>ッ</a:t>
            </a:r>
            <a:r>
              <a:rPr sz="1050" spc="125" dirty="0">
                <a:solidFill>
                  <a:srgbClr val="FF0000"/>
                </a:solidFill>
                <a:latin typeface="MS UI Gothic"/>
                <a:cs typeface="MS UI Gothic"/>
              </a:rPr>
              <a:t>セ</a:t>
            </a:r>
            <a:r>
              <a:rPr sz="1050" spc="150" dirty="0">
                <a:solidFill>
                  <a:srgbClr val="FF0000"/>
                </a:solidFill>
                <a:latin typeface="MS UI Gothic"/>
                <a:cs typeface="MS UI Gothic"/>
              </a:rPr>
              <a:t>ー</a:t>
            </a:r>
            <a:r>
              <a:rPr sz="1050" spc="114" dirty="0">
                <a:solidFill>
                  <a:srgbClr val="FF0000"/>
                </a:solidFill>
                <a:latin typeface="MS UI Gothic"/>
                <a:cs typeface="MS UI Gothic"/>
              </a:rPr>
              <a:t>ジ</a:t>
            </a:r>
            <a:r>
              <a:rPr sz="1050" spc="105" dirty="0">
                <a:solidFill>
                  <a:srgbClr val="FF0000"/>
                </a:solidFill>
                <a:latin typeface="MS UI Gothic"/>
                <a:cs typeface="MS UI Gothic"/>
              </a:rPr>
              <a:t>を</a:t>
            </a:r>
            <a:r>
              <a:rPr sz="1050" spc="125" dirty="0">
                <a:solidFill>
                  <a:srgbClr val="FF0000"/>
                </a:solidFill>
                <a:latin typeface="MS UI Gothic"/>
                <a:cs typeface="MS UI Gothic"/>
              </a:rPr>
              <a:t>送</a:t>
            </a:r>
            <a:r>
              <a:rPr sz="1050" spc="100" dirty="0">
                <a:solidFill>
                  <a:srgbClr val="FF0000"/>
                </a:solidFill>
                <a:latin typeface="MS UI Gothic"/>
                <a:cs typeface="MS UI Gothic"/>
              </a:rPr>
              <a:t>信</a:t>
            </a:r>
            <a:r>
              <a:rPr sz="1050" spc="65" dirty="0">
                <a:solidFill>
                  <a:srgbClr val="FF0000"/>
                </a:solidFill>
                <a:latin typeface="MS UI Gothic"/>
                <a:cs typeface="MS UI Gothic"/>
              </a:rPr>
              <a:t>で</a:t>
            </a:r>
            <a:r>
              <a:rPr sz="1050" spc="225" dirty="0">
                <a:solidFill>
                  <a:srgbClr val="FF0000"/>
                </a:solidFill>
                <a:latin typeface="MS UI Gothic"/>
                <a:cs typeface="MS UI Gothic"/>
              </a:rPr>
              <a:t>き</a:t>
            </a:r>
            <a:r>
              <a:rPr sz="1050" spc="220" dirty="0">
                <a:solidFill>
                  <a:srgbClr val="FF0000"/>
                </a:solidFill>
                <a:latin typeface="MS UI Gothic"/>
                <a:cs typeface="MS UI Gothic"/>
              </a:rPr>
              <a:t>る</a:t>
            </a:r>
            <a:r>
              <a:rPr sz="1050" spc="5" dirty="0">
                <a:solidFill>
                  <a:srgbClr val="FF0000"/>
                </a:solidFill>
                <a:latin typeface="MS UI Gothic"/>
                <a:cs typeface="MS UI Gothic"/>
              </a:rPr>
              <a:t>機</a:t>
            </a:r>
            <a:r>
              <a:rPr sz="1050" spc="-5" dirty="0">
                <a:solidFill>
                  <a:srgbClr val="FF0000"/>
                </a:solidFill>
                <a:latin typeface="MS UI Gothic"/>
                <a:cs typeface="MS UI Gothic"/>
              </a:rPr>
              <a:t>能</a:t>
            </a:r>
            <a:r>
              <a:rPr sz="1050" spc="190" dirty="0">
                <a:solidFill>
                  <a:srgbClr val="FF0000"/>
                </a:solidFill>
                <a:latin typeface="MS UI Gothic"/>
                <a:cs typeface="MS UI Gothic"/>
              </a:rPr>
              <a:t>も</a:t>
            </a:r>
            <a:r>
              <a:rPr sz="1050" spc="250" dirty="0">
                <a:solidFill>
                  <a:srgbClr val="FF0000"/>
                </a:solidFill>
                <a:latin typeface="MS UI Gothic"/>
                <a:cs typeface="MS UI Gothic"/>
              </a:rPr>
              <a:t>あ</a:t>
            </a:r>
            <a:r>
              <a:rPr sz="1050" spc="185" dirty="0">
                <a:solidFill>
                  <a:srgbClr val="FF0000"/>
                </a:solidFill>
                <a:latin typeface="MS UI Gothic"/>
                <a:cs typeface="MS UI Gothic"/>
              </a:rPr>
              <a:t>り</a:t>
            </a:r>
            <a:r>
              <a:rPr sz="1050" spc="-65" dirty="0">
                <a:solidFill>
                  <a:srgbClr val="FF0000"/>
                </a:solidFill>
                <a:latin typeface="MS UI Gothic"/>
                <a:cs typeface="MS UI Gothic"/>
              </a:rPr>
              <a:t>。</a:t>
            </a:r>
            <a:endParaRPr sz="1050">
              <a:latin typeface="MS UI Gothic"/>
              <a:cs typeface="MS UI Gothic"/>
            </a:endParaRPr>
          </a:p>
        </p:txBody>
      </p:sp>
      <p:sp>
        <p:nvSpPr>
          <p:cNvPr id="61" name="object 61"/>
          <p:cNvSpPr txBox="1"/>
          <p:nvPr/>
        </p:nvSpPr>
        <p:spPr>
          <a:xfrm>
            <a:off x="5946775" y="215011"/>
            <a:ext cx="2216150" cy="361315"/>
          </a:xfrm>
          <a:prstGeom prst="rect">
            <a:avLst/>
          </a:prstGeom>
        </p:spPr>
        <p:txBody>
          <a:bodyPr vert="horz" wrap="square" lIns="0" tIns="12700" rIns="0" bIns="0" rtlCol="0">
            <a:spAutoFit/>
          </a:bodyPr>
          <a:lstStyle/>
          <a:p>
            <a:pPr marL="12700" marR="5080" indent="671830">
              <a:lnSpc>
                <a:spcPct val="100000"/>
              </a:lnSpc>
              <a:spcBef>
                <a:spcPts val="100"/>
              </a:spcBef>
            </a:pPr>
            <a:r>
              <a:rPr sz="1100" dirty="0">
                <a:latin typeface="MS UI Gothic"/>
                <a:cs typeface="MS UI Gothic"/>
              </a:rPr>
              <a:t>更新：</a:t>
            </a:r>
            <a:r>
              <a:rPr sz="1100" spc="285" dirty="0">
                <a:latin typeface="MS UI Gothic"/>
                <a:cs typeface="MS UI Gothic"/>
              </a:rPr>
              <a:t>2022</a:t>
            </a:r>
            <a:r>
              <a:rPr sz="1100" dirty="0">
                <a:latin typeface="MS UI Gothic"/>
                <a:cs typeface="MS UI Gothic"/>
              </a:rPr>
              <a:t>年</a:t>
            </a:r>
            <a:r>
              <a:rPr sz="1100" spc="285" dirty="0">
                <a:latin typeface="MS UI Gothic"/>
                <a:cs typeface="MS UI Gothic"/>
              </a:rPr>
              <a:t>6</a:t>
            </a:r>
            <a:r>
              <a:rPr sz="1100" dirty="0">
                <a:latin typeface="MS UI Gothic"/>
                <a:cs typeface="MS UI Gothic"/>
              </a:rPr>
              <a:t>月</a:t>
            </a:r>
            <a:r>
              <a:rPr sz="1100" spc="285" dirty="0">
                <a:latin typeface="MS UI Gothic"/>
                <a:cs typeface="MS UI Gothic"/>
              </a:rPr>
              <a:t>20</a:t>
            </a:r>
            <a:r>
              <a:rPr sz="1100" dirty="0">
                <a:latin typeface="MS UI Gothic"/>
                <a:cs typeface="MS UI Gothic"/>
              </a:rPr>
              <a:t>日 </a:t>
            </a:r>
            <a:r>
              <a:rPr sz="1100" spc="55" dirty="0">
                <a:latin typeface="MS UI Gothic"/>
                <a:cs typeface="MS UI Gothic"/>
              </a:rPr>
              <a:t>株式会社エム</a:t>
            </a:r>
            <a:r>
              <a:rPr sz="1100" spc="35" dirty="0">
                <a:latin typeface="MS UI Gothic"/>
                <a:cs typeface="MS UI Gothic"/>
              </a:rPr>
              <a:t>エ</a:t>
            </a:r>
            <a:r>
              <a:rPr sz="1100" spc="90" dirty="0">
                <a:latin typeface="MS UI Gothic"/>
                <a:cs typeface="MS UI Gothic"/>
              </a:rPr>
              <a:t>ム</a:t>
            </a:r>
            <a:r>
              <a:rPr sz="1100" spc="85" dirty="0">
                <a:latin typeface="MS UI Gothic"/>
                <a:cs typeface="MS UI Gothic"/>
              </a:rPr>
              <a:t>イ</a:t>
            </a:r>
            <a:r>
              <a:rPr sz="1100" spc="170" dirty="0">
                <a:latin typeface="MS UI Gothic"/>
                <a:cs typeface="MS UI Gothic"/>
              </a:rPr>
              <a:t>ン</a:t>
            </a:r>
            <a:r>
              <a:rPr sz="1100" spc="195" dirty="0">
                <a:latin typeface="MS UI Gothic"/>
                <a:cs typeface="MS UI Gothic"/>
              </a:rPr>
              <a:t>タ</a:t>
            </a:r>
            <a:r>
              <a:rPr sz="1100" spc="155" dirty="0">
                <a:latin typeface="MS UI Gothic"/>
                <a:cs typeface="MS UI Gothic"/>
              </a:rPr>
              <a:t>ー</a:t>
            </a:r>
            <a:r>
              <a:rPr sz="1100" spc="145" dirty="0">
                <a:latin typeface="MS UI Gothic"/>
                <a:cs typeface="MS UI Gothic"/>
              </a:rPr>
              <a:t>ナ</a:t>
            </a:r>
            <a:r>
              <a:rPr sz="1100" spc="65" dirty="0">
                <a:latin typeface="MS UI Gothic"/>
                <a:cs typeface="MS UI Gothic"/>
              </a:rPr>
              <a:t>シ</a:t>
            </a:r>
            <a:r>
              <a:rPr sz="1100" spc="340" dirty="0">
                <a:latin typeface="MS UI Gothic"/>
                <a:cs typeface="MS UI Gothic"/>
              </a:rPr>
              <a:t>ョ</a:t>
            </a:r>
            <a:r>
              <a:rPr sz="1100" spc="145" dirty="0">
                <a:latin typeface="MS UI Gothic"/>
                <a:cs typeface="MS UI Gothic"/>
              </a:rPr>
              <a:t>ナ</a:t>
            </a:r>
            <a:r>
              <a:rPr sz="1100" spc="180" dirty="0">
                <a:latin typeface="MS UI Gothic"/>
                <a:cs typeface="MS UI Gothic"/>
              </a:rPr>
              <a:t>ル</a:t>
            </a:r>
            <a:endParaRPr sz="1100">
              <a:latin typeface="MS UI Gothic"/>
              <a:cs typeface="MS UI Gothic"/>
            </a:endParaRPr>
          </a:p>
        </p:txBody>
      </p:sp>
      <p:sp>
        <p:nvSpPr>
          <p:cNvPr id="63" name="Text Box 31">
            <a:extLst>
              <a:ext uri="{FF2B5EF4-FFF2-40B4-BE49-F238E27FC236}">
                <a16:creationId xmlns:a16="http://schemas.microsoft.com/office/drawing/2014/main" id="{88D764BA-9A58-BB85-6733-BCFA4AD39FE5}"/>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18</a:t>
            </a:fld>
            <a:r>
              <a:rPr lang="ja-JP" altLang="en-US" sz="1050" dirty="0">
                <a:latin typeface="Helvetica" pitchFamily="34" charset="0"/>
                <a:ea typeface="中ゴシックBBB" pitchFamily="49" charset="-128"/>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6334" y="6722770"/>
            <a:ext cx="1945005" cy="132080"/>
          </a:xfrm>
          <a:prstGeom prst="rect">
            <a:avLst/>
          </a:prstGeom>
        </p:spPr>
        <p:txBody>
          <a:bodyPr vert="horz" wrap="square" lIns="0" tIns="12065" rIns="0" bIns="0" rtlCol="0">
            <a:spAutoFit/>
          </a:bodyPr>
          <a:lstStyle/>
          <a:p>
            <a:pPr marL="12700">
              <a:lnSpc>
                <a:spcPct val="100000"/>
              </a:lnSpc>
              <a:spcBef>
                <a:spcPts val="95"/>
              </a:spcBef>
            </a:pPr>
            <a:r>
              <a:rPr sz="700" spc="-10" dirty="0">
                <a:latin typeface="Calibri"/>
                <a:cs typeface="Calibri"/>
              </a:rPr>
              <a:t>Copyright(C)</a:t>
            </a:r>
            <a:r>
              <a:rPr sz="700" spc="40" dirty="0">
                <a:latin typeface="Calibri"/>
                <a:cs typeface="Calibri"/>
              </a:rPr>
              <a:t> </a:t>
            </a:r>
            <a:r>
              <a:rPr sz="700" spc="-5" dirty="0">
                <a:latin typeface="Calibri"/>
                <a:cs typeface="Calibri"/>
              </a:rPr>
              <a:t>MMInternational</a:t>
            </a:r>
            <a:r>
              <a:rPr sz="700" spc="60" dirty="0">
                <a:latin typeface="Calibri"/>
                <a:cs typeface="Calibri"/>
              </a:rPr>
              <a:t> </a:t>
            </a:r>
            <a:r>
              <a:rPr sz="700" spc="-5" dirty="0">
                <a:latin typeface="Calibri"/>
                <a:cs typeface="Calibri"/>
              </a:rPr>
              <a:t>Inc.</a:t>
            </a:r>
            <a:r>
              <a:rPr sz="700" dirty="0">
                <a:latin typeface="Calibri"/>
                <a:cs typeface="Calibri"/>
              </a:rPr>
              <a:t> </a:t>
            </a:r>
            <a:r>
              <a:rPr sz="700" spc="-5" dirty="0">
                <a:latin typeface="Calibri"/>
                <a:cs typeface="Calibri"/>
              </a:rPr>
              <a:t>All</a:t>
            </a:r>
            <a:r>
              <a:rPr sz="700" spc="10" dirty="0">
                <a:latin typeface="Calibri"/>
                <a:cs typeface="Calibri"/>
              </a:rPr>
              <a:t> </a:t>
            </a:r>
            <a:r>
              <a:rPr sz="700" spc="-10" dirty="0">
                <a:latin typeface="Calibri"/>
                <a:cs typeface="Calibri"/>
              </a:rPr>
              <a:t>rights</a:t>
            </a:r>
            <a:r>
              <a:rPr sz="700" spc="35" dirty="0">
                <a:latin typeface="Calibri"/>
                <a:cs typeface="Calibri"/>
              </a:rPr>
              <a:t> </a:t>
            </a:r>
            <a:r>
              <a:rPr sz="700" spc="-5" dirty="0">
                <a:latin typeface="Calibri"/>
                <a:cs typeface="Calibri"/>
              </a:rPr>
              <a:t>reserved</a:t>
            </a:r>
            <a:endParaRPr sz="700">
              <a:latin typeface="Calibri"/>
              <a:cs typeface="Calibri"/>
            </a:endParaRPr>
          </a:p>
        </p:txBody>
      </p:sp>
      <p:sp>
        <p:nvSpPr>
          <p:cNvPr id="3" name="object 3"/>
          <p:cNvSpPr/>
          <p:nvPr/>
        </p:nvSpPr>
        <p:spPr>
          <a:xfrm>
            <a:off x="0" y="6693407"/>
            <a:ext cx="9144000" cy="0"/>
          </a:xfrm>
          <a:custGeom>
            <a:avLst/>
            <a:gdLst/>
            <a:ahLst/>
            <a:cxnLst/>
            <a:rect l="l" t="t" r="r" b="b"/>
            <a:pathLst>
              <a:path w="9144000">
                <a:moveTo>
                  <a:pt x="0" y="0"/>
                </a:moveTo>
                <a:lnTo>
                  <a:pt x="9144000" y="0"/>
                </a:lnTo>
              </a:path>
            </a:pathLst>
          </a:custGeom>
          <a:ln w="9525">
            <a:solidFill>
              <a:srgbClr val="FF0000"/>
            </a:solidFill>
          </a:ln>
        </p:spPr>
        <p:txBody>
          <a:bodyPr wrap="square" lIns="0" tIns="0" rIns="0" bIns="0" rtlCol="0"/>
          <a:lstStyle/>
          <a:p>
            <a:endParaRPr/>
          </a:p>
        </p:txBody>
      </p:sp>
      <p:grpSp>
        <p:nvGrpSpPr>
          <p:cNvPr id="4" name="object 4"/>
          <p:cNvGrpSpPr/>
          <p:nvPr/>
        </p:nvGrpSpPr>
        <p:grpSpPr>
          <a:xfrm>
            <a:off x="-11937" y="414527"/>
            <a:ext cx="9169400" cy="426720"/>
            <a:chOff x="-11937" y="414527"/>
            <a:chExt cx="9169400" cy="426720"/>
          </a:xfrm>
        </p:grpSpPr>
        <p:sp>
          <p:nvSpPr>
            <p:cNvPr id="5" name="object 5"/>
            <p:cNvSpPr/>
            <p:nvPr/>
          </p:nvSpPr>
          <p:spPr>
            <a:xfrm>
              <a:off x="762" y="782573"/>
              <a:ext cx="9144000" cy="45720"/>
            </a:xfrm>
            <a:custGeom>
              <a:avLst/>
              <a:gdLst/>
              <a:ahLst/>
              <a:cxnLst/>
              <a:rect l="l" t="t" r="r" b="b"/>
              <a:pathLst>
                <a:path w="9144000" h="45719">
                  <a:moveTo>
                    <a:pt x="9144000" y="0"/>
                  </a:moveTo>
                  <a:lnTo>
                    <a:pt x="0" y="0"/>
                  </a:lnTo>
                  <a:lnTo>
                    <a:pt x="0" y="45720"/>
                  </a:lnTo>
                  <a:lnTo>
                    <a:pt x="9144000" y="45720"/>
                  </a:lnTo>
                  <a:lnTo>
                    <a:pt x="9144000" y="0"/>
                  </a:lnTo>
                  <a:close/>
                </a:path>
              </a:pathLst>
            </a:custGeom>
            <a:solidFill>
              <a:srgbClr val="7E7E7E"/>
            </a:solidFill>
          </p:spPr>
          <p:txBody>
            <a:bodyPr wrap="square" lIns="0" tIns="0" rIns="0" bIns="0" rtlCol="0"/>
            <a:lstStyle/>
            <a:p>
              <a:endParaRPr/>
            </a:p>
          </p:txBody>
        </p:sp>
        <p:sp>
          <p:nvSpPr>
            <p:cNvPr id="6" name="object 6"/>
            <p:cNvSpPr/>
            <p:nvPr/>
          </p:nvSpPr>
          <p:spPr>
            <a:xfrm>
              <a:off x="762" y="782573"/>
              <a:ext cx="9144000" cy="45720"/>
            </a:xfrm>
            <a:custGeom>
              <a:avLst/>
              <a:gdLst/>
              <a:ahLst/>
              <a:cxnLst/>
              <a:rect l="l" t="t" r="r" b="b"/>
              <a:pathLst>
                <a:path w="9144000" h="45719">
                  <a:moveTo>
                    <a:pt x="0" y="45720"/>
                  </a:moveTo>
                  <a:lnTo>
                    <a:pt x="9144000" y="45720"/>
                  </a:lnTo>
                  <a:lnTo>
                    <a:pt x="9144000" y="0"/>
                  </a:lnTo>
                  <a:lnTo>
                    <a:pt x="0" y="0"/>
                  </a:lnTo>
                  <a:lnTo>
                    <a:pt x="0" y="45720"/>
                  </a:lnTo>
                  <a:close/>
                </a:path>
              </a:pathLst>
            </a:custGeom>
            <a:ln w="25400">
              <a:solidFill>
                <a:srgbClr val="7E7E7E"/>
              </a:solidFill>
            </a:ln>
          </p:spPr>
          <p:txBody>
            <a:bodyPr wrap="square" lIns="0" tIns="0" rIns="0" bIns="0" rtlCol="0"/>
            <a:lstStyle/>
            <a:p>
              <a:endParaRPr/>
            </a:p>
          </p:txBody>
        </p:sp>
        <p:sp>
          <p:nvSpPr>
            <p:cNvPr id="7" name="object 7"/>
            <p:cNvSpPr/>
            <p:nvPr/>
          </p:nvSpPr>
          <p:spPr>
            <a:xfrm>
              <a:off x="762" y="724661"/>
              <a:ext cx="9144000" cy="45720"/>
            </a:xfrm>
            <a:custGeom>
              <a:avLst/>
              <a:gdLst/>
              <a:ahLst/>
              <a:cxnLst/>
              <a:rect l="l" t="t" r="r" b="b"/>
              <a:pathLst>
                <a:path w="9144000" h="45720">
                  <a:moveTo>
                    <a:pt x="9144000" y="0"/>
                  </a:moveTo>
                  <a:lnTo>
                    <a:pt x="0" y="0"/>
                  </a:lnTo>
                  <a:lnTo>
                    <a:pt x="0" y="45720"/>
                  </a:lnTo>
                  <a:lnTo>
                    <a:pt x="9144000" y="45720"/>
                  </a:lnTo>
                  <a:lnTo>
                    <a:pt x="9144000" y="0"/>
                  </a:lnTo>
                  <a:close/>
                </a:path>
              </a:pathLst>
            </a:custGeom>
            <a:solidFill>
              <a:srgbClr val="FF0000"/>
            </a:solidFill>
          </p:spPr>
          <p:txBody>
            <a:bodyPr wrap="square" lIns="0" tIns="0" rIns="0" bIns="0" rtlCol="0"/>
            <a:lstStyle/>
            <a:p>
              <a:endParaRPr/>
            </a:p>
          </p:txBody>
        </p:sp>
        <p:sp>
          <p:nvSpPr>
            <p:cNvPr id="8" name="object 8"/>
            <p:cNvSpPr/>
            <p:nvPr/>
          </p:nvSpPr>
          <p:spPr>
            <a:xfrm>
              <a:off x="762" y="724661"/>
              <a:ext cx="9144000" cy="45720"/>
            </a:xfrm>
            <a:custGeom>
              <a:avLst/>
              <a:gdLst/>
              <a:ahLst/>
              <a:cxnLst/>
              <a:rect l="l" t="t" r="r" b="b"/>
              <a:pathLst>
                <a:path w="9144000" h="45720">
                  <a:moveTo>
                    <a:pt x="0" y="45720"/>
                  </a:moveTo>
                  <a:lnTo>
                    <a:pt x="9144000" y="45720"/>
                  </a:lnTo>
                  <a:lnTo>
                    <a:pt x="9144000" y="0"/>
                  </a:lnTo>
                  <a:lnTo>
                    <a:pt x="0" y="0"/>
                  </a:lnTo>
                  <a:lnTo>
                    <a:pt x="0" y="45720"/>
                  </a:lnTo>
                  <a:close/>
                </a:path>
              </a:pathLst>
            </a:custGeom>
            <a:ln w="25400">
              <a:solidFill>
                <a:srgbClr val="FF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8378952" y="414527"/>
              <a:ext cx="713231" cy="262127"/>
            </a:xfrm>
            <a:prstGeom prst="rect">
              <a:avLst/>
            </a:prstGeom>
          </p:spPr>
        </p:pic>
      </p:grpSp>
      <p:graphicFrame>
        <p:nvGraphicFramePr>
          <p:cNvPr id="10" name="object 10"/>
          <p:cNvGraphicFramePr>
            <a:graphicFrameLocks noGrp="1"/>
          </p:cNvGraphicFramePr>
          <p:nvPr/>
        </p:nvGraphicFramePr>
        <p:xfrm>
          <a:off x="63627" y="1336103"/>
          <a:ext cx="8939525" cy="2026153"/>
        </p:xfrm>
        <a:graphic>
          <a:graphicData uri="http://schemas.openxmlformats.org/drawingml/2006/table">
            <a:tbl>
              <a:tblPr firstRow="1" bandRow="1">
                <a:tableStyleId>{2D5ABB26-0587-4C30-8999-92F81FD0307C}</a:tableStyleId>
              </a:tblPr>
              <a:tblGrid>
                <a:gridCol w="375285">
                  <a:extLst>
                    <a:ext uri="{9D8B030D-6E8A-4147-A177-3AD203B41FA5}">
                      <a16:colId xmlns:a16="http://schemas.microsoft.com/office/drawing/2014/main" val="20000"/>
                    </a:ext>
                  </a:extLst>
                </a:gridCol>
                <a:gridCol w="1579880">
                  <a:extLst>
                    <a:ext uri="{9D8B030D-6E8A-4147-A177-3AD203B41FA5}">
                      <a16:colId xmlns:a16="http://schemas.microsoft.com/office/drawing/2014/main" val="20001"/>
                    </a:ext>
                  </a:extLst>
                </a:gridCol>
                <a:gridCol w="425450">
                  <a:extLst>
                    <a:ext uri="{9D8B030D-6E8A-4147-A177-3AD203B41FA5}">
                      <a16:colId xmlns:a16="http://schemas.microsoft.com/office/drawing/2014/main" val="20002"/>
                    </a:ext>
                  </a:extLst>
                </a:gridCol>
                <a:gridCol w="432434">
                  <a:extLst>
                    <a:ext uri="{9D8B030D-6E8A-4147-A177-3AD203B41FA5}">
                      <a16:colId xmlns:a16="http://schemas.microsoft.com/office/drawing/2014/main" val="20003"/>
                    </a:ext>
                  </a:extLst>
                </a:gridCol>
                <a:gridCol w="436880">
                  <a:extLst>
                    <a:ext uri="{9D8B030D-6E8A-4147-A177-3AD203B41FA5}">
                      <a16:colId xmlns:a16="http://schemas.microsoft.com/office/drawing/2014/main" val="20004"/>
                    </a:ext>
                  </a:extLst>
                </a:gridCol>
                <a:gridCol w="436880">
                  <a:extLst>
                    <a:ext uri="{9D8B030D-6E8A-4147-A177-3AD203B41FA5}">
                      <a16:colId xmlns:a16="http://schemas.microsoft.com/office/drawing/2014/main" val="20005"/>
                    </a:ext>
                  </a:extLst>
                </a:gridCol>
                <a:gridCol w="422275">
                  <a:extLst>
                    <a:ext uri="{9D8B030D-6E8A-4147-A177-3AD203B41FA5}">
                      <a16:colId xmlns:a16="http://schemas.microsoft.com/office/drawing/2014/main" val="20006"/>
                    </a:ext>
                  </a:extLst>
                </a:gridCol>
                <a:gridCol w="434339">
                  <a:extLst>
                    <a:ext uri="{9D8B030D-6E8A-4147-A177-3AD203B41FA5}">
                      <a16:colId xmlns:a16="http://schemas.microsoft.com/office/drawing/2014/main" val="20007"/>
                    </a:ext>
                  </a:extLst>
                </a:gridCol>
                <a:gridCol w="554989">
                  <a:extLst>
                    <a:ext uri="{9D8B030D-6E8A-4147-A177-3AD203B41FA5}">
                      <a16:colId xmlns:a16="http://schemas.microsoft.com/office/drawing/2014/main" val="20008"/>
                    </a:ext>
                  </a:extLst>
                </a:gridCol>
                <a:gridCol w="481329">
                  <a:extLst>
                    <a:ext uri="{9D8B030D-6E8A-4147-A177-3AD203B41FA5}">
                      <a16:colId xmlns:a16="http://schemas.microsoft.com/office/drawing/2014/main" val="20009"/>
                    </a:ext>
                  </a:extLst>
                </a:gridCol>
                <a:gridCol w="436245">
                  <a:extLst>
                    <a:ext uri="{9D8B030D-6E8A-4147-A177-3AD203B41FA5}">
                      <a16:colId xmlns:a16="http://schemas.microsoft.com/office/drawing/2014/main" val="20010"/>
                    </a:ext>
                  </a:extLst>
                </a:gridCol>
                <a:gridCol w="436245">
                  <a:extLst>
                    <a:ext uri="{9D8B030D-6E8A-4147-A177-3AD203B41FA5}">
                      <a16:colId xmlns:a16="http://schemas.microsoft.com/office/drawing/2014/main" val="20011"/>
                    </a:ext>
                  </a:extLst>
                </a:gridCol>
                <a:gridCol w="493394">
                  <a:extLst>
                    <a:ext uri="{9D8B030D-6E8A-4147-A177-3AD203B41FA5}">
                      <a16:colId xmlns:a16="http://schemas.microsoft.com/office/drawing/2014/main" val="20012"/>
                    </a:ext>
                  </a:extLst>
                </a:gridCol>
                <a:gridCol w="493395">
                  <a:extLst>
                    <a:ext uri="{9D8B030D-6E8A-4147-A177-3AD203B41FA5}">
                      <a16:colId xmlns:a16="http://schemas.microsoft.com/office/drawing/2014/main" val="20013"/>
                    </a:ext>
                  </a:extLst>
                </a:gridCol>
                <a:gridCol w="476250">
                  <a:extLst>
                    <a:ext uri="{9D8B030D-6E8A-4147-A177-3AD203B41FA5}">
                      <a16:colId xmlns:a16="http://schemas.microsoft.com/office/drawing/2014/main" val="20014"/>
                    </a:ext>
                  </a:extLst>
                </a:gridCol>
                <a:gridCol w="507365">
                  <a:extLst>
                    <a:ext uri="{9D8B030D-6E8A-4147-A177-3AD203B41FA5}">
                      <a16:colId xmlns:a16="http://schemas.microsoft.com/office/drawing/2014/main" val="20015"/>
                    </a:ext>
                  </a:extLst>
                </a:gridCol>
                <a:gridCol w="516890">
                  <a:extLst>
                    <a:ext uri="{9D8B030D-6E8A-4147-A177-3AD203B41FA5}">
                      <a16:colId xmlns:a16="http://schemas.microsoft.com/office/drawing/2014/main" val="20016"/>
                    </a:ext>
                  </a:extLst>
                </a:gridCol>
              </a:tblGrid>
              <a:tr h="145376">
                <a:tc gridSpan="2">
                  <a:txBody>
                    <a:bodyPr/>
                    <a:lstStyle/>
                    <a:p>
                      <a:pPr>
                        <a:lnSpc>
                          <a:spcPct val="100000"/>
                        </a:lnSpc>
                      </a:pPr>
                      <a:endParaRPr sz="800">
                        <a:latin typeface="Times New Roman"/>
                        <a:cs typeface="Times New Roman"/>
                      </a:endParaRPr>
                    </a:p>
                  </a:txBody>
                  <a:tcPr marL="0" marR="0" marT="0" marB="0">
                    <a:lnL w="19050">
                      <a:solidFill>
                        <a:srgbClr val="000000"/>
                      </a:solidFill>
                      <a:prstDash val="solid"/>
                    </a:lnL>
                    <a:lnR w="9525">
                      <a:solidFill>
                        <a:srgbClr val="000000"/>
                      </a:solidFill>
                      <a:prstDash val="solid"/>
                    </a:lnR>
                    <a:lnT w="19050">
                      <a:solidFill>
                        <a:srgbClr val="000000"/>
                      </a:solidFill>
                      <a:prstDash val="solid"/>
                    </a:lnT>
                    <a:lnB w="9525">
                      <a:solidFill>
                        <a:srgbClr val="000000"/>
                      </a:solidFill>
                      <a:prstDash val="solid"/>
                    </a:lnB>
                    <a:solidFill>
                      <a:srgbClr val="FCE9D9"/>
                    </a:solidFill>
                  </a:tcPr>
                </a:tc>
                <a:tc hMerge="1">
                  <a:txBody>
                    <a:bodyPr/>
                    <a:lstStyle/>
                    <a:p>
                      <a:endParaRPr/>
                    </a:p>
                  </a:txBody>
                  <a:tcPr marL="0" marR="0" marT="0" marB="0"/>
                </a:tc>
                <a:tc>
                  <a:txBody>
                    <a:bodyPr/>
                    <a:lstStyle/>
                    <a:p>
                      <a:pPr marL="142240">
                        <a:lnSpc>
                          <a:spcPct val="100000"/>
                        </a:lnSpc>
                        <a:spcBef>
                          <a:spcPts val="280"/>
                        </a:spcBef>
                      </a:pPr>
                      <a:r>
                        <a:rPr sz="600" b="1" spc="55" dirty="0">
                          <a:latin typeface="Microsoft YaHei UI"/>
                          <a:cs typeface="Microsoft YaHei UI"/>
                        </a:rPr>
                        <a:t>4</a:t>
                      </a:r>
                      <a:r>
                        <a:rPr sz="600" b="1" spc="90" dirty="0">
                          <a:latin typeface="Microsoft YaHei UI"/>
                          <a:cs typeface="Microsoft YaHei UI"/>
                        </a:rPr>
                        <a:t>月</a:t>
                      </a:r>
                      <a:endParaRPr sz="600">
                        <a:latin typeface="Microsoft YaHei UI"/>
                        <a:cs typeface="Microsoft YaHei UI"/>
                      </a:endParaRPr>
                    </a:p>
                  </a:txBody>
                  <a:tcPr marL="0" marR="0" marT="35560" marB="0">
                    <a:lnL w="9525">
                      <a:solidFill>
                        <a:srgbClr val="000000"/>
                      </a:solidFill>
                      <a:prstDash val="solid"/>
                    </a:lnL>
                    <a:lnR w="6350">
                      <a:solidFill>
                        <a:srgbClr val="000000"/>
                      </a:solidFill>
                      <a:prstDash val="solid"/>
                    </a:lnR>
                    <a:lnT w="19050">
                      <a:solidFill>
                        <a:srgbClr val="000000"/>
                      </a:solidFill>
                      <a:prstDash val="solid"/>
                    </a:lnT>
                    <a:lnB w="9525">
                      <a:solidFill>
                        <a:srgbClr val="000000"/>
                      </a:solidFill>
                      <a:prstDash val="solid"/>
                    </a:lnB>
                    <a:solidFill>
                      <a:srgbClr val="DCE6F0"/>
                    </a:solidFill>
                  </a:tcPr>
                </a:tc>
                <a:tc>
                  <a:txBody>
                    <a:bodyPr/>
                    <a:lstStyle/>
                    <a:p>
                      <a:pPr algn="ctr">
                        <a:lnSpc>
                          <a:spcPct val="100000"/>
                        </a:lnSpc>
                        <a:spcBef>
                          <a:spcPts val="280"/>
                        </a:spcBef>
                      </a:pPr>
                      <a:r>
                        <a:rPr sz="600" b="1" spc="55" dirty="0">
                          <a:latin typeface="Microsoft YaHei UI"/>
                          <a:cs typeface="Microsoft YaHei UI"/>
                        </a:rPr>
                        <a:t>5</a:t>
                      </a:r>
                      <a:r>
                        <a:rPr sz="600" b="1" spc="90" dirty="0">
                          <a:latin typeface="Microsoft YaHei UI"/>
                          <a:cs typeface="Microsoft YaHei UI"/>
                        </a:rPr>
                        <a:t>月</a:t>
                      </a:r>
                      <a:endParaRPr sz="600">
                        <a:latin typeface="Microsoft YaHei UI"/>
                        <a:cs typeface="Microsoft YaHei UI"/>
                      </a:endParaRPr>
                    </a:p>
                  </a:txBody>
                  <a:tcPr marL="0" marR="0" marT="35560" marB="0">
                    <a:lnL w="6350">
                      <a:solidFill>
                        <a:srgbClr val="000000"/>
                      </a:solidFill>
                      <a:prstDash val="solid"/>
                    </a:lnL>
                    <a:lnR w="6350">
                      <a:solidFill>
                        <a:srgbClr val="000000"/>
                      </a:solidFill>
                      <a:prstDash val="solid"/>
                    </a:lnR>
                    <a:lnT w="19050">
                      <a:solidFill>
                        <a:srgbClr val="000000"/>
                      </a:solidFill>
                      <a:prstDash val="solid"/>
                    </a:lnT>
                    <a:lnB w="9525">
                      <a:solidFill>
                        <a:srgbClr val="000000"/>
                      </a:solidFill>
                      <a:prstDash val="solid"/>
                    </a:lnB>
                    <a:solidFill>
                      <a:srgbClr val="DCE6F0"/>
                    </a:solidFill>
                  </a:tcPr>
                </a:tc>
                <a:tc>
                  <a:txBody>
                    <a:bodyPr/>
                    <a:lstStyle/>
                    <a:p>
                      <a:pPr marL="149225">
                        <a:lnSpc>
                          <a:spcPct val="100000"/>
                        </a:lnSpc>
                        <a:spcBef>
                          <a:spcPts val="280"/>
                        </a:spcBef>
                      </a:pPr>
                      <a:r>
                        <a:rPr sz="600" b="1" spc="55" dirty="0">
                          <a:latin typeface="Microsoft YaHei UI"/>
                          <a:cs typeface="Microsoft YaHei UI"/>
                        </a:rPr>
                        <a:t>6</a:t>
                      </a:r>
                      <a:r>
                        <a:rPr sz="600" b="1" spc="90" dirty="0">
                          <a:latin typeface="Microsoft YaHei UI"/>
                          <a:cs typeface="Microsoft YaHei UI"/>
                        </a:rPr>
                        <a:t>月</a:t>
                      </a:r>
                      <a:endParaRPr sz="600">
                        <a:latin typeface="Microsoft YaHei UI"/>
                        <a:cs typeface="Microsoft YaHei UI"/>
                      </a:endParaRPr>
                    </a:p>
                  </a:txBody>
                  <a:tcPr marL="0" marR="0" marT="35560" marB="0">
                    <a:lnL w="6350">
                      <a:solidFill>
                        <a:srgbClr val="000000"/>
                      </a:solidFill>
                      <a:prstDash val="solid"/>
                    </a:lnL>
                    <a:lnR w="6350">
                      <a:solidFill>
                        <a:srgbClr val="000000"/>
                      </a:solidFill>
                      <a:prstDash val="solid"/>
                    </a:lnR>
                    <a:lnT w="19050">
                      <a:solidFill>
                        <a:srgbClr val="000000"/>
                      </a:solidFill>
                      <a:prstDash val="solid"/>
                    </a:lnT>
                    <a:lnB w="9525">
                      <a:solidFill>
                        <a:srgbClr val="000000"/>
                      </a:solidFill>
                      <a:prstDash val="solid"/>
                    </a:lnB>
                    <a:solidFill>
                      <a:srgbClr val="DCE6F0"/>
                    </a:solidFill>
                  </a:tcPr>
                </a:tc>
                <a:tc>
                  <a:txBody>
                    <a:bodyPr/>
                    <a:lstStyle/>
                    <a:p>
                      <a:pPr marL="149225">
                        <a:lnSpc>
                          <a:spcPct val="100000"/>
                        </a:lnSpc>
                        <a:spcBef>
                          <a:spcPts val="280"/>
                        </a:spcBef>
                      </a:pPr>
                      <a:r>
                        <a:rPr sz="600" b="1" spc="55" dirty="0">
                          <a:latin typeface="Microsoft YaHei UI"/>
                          <a:cs typeface="Microsoft YaHei UI"/>
                        </a:rPr>
                        <a:t>7</a:t>
                      </a:r>
                      <a:r>
                        <a:rPr sz="600" b="1" spc="90" dirty="0">
                          <a:latin typeface="Microsoft YaHei UI"/>
                          <a:cs typeface="Microsoft YaHei UI"/>
                        </a:rPr>
                        <a:t>月</a:t>
                      </a:r>
                      <a:endParaRPr sz="600">
                        <a:latin typeface="Microsoft YaHei UI"/>
                        <a:cs typeface="Microsoft YaHei UI"/>
                      </a:endParaRPr>
                    </a:p>
                  </a:txBody>
                  <a:tcPr marL="0" marR="0" marT="35560" marB="0">
                    <a:lnL w="6350">
                      <a:solidFill>
                        <a:srgbClr val="000000"/>
                      </a:solidFill>
                      <a:prstDash val="solid"/>
                    </a:lnL>
                    <a:lnR w="6350">
                      <a:solidFill>
                        <a:srgbClr val="000000"/>
                      </a:solidFill>
                      <a:prstDash val="solid"/>
                    </a:lnR>
                    <a:lnT w="19050">
                      <a:solidFill>
                        <a:srgbClr val="000000"/>
                      </a:solidFill>
                      <a:prstDash val="solid"/>
                    </a:lnT>
                    <a:lnB w="9525">
                      <a:solidFill>
                        <a:srgbClr val="000000"/>
                      </a:solidFill>
                      <a:prstDash val="solid"/>
                    </a:lnB>
                    <a:solidFill>
                      <a:srgbClr val="DCE6F0"/>
                    </a:solidFill>
                  </a:tcPr>
                </a:tc>
                <a:tc>
                  <a:txBody>
                    <a:bodyPr/>
                    <a:lstStyle/>
                    <a:p>
                      <a:pPr marL="139700">
                        <a:lnSpc>
                          <a:spcPct val="100000"/>
                        </a:lnSpc>
                        <a:spcBef>
                          <a:spcPts val="280"/>
                        </a:spcBef>
                      </a:pPr>
                      <a:r>
                        <a:rPr sz="600" b="1" spc="55" dirty="0">
                          <a:latin typeface="Microsoft YaHei UI"/>
                          <a:cs typeface="Microsoft YaHei UI"/>
                        </a:rPr>
                        <a:t>8</a:t>
                      </a:r>
                      <a:r>
                        <a:rPr sz="600" b="1" spc="90" dirty="0">
                          <a:latin typeface="Microsoft YaHei UI"/>
                          <a:cs typeface="Microsoft YaHei UI"/>
                        </a:rPr>
                        <a:t>月</a:t>
                      </a:r>
                      <a:endParaRPr sz="600">
                        <a:latin typeface="Microsoft YaHei UI"/>
                        <a:cs typeface="Microsoft YaHei UI"/>
                      </a:endParaRPr>
                    </a:p>
                  </a:txBody>
                  <a:tcPr marL="0" marR="0" marT="35560" marB="0">
                    <a:lnL w="6350">
                      <a:solidFill>
                        <a:srgbClr val="000000"/>
                      </a:solidFill>
                      <a:prstDash val="solid"/>
                    </a:lnL>
                    <a:lnR w="6350">
                      <a:solidFill>
                        <a:srgbClr val="000000"/>
                      </a:solidFill>
                      <a:prstDash val="solid"/>
                    </a:lnR>
                    <a:lnT w="19050">
                      <a:solidFill>
                        <a:srgbClr val="000000"/>
                      </a:solidFill>
                      <a:prstDash val="solid"/>
                    </a:lnT>
                    <a:lnB w="9525">
                      <a:solidFill>
                        <a:srgbClr val="000000"/>
                      </a:solidFill>
                      <a:prstDash val="solid"/>
                    </a:lnB>
                    <a:solidFill>
                      <a:srgbClr val="DCE6F0"/>
                    </a:solidFill>
                  </a:tcPr>
                </a:tc>
                <a:tc>
                  <a:txBody>
                    <a:bodyPr/>
                    <a:lstStyle/>
                    <a:p>
                      <a:pPr marL="149225">
                        <a:lnSpc>
                          <a:spcPct val="100000"/>
                        </a:lnSpc>
                        <a:spcBef>
                          <a:spcPts val="280"/>
                        </a:spcBef>
                      </a:pPr>
                      <a:r>
                        <a:rPr sz="600" b="1" spc="55" dirty="0">
                          <a:latin typeface="Microsoft YaHei UI"/>
                          <a:cs typeface="Microsoft YaHei UI"/>
                        </a:rPr>
                        <a:t>9</a:t>
                      </a:r>
                      <a:r>
                        <a:rPr sz="600" b="1" spc="90" dirty="0">
                          <a:latin typeface="Microsoft YaHei UI"/>
                          <a:cs typeface="Microsoft YaHei UI"/>
                        </a:rPr>
                        <a:t>月</a:t>
                      </a:r>
                      <a:endParaRPr sz="600">
                        <a:latin typeface="Microsoft YaHei UI"/>
                        <a:cs typeface="Microsoft YaHei UI"/>
                      </a:endParaRPr>
                    </a:p>
                  </a:txBody>
                  <a:tcPr marL="0" marR="0" marT="35560" marB="0">
                    <a:lnL w="6350">
                      <a:solidFill>
                        <a:srgbClr val="000000"/>
                      </a:solidFill>
                      <a:prstDash val="solid"/>
                    </a:lnL>
                    <a:lnR w="9525">
                      <a:solidFill>
                        <a:srgbClr val="000000"/>
                      </a:solidFill>
                      <a:prstDash val="solid"/>
                    </a:lnR>
                    <a:lnT w="19050">
                      <a:solidFill>
                        <a:srgbClr val="000000"/>
                      </a:solidFill>
                      <a:prstDash val="solid"/>
                    </a:lnT>
                    <a:lnB w="9525">
                      <a:solidFill>
                        <a:srgbClr val="000000"/>
                      </a:solidFill>
                      <a:prstDash val="solid"/>
                    </a:lnB>
                    <a:solidFill>
                      <a:srgbClr val="DCE6F0"/>
                    </a:solidFill>
                  </a:tcPr>
                </a:tc>
                <a:tc>
                  <a:txBody>
                    <a:bodyPr/>
                    <a:lstStyle/>
                    <a:p>
                      <a:pPr marL="4445" algn="ctr">
                        <a:lnSpc>
                          <a:spcPct val="100000"/>
                        </a:lnSpc>
                        <a:spcBef>
                          <a:spcPts val="280"/>
                        </a:spcBef>
                      </a:pPr>
                      <a:r>
                        <a:rPr sz="600" b="1" spc="-5" dirty="0">
                          <a:solidFill>
                            <a:srgbClr val="0033CC"/>
                          </a:solidFill>
                          <a:latin typeface="Microsoft YaHei UI"/>
                          <a:cs typeface="Microsoft YaHei UI"/>
                        </a:rPr>
                        <a:t>上期</a:t>
                      </a:r>
                      <a:endParaRPr sz="600">
                        <a:latin typeface="Microsoft YaHei UI"/>
                        <a:cs typeface="Microsoft YaHei UI"/>
                      </a:endParaRPr>
                    </a:p>
                  </a:txBody>
                  <a:tcPr marL="0" marR="0" marT="35560" marB="0">
                    <a:lnL w="9525">
                      <a:solidFill>
                        <a:srgbClr val="000000"/>
                      </a:solidFill>
                      <a:prstDash val="solid"/>
                    </a:lnL>
                    <a:lnR w="9525">
                      <a:solidFill>
                        <a:srgbClr val="000000"/>
                      </a:solidFill>
                      <a:prstDash val="solid"/>
                    </a:lnR>
                    <a:lnT w="19050">
                      <a:solidFill>
                        <a:srgbClr val="000000"/>
                      </a:solidFill>
                      <a:prstDash val="solid"/>
                    </a:lnT>
                    <a:lnB w="9525">
                      <a:solidFill>
                        <a:srgbClr val="000000"/>
                      </a:solidFill>
                      <a:prstDash val="solid"/>
                    </a:lnB>
                    <a:solidFill>
                      <a:srgbClr val="DCE6F0"/>
                    </a:solidFill>
                  </a:tcPr>
                </a:tc>
                <a:tc>
                  <a:txBody>
                    <a:bodyPr/>
                    <a:lstStyle/>
                    <a:p>
                      <a:pPr marL="147320">
                        <a:lnSpc>
                          <a:spcPct val="100000"/>
                        </a:lnSpc>
                        <a:spcBef>
                          <a:spcPts val="280"/>
                        </a:spcBef>
                      </a:pPr>
                      <a:r>
                        <a:rPr sz="600" b="1" spc="45" dirty="0">
                          <a:latin typeface="Microsoft YaHei UI"/>
                          <a:cs typeface="Microsoft YaHei UI"/>
                        </a:rPr>
                        <a:t>10</a:t>
                      </a:r>
                      <a:r>
                        <a:rPr sz="600" b="1" spc="90" dirty="0">
                          <a:latin typeface="Microsoft YaHei UI"/>
                          <a:cs typeface="Microsoft YaHei UI"/>
                        </a:rPr>
                        <a:t>月</a:t>
                      </a:r>
                      <a:endParaRPr sz="600">
                        <a:latin typeface="Microsoft YaHei UI"/>
                        <a:cs typeface="Microsoft YaHei UI"/>
                      </a:endParaRPr>
                    </a:p>
                  </a:txBody>
                  <a:tcPr marL="0" marR="0" marT="35560" marB="0">
                    <a:lnL w="9525">
                      <a:solidFill>
                        <a:srgbClr val="000000"/>
                      </a:solidFill>
                      <a:prstDash val="solid"/>
                    </a:lnL>
                    <a:lnR w="6350">
                      <a:solidFill>
                        <a:srgbClr val="000000"/>
                      </a:solidFill>
                      <a:prstDash val="solid"/>
                    </a:lnR>
                    <a:lnT w="19050">
                      <a:solidFill>
                        <a:srgbClr val="000000"/>
                      </a:solidFill>
                      <a:prstDash val="solid"/>
                    </a:lnT>
                    <a:lnB w="9525">
                      <a:solidFill>
                        <a:srgbClr val="000000"/>
                      </a:solidFill>
                      <a:prstDash val="solid"/>
                    </a:lnB>
                    <a:solidFill>
                      <a:srgbClr val="DCE6F0"/>
                    </a:solidFill>
                  </a:tcPr>
                </a:tc>
                <a:tc>
                  <a:txBody>
                    <a:bodyPr/>
                    <a:lstStyle/>
                    <a:p>
                      <a:pPr marL="125730">
                        <a:lnSpc>
                          <a:spcPct val="100000"/>
                        </a:lnSpc>
                        <a:spcBef>
                          <a:spcPts val="280"/>
                        </a:spcBef>
                      </a:pPr>
                      <a:r>
                        <a:rPr sz="600" b="1" spc="30" dirty="0">
                          <a:latin typeface="Microsoft YaHei UI"/>
                          <a:cs typeface="Microsoft YaHei UI"/>
                        </a:rPr>
                        <a:t>11</a:t>
                      </a:r>
                      <a:r>
                        <a:rPr sz="600" b="1" spc="45" dirty="0">
                          <a:latin typeface="Microsoft YaHei UI"/>
                          <a:cs typeface="Microsoft YaHei UI"/>
                        </a:rPr>
                        <a:t>月</a:t>
                      </a:r>
                      <a:endParaRPr sz="600">
                        <a:latin typeface="Microsoft YaHei UI"/>
                        <a:cs typeface="Microsoft YaHei UI"/>
                      </a:endParaRPr>
                    </a:p>
                  </a:txBody>
                  <a:tcPr marL="0" marR="0" marT="35560" marB="0">
                    <a:lnL w="6350">
                      <a:solidFill>
                        <a:srgbClr val="000000"/>
                      </a:solidFill>
                      <a:prstDash val="solid"/>
                    </a:lnL>
                    <a:lnR w="6350">
                      <a:solidFill>
                        <a:srgbClr val="000000"/>
                      </a:solidFill>
                      <a:prstDash val="solid"/>
                    </a:lnR>
                    <a:lnT w="19050">
                      <a:solidFill>
                        <a:srgbClr val="000000"/>
                      </a:solidFill>
                      <a:prstDash val="solid"/>
                    </a:lnT>
                    <a:lnB w="9525">
                      <a:solidFill>
                        <a:srgbClr val="000000"/>
                      </a:solidFill>
                      <a:prstDash val="solid"/>
                    </a:lnB>
                    <a:solidFill>
                      <a:srgbClr val="DCE6F0"/>
                    </a:solidFill>
                  </a:tcPr>
                </a:tc>
                <a:tc>
                  <a:txBody>
                    <a:bodyPr/>
                    <a:lstStyle/>
                    <a:p>
                      <a:pPr marL="120650">
                        <a:lnSpc>
                          <a:spcPct val="100000"/>
                        </a:lnSpc>
                        <a:spcBef>
                          <a:spcPts val="280"/>
                        </a:spcBef>
                      </a:pPr>
                      <a:r>
                        <a:rPr sz="600" b="1" spc="45" dirty="0">
                          <a:latin typeface="Microsoft YaHei UI"/>
                          <a:cs typeface="Microsoft YaHei UI"/>
                        </a:rPr>
                        <a:t>12</a:t>
                      </a:r>
                      <a:r>
                        <a:rPr sz="600" b="1" spc="90" dirty="0">
                          <a:latin typeface="Microsoft YaHei UI"/>
                          <a:cs typeface="Microsoft YaHei UI"/>
                        </a:rPr>
                        <a:t>月</a:t>
                      </a:r>
                      <a:endParaRPr sz="600">
                        <a:latin typeface="Microsoft YaHei UI"/>
                        <a:cs typeface="Microsoft YaHei UI"/>
                      </a:endParaRPr>
                    </a:p>
                  </a:txBody>
                  <a:tcPr marL="0" marR="0" marT="35560" marB="0">
                    <a:lnL w="6350">
                      <a:solidFill>
                        <a:srgbClr val="000000"/>
                      </a:solidFill>
                      <a:prstDash val="solid"/>
                    </a:lnL>
                    <a:lnR w="6350">
                      <a:solidFill>
                        <a:srgbClr val="000000"/>
                      </a:solidFill>
                      <a:prstDash val="solid"/>
                    </a:lnR>
                    <a:lnT w="19050">
                      <a:solidFill>
                        <a:srgbClr val="000000"/>
                      </a:solidFill>
                      <a:prstDash val="solid"/>
                    </a:lnT>
                    <a:lnB w="9525">
                      <a:solidFill>
                        <a:srgbClr val="000000"/>
                      </a:solidFill>
                      <a:prstDash val="solid"/>
                    </a:lnB>
                    <a:solidFill>
                      <a:srgbClr val="DCE6F0"/>
                    </a:solidFill>
                  </a:tcPr>
                </a:tc>
                <a:tc>
                  <a:txBody>
                    <a:bodyPr/>
                    <a:lstStyle/>
                    <a:p>
                      <a:pPr marL="5715" algn="ctr">
                        <a:lnSpc>
                          <a:spcPct val="100000"/>
                        </a:lnSpc>
                        <a:spcBef>
                          <a:spcPts val="280"/>
                        </a:spcBef>
                      </a:pPr>
                      <a:r>
                        <a:rPr sz="600" b="1" spc="30" dirty="0">
                          <a:latin typeface="Microsoft YaHei UI"/>
                          <a:cs typeface="Microsoft YaHei UI"/>
                        </a:rPr>
                        <a:t>1</a:t>
                      </a:r>
                      <a:r>
                        <a:rPr sz="600" b="1" spc="45" dirty="0">
                          <a:latin typeface="Microsoft YaHei UI"/>
                          <a:cs typeface="Microsoft YaHei UI"/>
                        </a:rPr>
                        <a:t>月</a:t>
                      </a:r>
                      <a:endParaRPr sz="600">
                        <a:latin typeface="Microsoft YaHei UI"/>
                        <a:cs typeface="Microsoft YaHei UI"/>
                      </a:endParaRPr>
                    </a:p>
                  </a:txBody>
                  <a:tcPr marL="0" marR="0" marT="35560" marB="0">
                    <a:lnL w="6350">
                      <a:solidFill>
                        <a:srgbClr val="000000"/>
                      </a:solidFill>
                      <a:prstDash val="solid"/>
                    </a:lnL>
                    <a:lnR w="6350">
                      <a:solidFill>
                        <a:srgbClr val="000000"/>
                      </a:solidFill>
                      <a:prstDash val="solid"/>
                    </a:lnR>
                    <a:lnT w="19050">
                      <a:solidFill>
                        <a:srgbClr val="000000"/>
                      </a:solidFill>
                      <a:prstDash val="solid"/>
                    </a:lnT>
                    <a:lnB w="9525">
                      <a:solidFill>
                        <a:srgbClr val="000000"/>
                      </a:solidFill>
                      <a:prstDash val="solid"/>
                    </a:lnB>
                    <a:solidFill>
                      <a:srgbClr val="DCE6F0"/>
                    </a:solidFill>
                  </a:tcPr>
                </a:tc>
                <a:tc>
                  <a:txBody>
                    <a:bodyPr/>
                    <a:lstStyle/>
                    <a:p>
                      <a:pPr marL="5080" algn="ctr">
                        <a:lnSpc>
                          <a:spcPct val="100000"/>
                        </a:lnSpc>
                        <a:spcBef>
                          <a:spcPts val="280"/>
                        </a:spcBef>
                      </a:pPr>
                      <a:r>
                        <a:rPr sz="600" b="1" spc="55" dirty="0">
                          <a:latin typeface="Microsoft YaHei UI"/>
                          <a:cs typeface="Microsoft YaHei UI"/>
                        </a:rPr>
                        <a:t>2</a:t>
                      </a:r>
                      <a:r>
                        <a:rPr sz="600" b="1" spc="90" dirty="0">
                          <a:latin typeface="Microsoft YaHei UI"/>
                          <a:cs typeface="Microsoft YaHei UI"/>
                        </a:rPr>
                        <a:t>月</a:t>
                      </a:r>
                      <a:endParaRPr sz="600">
                        <a:latin typeface="Microsoft YaHei UI"/>
                        <a:cs typeface="Microsoft YaHei UI"/>
                      </a:endParaRPr>
                    </a:p>
                  </a:txBody>
                  <a:tcPr marL="0" marR="0" marT="35560" marB="0">
                    <a:lnL w="6350">
                      <a:solidFill>
                        <a:srgbClr val="000000"/>
                      </a:solidFill>
                      <a:prstDash val="solid"/>
                    </a:lnL>
                    <a:lnR w="6350">
                      <a:solidFill>
                        <a:srgbClr val="000000"/>
                      </a:solidFill>
                      <a:prstDash val="solid"/>
                    </a:lnR>
                    <a:lnT w="19050">
                      <a:solidFill>
                        <a:srgbClr val="000000"/>
                      </a:solidFill>
                      <a:prstDash val="solid"/>
                    </a:lnT>
                    <a:lnB w="9525">
                      <a:solidFill>
                        <a:srgbClr val="000000"/>
                      </a:solidFill>
                      <a:prstDash val="solid"/>
                    </a:lnB>
                    <a:solidFill>
                      <a:srgbClr val="DCE6F0"/>
                    </a:solidFill>
                  </a:tcPr>
                </a:tc>
                <a:tc>
                  <a:txBody>
                    <a:bodyPr/>
                    <a:lstStyle/>
                    <a:p>
                      <a:pPr marL="2540" algn="ctr">
                        <a:lnSpc>
                          <a:spcPct val="100000"/>
                        </a:lnSpc>
                        <a:spcBef>
                          <a:spcPts val="280"/>
                        </a:spcBef>
                      </a:pPr>
                      <a:r>
                        <a:rPr sz="600" b="1" spc="55" dirty="0">
                          <a:latin typeface="Microsoft YaHei UI"/>
                          <a:cs typeface="Microsoft YaHei UI"/>
                        </a:rPr>
                        <a:t>3</a:t>
                      </a:r>
                      <a:r>
                        <a:rPr sz="600" b="1" spc="90" dirty="0">
                          <a:latin typeface="Microsoft YaHei UI"/>
                          <a:cs typeface="Microsoft YaHei UI"/>
                        </a:rPr>
                        <a:t>月</a:t>
                      </a:r>
                      <a:endParaRPr sz="600">
                        <a:latin typeface="Microsoft YaHei UI"/>
                        <a:cs typeface="Microsoft YaHei UI"/>
                      </a:endParaRPr>
                    </a:p>
                  </a:txBody>
                  <a:tcPr marL="0" marR="0" marT="35560" marB="0">
                    <a:lnL w="6350">
                      <a:solidFill>
                        <a:srgbClr val="000000"/>
                      </a:solidFill>
                      <a:prstDash val="solid"/>
                    </a:lnL>
                    <a:lnR w="9525">
                      <a:solidFill>
                        <a:srgbClr val="000000"/>
                      </a:solidFill>
                      <a:prstDash val="solid"/>
                    </a:lnR>
                    <a:lnT w="19050">
                      <a:solidFill>
                        <a:srgbClr val="000000"/>
                      </a:solidFill>
                      <a:prstDash val="solid"/>
                    </a:lnT>
                    <a:lnB w="9525">
                      <a:solidFill>
                        <a:srgbClr val="000000"/>
                      </a:solidFill>
                      <a:prstDash val="solid"/>
                    </a:lnB>
                    <a:solidFill>
                      <a:srgbClr val="DCE6F0"/>
                    </a:solidFill>
                  </a:tcPr>
                </a:tc>
                <a:tc>
                  <a:txBody>
                    <a:bodyPr/>
                    <a:lstStyle/>
                    <a:p>
                      <a:pPr marL="4445" algn="ctr">
                        <a:lnSpc>
                          <a:spcPct val="100000"/>
                        </a:lnSpc>
                        <a:spcBef>
                          <a:spcPts val="280"/>
                        </a:spcBef>
                      </a:pPr>
                      <a:r>
                        <a:rPr sz="600" b="1" spc="-5" dirty="0">
                          <a:solidFill>
                            <a:srgbClr val="0033CC"/>
                          </a:solidFill>
                          <a:latin typeface="Microsoft YaHei UI"/>
                          <a:cs typeface="Microsoft YaHei UI"/>
                        </a:rPr>
                        <a:t>下期</a:t>
                      </a:r>
                      <a:endParaRPr sz="600">
                        <a:latin typeface="Microsoft YaHei UI"/>
                        <a:cs typeface="Microsoft YaHei UI"/>
                      </a:endParaRPr>
                    </a:p>
                  </a:txBody>
                  <a:tcPr marL="0" marR="0" marT="35560" marB="0">
                    <a:lnL w="9525">
                      <a:solidFill>
                        <a:srgbClr val="000000"/>
                      </a:solidFill>
                      <a:prstDash val="solid"/>
                    </a:lnL>
                    <a:lnR w="9525">
                      <a:solidFill>
                        <a:srgbClr val="000000"/>
                      </a:solidFill>
                      <a:prstDash val="solid"/>
                    </a:lnR>
                    <a:lnT w="19050">
                      <a:solidFill>
                        <a:srgbClr val="000000"/>
                      </a:solidFill>
                      <a:prstDash val="solid"/>
                    </a:lnT>
                    <a:lnB w="9525">
                      <a:solidFill>
                        <a:srgbClr val="000000"/>
                      </a:solidFill>
                      <a:prstDash val="solid"/>
                    </a:lnB>
                    <a:solidFill>
                      <a:srgbClr val="DCE6F0"/>
                    </a:solidFill>
                  </a:tcPr>
                </a:tc>
                <a:tc>
                  <a:txBody>
                    <a:bodyPr/>
                    <a:lstStyle/>
                    <a:p>
                      <a:pPr marL="4445" algn="ctr">
                        <a:lnSpc>
                          <a:spcPct val="100000"/>
                        </a:lnSpc>
                        <a:spcBef>
                          <a:spcPts val="280"/>
                        </a:spcBef>
                      </a:pPr>
                      <a:r>
                        <a:rPr sz="600" b="1" spc="-5" dirty="0">
                          <a:solidFill>
                            <a:srgbClr val="0033CC"/>
                          </a:solidFill>
                          <a:latin typeface="Microsoft YaHei UI"/>
                          <a:cs typeface="Microsoft YaHei UI"/>
                        </a:rPr>
                        <a:t>通期</a:t>
                      </a:r>
                      <a:endParaRPr sz="600">
                        <a:latin typeface="Microsoft YaHei UI"/>
                        <a:cs typeface="Microsoft YaHei UI"/>
                      </a:endParaRPr>
                    </a:p>
                  </a:txBody>
                  <a:tcPr marL="0" marR="0" marT="35560" marB="0">
                    <a:lnL w="9525">
                      <a:solidFill>
                        <a:srgbClr val="000000"/>
                      </a:solidFill>
                      <a:prstDash val="solid"/>
                    </a:lnL>
                    <a:lnR w="19050">
                      <a:solidFill>
                        <a:srgbClr val="000000"/>
                      </a:solidFill>
                      <a:prstDash val="solid"/>
                    </a:lnR>
                    <a:lnT w="19050">
                      <a:solidFill>
                        <a:srgbClr val="000000"/>
                      </a:solidFill>
                      <a:prstDash val="solid"/>
                    </a:lnT>
                    <a:lnB w="9525">
                      <a:solidFill>
                        <a:srgbClr val="000000"/>
                      </a:solidFill>
                      <a:prstDash val="solid"/>
                    </a:lnB>
                    <a:solidFill>
                      <a:srgbClr val="DCE6F0"/>
                    </a:solidFill>
                  </a:tcPr>
                </a:tc>
                <a:extLst>
                  <a:ext uri="{0D108BD9-81ED-4DB2-BD59-A6C34878D82A}">
                    <a16:rowId xmlns:a16="http://schemas.microsoft.com/office/drawing/2014/main" val="10000"/>
                  </a:ext>
                </a:extLst>
              </a:tr>
              <a:tr h="145219">
                <a:tc>
                  <a:txBody>
                    <a:bodyPr/>
                    <a:lstStyle/>
                    <a:p>
                      <a:pPr>
                        <a:lnSpc>
                          <a:spcPct val="100000"/>
                        </a:lnSpc>
                      </a:pPr>
                      <a:endParaRPr sz="800">
                        <a:latin typeface="Times New Roman"/>
                        <a:cs typeface="Times New Roman"/>
                      </a:endParaRPr>
                    </a:p>
                  </a:txBody>
                  <a:tcPr marL="0" marR="0" marT="0" marB="0">
                    <a:lnL w="19050">
                      <a:solidFill>
                        <a:srgbClr val="000000"/>
                      </a:solidFill>
                      <a:prstDash val="solid"/>
                    </a:lnL>
                    <a:lnR w="6350">
                      <a:solidFill>
                        <a:srgbClr val="000000"/>
                      </a:solidFill>
                      <a:prstDash val="solid"/>
                    </a:lnR>
                    <a:lnT w="9525">
                      <a:solidFill>
                        <a:srgbClr val="000000"/>
                      </a:solidFill>
                      <a:prstDash val="solid"/>
                    </a:lnT>
                    <a:solidFill>
                      <a:srgbClr val="FCE9D9"/>
                    </a:solidFill>
                  </a:tcPr>
                </a:tc>
                <a:tc>
                  <a:txBody>
                    <a:bodyPr/>
                    <a:lstStyle/>
                    <a:p>
                      <a:pPr marL="20955">
                        <a:lnSpc>
                          <a:spcPct val="100000"/>
                        </a:lnSpc>
                        <a:spcBef>
                          <a:spcPts val="260"/>
                        </a:spcBef>
                      </a:pPr>
                      <a:r>
                        <a:rPr sz="600" b="1" spc="85" dirty="0">
                          <a:latin typeface="Microsoft YaHei UI"/>
                          <a:cs typeface="Microsoft YaHei UI"/>
                        </a:rPr>
                        <a:t>①28</a:t>
                      </a:r>
                      <a:r>
                        <a:rPr sz="600" b="1" spc="35" dirty="0">
                          <a:latin typeface="Microsoft YaHei UI"/>
                          <a:cs typeface="Microsoft YaHei UI"/>
                        </a:rPr>
                        <a:t>期</a:t>
                      </a:r>
                      <a:r>
                        <a:rPr sz="600" b="1" spc="204" dirty="0">
                          <a:latin typeface="Microsoft YaHei UI"/>
                          <a:cs typeface="Microsoft YaHei UI"/>
                        </a:rPr>
                        <a:t> </a:t>
                      </a:r>
                      <a:r>
                        <a:rPr sz="600" b="1" spc="35" dirty="0">
                          <a:latin typeface="Microsoft YaHei UI"/>
                          <a:cs typeface="Microsoft YaHei UI"/>
                        </a:rPr>
                        <a:t>清</a:t>
                      </a:r>
                      <a:r>
                        <a:rPr sz="600" b="1" spc="30" dirty="0">
                          <a:latin typeface="Microsoft YaHei UI"/>
                          <a:cs typeface="Microsoft YaHei UI"/>
                        </a:rPr>
                        <a:t>掃</a:t>
                      </a:r>
                      <a:r>
                        <a:rPr sz="600" b="1" spc="35" dirty="0">
                          <a:latin typeface="Microsoft YaHei UI"/>
                          <a:cs typeface="Microsoft YaHei UI"/>
                        </a:rPr>
                        <a:t>売上</a:t>
                      </a:r>
                      <a:r>
                        <a:rPr sz="600" b="1" spc="204" dirty="0">
                          <a:latin typeface="Microsoft YaHei UI"/>
                          <a:cs typeface="Microsoft YaHei UI"/>
                        </a:rPr>
                        <a:t> </a:t>
                      </a:r>
                      <a:r>
                        <a:rPr sz="600" b="1" spc="35" dirty="0">
                          <a:latin typeface="Microsoft YaHei UI"/>
                          <a:cs typeface="Microsoft YaHei UI"/>
                        </a:rPr>
                        <a:t>外</a:t>
                      </a:r>
                      <a:r>
                        <a:rPr sz="600" b="1" spc="30" dirty="0">
                          <a:latin typeface="Microsoft YaHei UI"/>
                          <a:cs typeface="Microsoft YaHei UI"/>
                        </a:rPr>
                        <a:t>部</a:t>
                      </a:r>
                      <a:r>
                        <a:rPr sz="600" b="1" spc="35" dirty="0">
                          <a:latin typeface="Microsoft YaHei UI"/>
                          <a:cs typeface="Microsoft YaHei UI"/>
                        </a:rPr>
                        <a:t>案</a:t>
                      </a:r>
                      <a:r>
                        <a:rPr sz="600" b="1" spc="30" dirty="0">
                          <a:latin typeface="Microsoft YaHei UI"/>
                          <a:cs typeface="Microsoft YaHei UI"/>
                        </a:rPr>
                        <a:t>件</a:t>
                      </a:r>
                      <a:r>
                        <a:rPr sz="600" b="1" spc="-270" dirty="0">
                          <a:latin typeface="Microsoft YaHei UI"/>
                          <a:cs typeface="Microsoft YaHei UI"/>
                        </a:rPr>
                        <a:t>（</a:t>
                      </a:r>
                      <a:r>
                        <a:rPr sz="600" b="1" spc="35" dirty="0">
                          <a:latin typeface="Microsoft YaHei UI"/>
                          <a:cs typeface="Microsoft YaHei UI"/>
                        </a:rPr>
                        <a:t>継</a:t>
                      </a:r>
                      <a:r>
                        <a:rPr sz="600" b="1" spc="30" dirty="0">
                          <a:latin typeface="Microsoft YaHei UI"/>
                          <a:cs typeface="Microsoft YaHei UI"/>
                        </a:rPr>
                        <a:t>続</a:t>
                      </a:r>
                      <a:r>
                        <a:rPr sz="600" b="1" spc="-285" dirty="0">
                          <a:latin typeface="Microsoft YaHei UI"/>
                          <a:cs typeface="Microsoft YaHei UI"/>
                        </a:rPr>
                        <a:t>）</a:t>
                      </a:r>
                      <a:endParaRPr sz="600">
                        <a:latin typeface="Microsoft YaHei UI"/>
                        <a:cs typeface="Microsoft YaHei UI"/>
                      </a:endParaRPr>
                    </a:p>
                  </a:txBody>
                  <a:tcPr marL="0" marR="0" marT="33020" marB="0">
                    <a:lnL w="6350">
                      <a:solidFill>
                        <a:srgbClr val="000000"/>
                      </a:solidFill>
                      <a:prstDash val="solid"/>
                    </a:lnL>
                    <a:lnR w="9525">
                      <a:solidFill>
                        <a:srgbClr val="000000"/>
                      </a:solidFill>
                      <a:prstDash val="solid"/>
                    </a:lnR>
                    <a:lnT w="9525">
                      <a:solidFill>
                        <a:srgbClr val="000000"/>
                      </a:solidFill>
                      <a:prstDash val="solid"/>
                    </a:lnT>
                    <a:lnB w="6350">
                      <a:solidFill>
                        <a:srgbClr val="000000"/>
                      </a:solidFill>
                      <a:prstDash val="solid"/>
                    </a:lnB>
                    <a:solidFill>
                      <a:srgbClr val="FCE9D9"/>
                    </a:solidFill>
                  </a:tcPr>
                </a:tc>
                <a:tc>
                  <a:txBody>
                    <a:bodyPr/>
                    <a:lstStyle/>
                    <a:p>
                      <a:pPr marR="15240" algn="r">
                        <a:lnSpc>
                          <a:spcPct val="100000"/>
                        </a:lnSpc>
                        <a:spcBef>
                          <a:spcPts val="210"/>
                        </a:spcBef>
                      </a:pPr>
                      <a:r>
                        <a:rPr sz="650" spc="155" dirty="0">
                          <a:latin typeface="MS UI Gothic"/>
                          <a:cs typeface="MS UI Gothic"/>
                        </a:rPr>
                        <a:t>17,543</a:t>
                      </a:r>
                      <a:endParaRPr sz="650">
                        <a:latin typeface="MS UI Gothic"/>
                        <a:cs typeface="MS UI Gothic"/>
                      </a:endParaRPr>
                    </a:p>
                  </a:txBody>
                  <a:tcPr marL="0" marR="0" marT="26670" marB="0">
                    <a:lnL w="9525">
                      <a:solidFill>
                        <a:srgbClr val="000000"/>
                      </a:solidFill>
                      <a:prstDash val="solid"/>
                    </a:lnL>
                    <a:lnR w="6350">
                      <a:solidFill>
                        <a:srgbClr val="000000"/>
                      </a:solidFill>
                      <a:prstDash val="solid"/>
                    </a:lnR>
                    <a:lnT w="9525">
                      <a:solidFill>
                        <a:srgbClr val="000000"/>
                      </a:solidFill>
                      <a:prstDash val="solid"/>
                    </a:lnT>
                    <a:lnB w="6350">
                      <a:solidFill>
                        <a:srgbClr val="000000"/>
                      </a:solidFill>
                      <a:prstDash val="solid"/>
                    </a:lnB>
                  </a:tcPr>
                </a:tc>
                <a:tc>
                  <a:txBody>
                    <a:bodyPr/>
                    <a:lstStyle/>
                    <a:p>
                      <a:pPr marR="15240" algn="r">
                        <a:lnSpc>
                          <a:spcPct val="100000"/>
                        </a:lnSpc>
                        <a:spcBef>
                          <a:spcPts val="210"/>
                        </a:spcBef>
                      </a:pPr>
                      <a:r>
                        <a:rPr sz="650" spc="155" dirty="0">
                          <a:latin typeface="MS UI Gothic"/>
                          <a:cs typeface="MS UI Gothic"/>
                        </a:rPr>
                        <a:t>17,520</a:t>
                      </a:r>
                      <a:endParaRPr sz="650">
                        <a:latin typeface="MS UI Gothic"/>
                        <a:cs typeface="MS UI Gothic"/>
                      </a:endParaRPr>
                    </a:p>
                  </a:txBody>
                  <a:tcPr marL="0" marR="0" marT="26670" marB="0">
                    <a:lnL w="6350">
                      <a:solidFill>
                        <a:srgbClr val="000000"/>
                      </a:solidFill>
                      <a:prstDash val="solid"/>
                    </a:lnL>
                    <a:lnR w="6350">
                      <a:solidFill>
                        <a:srgbClr val="000000"/>
                      </a:solidFill>
                      <a:prstDash val="solid"/>
                    </a:lnR>
                    <a:lnT w="9525">
                      <a:solidFill>
                        <a:srgbClr val="000000"/>
                      </a:solidFill>
                      <a:prstDash val="solid"/>
                    </a:lnT>
                    <a:lnB w="6350">
                      <a:solidFill>
                        <a:srgbClr val="000000"/>
                      </a:solidFill>
                      <a:prstDash val="solid"/>
                    </a:lnB>
                  </a:tcPr>
                </a:tc>
                <a:tc>
                  <a:txBody>
                    <a:bodyPr/>
                    <a:lstStyle/>
                    <a:p>
                      <a:pPr marR="15240" algn="r">
                        <a:lnSpc>
                          <a:spcPct val="100000"/>
                        </a:lnSpc>
                        <a:spcBef>
                          <a:spcPts val="210"/>
                        </a:spcBef>
                      </a:pPr>
                      <a:r>
                        <a:rPr sz="650" spc="175" dirty="0">
                          <a:latin typeface="MS UI Gothic"/>
                          <a:cs typeface="MS UI Gothic"/>
                        </a:rPr>
                        <a:t>20,778</a:t>
                      </a:r>
                      <a:endParaRPr sz="650">
                        <a:latin typeface="MS UI Gothic"/>
                        <a:cs typeface="MS UI Gothic"/>
                      </a:endParaRPr>
                    </a:p>
                  </a:txBody>
                  <a:tcPr marL="0" marR="0" marT="26670" marB="0">
                    <a:lnL w="6350">
                      <a:solidFill>
                        <a:srgbClr val="000000"/>
                      </a:solidFill>
                      <a:prstDash val="solid"/>
                    </a:lnL>
                    <a:lnR w="6350">
                      <a:solidFill>
                        <a:srgbClr val="000000"/>
                      </a:solidFill>
                      <a:prstDash val="solid"/>
                    </a:lnR>
                    <a:lnT w="9525">
                      <a:solidFill>
                        <a:srgbClr val="000000"/>
                      </a:solidFill>
                      <a:prstDash val="solid"/>
                    </a:lnT>
                    <a:lnB w="6350">
                      <a:solidFill>
                        <a:srgbClr val="000000"/>
                      </a:solidFill>
                      <a:prstDash val="solid"/>
                    </a:lnB>
                  </a:tcPr>
                </a:tc>
                <a:tc>
                  <a:txBody>
                    <a:bodyPr/>
                    <a:lstStyle/>
                    <a:p>
                      <a:pPr marR="15240" algn="r">
                        <a:lnSpc>
                          <a:spcPct val="100000"/>
                        </a:lnSpc>
                        <a:spcBef>
                          <a:spcPts val="210"/>
                        </a:spcBef>
                      </a:pPr>
                      <a:r>
                        <a:rPr sz="650" spc="175" dirty="0">
                          <a:latin typeface="MS UI Gothic"/>
                          <a:cs typeface="MS UI Gothic"/>
                        </a:rPr>
                        <a:t>37,670</a:t>
                      </a:r>
                      <a:endParaRPr sz="650">
                        <a:latin typeface="MS UI Gothic"/>
                        <a:cs typeface="MS UI Gothic"/>
                      </a:endParaRPr>
                    </a:p>
                  </a:txBody>
                  <a:tcPr marL="0" marR="0" marT="26670" marB="0">
                    <a:lnL w="6350">
                      <a:solidFill>
                        <a:srgbClr val="000000"/>
                      </a:solidFill>
                      <a:prstDash val="solid"/>
                    </a:lnL>
                    <a:lnR w="6350">
                      <a:solidFill>
                        <a:srgbClr val="000000"/>
                      </a:solidFill>
                      <a:prstDash val="solid"/>
                    </a:lnR>
                    <a:lnT w="9525">
                      <a:solidFill>
                        <a:srgbClr val="000000"/>
                      </a:solidFill>
                      <a:prstDash val="solid"/>
                    </a:lnT>
                    <a:lnB w="6350">
                      <a:solidFill>
                        <a:srgbClr val="000000"/>
                      </a:solidFill>
                      <a:prstDash val="solid"/>
                    </a:lnB>
                  </a:tcPr>
                </a:tc>
                <a:tc>
                  <a:txBody>
                    <a:bodyPr/>
                    <a:lstStyle/>
                    <a:p>
                      <a:pPr marR="15240" algn="r">
                        <a:lnSpc>
                          <a:spcPct val="100000"/>
                        </a:lnSpc>
                        <a:spcBef>
                          <a:spcPts val="210"/>
                        </a:spcBef>
                      </a:pPr>
                      <a:r>
                        <a:rPr sz="650" spc="155" dirty="0">
                          <a:latin typeface="MS UI Gothic"/>
                          <a:cs typeface="MS UI Gothic"/>
                        </a:rPr>
                        <a:t>39,185</a:t>
                      </a:r>
                      <a:endParaRPr sz="650">
                        <a:latin typeface="MS UI Gothic"/>
                        <a:cs typeface="MS UI Gothic"/>
                      </a:endParaRPr>
                    </a:p>
                  </a:txBody>
                  <a:tcPr marL="0" marR="0" marT="26670" marB="0">
                    <a:lnL w="6350">
                      <a:solidFill>
                        <a:srgbClr val="000000"/>
                      </a:solidFill>
                      <a:prstDash val="solid"/>
                    </a:lnL>
                    <a:lnR w="6350">
                      <a:solidFill>
                        <a:srgbClr val="000000"/>
                      </a:solidFill>
                      <a:prstDash val="solid"/>
                    </a:lnR>
                    <a:lnT w="9525">
                      <a:solidFill>
                        <a:srgbClr val="000000"/>
                      </a:solidFill>
                      <a:prstDash val="solid"/>
                    </a:lnT>
                    <a:lnB w="6350">
                      <a:solidFill>
                        <a:srgbClr val="000000"/>
                      </a:solidFill>
                      <a:prstDash val="solid"/>
                    </a:lnB>
                  </a:tcPr>
                </a:tc>
                <a:tc>
                  <a:txBody>
                    <a:bodyPr/>
                    <a:lstStyle/>
                    <a:p>
                      <a:pPr marR="12700" algn="r">
                        <a:lnSpc>
                          <a:spcPct val="100000"/>
                        </a:lnSpc>
                        <a:spcBef>
                          <a:spcPts val="210"/>
                        </a:spcBef>
                      </a:pPr>
                      <a:r>
                        <a:rPr sz="650" spc="155" dirty="0">
                          <a:latin typeface="MS UI Gothic"/>
                          <a:cs typeface="MS UI Gothic"/>
                        </a:rPr>
                        <a:t>38,417</a:t>
                      </a:r>
                      <a:endParaRPr sz="650">
                        <a:latin typeface="MS UI Gothic"/>
                        <a:cs typeface="MS UI Gothic"/>
                      </a:endParaRPr>
                    </a:p>
                  </a:txBody>
                  <a:tcPr marL="0" marR="0" marT="26670" marB="0">
                    <a:lnL w="6350">
                      <a:solidFill>
                        <a:srgbClr val="000000"/>
                      </a:solidFill>
                      <a:prstDash val="solid"/>
                    </a:lnL>
                    <a:lnR w="9525">
                      <a:solidFill>
                        <a:srgbClr val="000000"/>
                      </a:solidFill>
                      <a:prstDash val="solid"/>
                    </a:lnR>
                    <a:lnT w="9525">
                      <a:solidFill>
                        <a:srgbClr val="000000"/>
                      </a:solidFill>
                      <a:prstDash val="solid"/>
                    </a:lnT>
                    <a:lnB w="6350">
                      <a:solidFill>
                        <a:srgbClr val="000000"/>
                      </a:solidFill>
                      <a:prstDash val="solid"/>
                    </a:lnB>
                  </a:tcPr>
                </a:tc>
                <a:tc>
                  <a:txBody>
                    <a:bodyPr/>
                    <a:lstStyle/>
                    <a:p>
                      <a:pPr marR="12065" algn="r">
                        <a:lnSpc>
                          <a:spcPct val="100000"/>
                        </a:lnSpc>
                        <a:spcBef>
                          <a:spcPts val="260"/>
                        </a:spcBef>
                      </a:pPr>
                      <a:r>
                        <a:rPr sz="600" b="1" spc="60" dirty="0">
                          <a:solidFill>
                            <a:srgbClr val="0033CC"/>
                          </a:solidFill>
                          <a:latin typeface="Microsoft YaHei UI"/>
                          <a:cs typeface="Microsoft YaHei UI"/>
                        </a:rPr>
                        <a:t>171,113</a:t>
                      </a:r>
                      <a:endParaRPr sz="600">
                        <a:latin typeface="Microsoft YaHei UI"/>
                        <a:cs typeface="Microsoft YaHei UI"/>
                      </a:endParaRPr>
                    </a:p>
                  </a:txBody>
                  <a:tcPr marL="0" marR="0" marT="33020" marB="0">
                    <a:lnL w="9525">
                      <a:solidFill>
                        <a:srgbClr val="000000"/>
                      </a:solidFill>
                      <a:prstDash val="solid"/>
                    </a:lnL>
                    <a:lnR w="9525">
                      <a:solidFill>
                        <a:srgbClr val="000000"/>
                      </a:solidFill>
                      <a:prstDash val="solid"/>
                    </a:lnR>
                    <a:lnT w="9525">
                      <a:solidFill>
                        <a:srgbClr val="000000"/>
                      </a:solidFill>
                      <a:prstDash val="solid"/>
                    </a:lnT>
                    <a:lnB w="6350">
                      <a:solidFill>
                        <a:srgbClr val="000000"/>
                      </a:solidFill>
                      <a:prstDash val="solid"/>
                    </a:lnB>
                  </a:tcPr>
                </a:tc>
                <a:tc>
                  <a:txBody>
                    <a:bodyPr/>
                    <a:lstStyle/>
                    <a:p>
                      <a:pPr marR="15240" algn="r">
                        <a:lnSpc>
                          <a:spcPct val="100000"/>
                        </a:lnSpc>
                        <a:spcBef>
                          <a:spcPts val="210"/>
                        </a:spcBef>
                      </a:pPr>
                      <a:r>
                        <a:rPr sz="650" spc="175" dirty="0">
                          <a:latin typeface="MS UI Gothic"/>
                          <a:cs typeface="MS UI Gothic"/>
                        </a:rPr>
                        <a:t>69,860</a:t>
                      </a:r>
                      <a:endParaRPr sz="650">
                        <a:latin typeface="MS UI Gothic"/>
                        <a:cs typeface="MS UI Gothic"/>
                      </a:endParaRPr>
                    </a:p>
                  </a:txBody>
                  <a:tcPr marL="0" marR="0" marT="26670" marB="0">
                    <a:lnL w="9525">
                      <a:solidFill>
                        <a:srgbClr val="000000"/>
                      </a:solidFill>
                      <a:prstDash val="solid"/>
                    </a:lnL>
                    <a:lnR w="6350">
                      <a:solidFill>
                        <a:srgbClr val="000000"/>
                      </a:solidFill>
                      <a:prstDash val="solid"/>
                    </a:lnR>
                    <a:lnT w="9525">
                      <a:solidFill>
                        <a:srgbClr val="000000"/>
                      </a:solidFill>
                      <a:prstDash val="solid"/>
                    </a:lnT>
                    <a:lnB w="6350">
                      <a:solidFill>
                        <a:srgbClr val="000000"/>
                      </a:solidFill>
                      <a:prstDash val="solid"/>
                    </a:lnB>
                  </a:tcPr>
                </a:tc>
                <a:tc>
                  <a:txBody>
                    <a:bodyPr/>
                    <a:lstStyle/>
                    <a:p>
                      <a:pPr marR="15240" algn="r">
                        <a:lnSpc>
                          <a:spcPct val="100000"/>
                        </a:lnSpc>
                        <a:spcBef>
                          <a:spcPts val="210"/>
                        </a:spcBef>
                      </a:pPr>
                      <a:r>
                        <a:rPr sz="650" spc="175" dirty="0">
                          <a:latin typeface="MS UI Gothic"/>
                          <a:cs typeface="MS UI Gothic"/>
                        </a:rPr>
                        <a:t>69,286</a:t>
                      </a:r>
                      <a:endParaRPr sz="650">
                        <a:latin typeface="MS UI Gothic"/>
                        <a:cs typeface="MS UI Gothic"/>
                      </a:endParaRPr>
                    </a:p>
                  </a:txBody>
                  <a:tcPr marL="0" marR="0" marT="26670" marB="0">
                    <a:lnL w="6350">
                      <a:solidFill>
                        <a:srgbClr val="000000"/>
                      </a:solidFill>
                      <a:prstDash val="solid"/>
                    </a:lnL>
                    <a:lnR w="6350">
                      <a:solidFill>
                        <a:srgbClr val="000000"/>
                      </a:solidFill>
                      <a:prstDash val="solid"/>
                    </a:lnR>
                    <a:lnT w="9525">
                      <a:solidFill>
                        <a:srgbClr val="000000"/>
                      </a:solidFill>
                      <a:prstDash val="solid"/>
                    </a:lnT>
                    <a:lnB w="6350">
                      <a:solidFill>
                        <a:srgbClr val="000000"/>
                      </a:solidFill>
                      <a:prstDash val="solid"/>
                    </a:lnB>
                  </a:tcPr>
                </a:tc>
                <a:tc>
                  <a:txBody>
                    <a:bodyPr/>
                    <a:lstStyle/>
                    <a:p>
                      <a:pPr marR="15240" algn="r">
                        <a:lnSpc>
                          <a:spcPct val="100000"/>
                        </a:lnSpc>
                        <a:spcBef>
                          <a:spcPts val="210"/>
                        </a:spcBef>
                      </a:pPr>
                      <a:r>
                        <a:rPr sz="650" spc="175" dirty="0">
                          <a:latin typeface="MS UI Gothic"/>
                          <a:cs typeface="MS UI Gothic"/>
                        </a:rPr>
                        <a:t>69,583</a:t>
                      </a:r>
                      <a:endParaRPr sz="650">
                        <a:latin typeface="MS UI Gothic"/>
                        <a:cs typeface="MS UI Gothic"/>
                      </a:endParaRPr>
                    </a:p>
                  </a:txBody>
                  <a:tcPr marL="0" marR="0" marT="26670" marB="0">
                    <a:lnL w="6350">
                      <a:solidFill>
                        <a:srgbClr val="000000"/>
                      </a:solidFill>
                      <a:prstDash val="solid"/>
                    </a:lnL>
                    <a:lnR w="6350">
                      <a:solidFill>
                        <a:srgbClr val="000000"/>
                      </a:solidFill>
                      <a:prstDash val="solid"/>
                    </a:lnR>
                    <a:lnT w="9525">
                      <a:solidFill>
                        <a:srgbClr val="000000"/>
                      </a:solidFill>
                      <a:prstDash val="solid"/>
                    </a:lnT>
                    <a:lnB w="6350">
                      <a:solidFill>
                        <a:srgbClr val="000000"/>
                      </a:solidFill>
                      <a:prstDash val="solid"/>
                    </a:lnB>
                  </a:tcPr>
                </a:tc>
                <a:tc>
                  <a:txBody>
                    <a:bodyPr/>
                    <a:lstStyle/>
                    <a:p>
                      <a:pPr marR="15240" algn="r">
                        <a:lnSpc>
                          <a:spcPct val="100000"/>
                        </a:lnSpc>
                        <a:spcBef>
                          <a:spcPts val="210"/>
                        </a:spcBef>
                      </a:pPr>
                      <a:r>
                        <a:rPr sz="650" spc="160" dirty="0">
                          <a:latin typeface="MS UI Gothic"/>
                          <a:cs typeface="MS UI Gothic"/>
                        </a:rPr>
                        <a:t>108,872</a:t>
                      </a:r>
                      <a:endParaRPr sz="650">
                        <a:latin typeface="MS UI Gothic"/>
                        <a:cs typeface="MS UI Gothic"/>
                      </a:endParaRPr>
                    </a:p>
                  </a:txBody>
                  <a:tcPr marL="0" marR="0" marT="26670" marB="0">
                    <a:lnL w="6350">
                      <a:solidFill>
                        <a:srgbClr val="000000"/>
                      </a:solidFill>
                      <a:prstDash val="solid"/>
                    </a:lnL>
                    <a:lnR w="6350">
                      <a:solidFill>
                        <a:srgbClr val="000000"/>
                      </a:solidFill>
                      <a:prstDash val="solid"/>
                    </a:lnR>
                    <a:lnT w="9525">
                      <a:solidFill>
                        <a:srgbClr val="000000"/>
                      </a:solidFill>
                      <a:prstDash val="solid"/>
                    </a:lnT>
                    <a:lnB w="6350">
                      <a:solidFill>
                        <a:srgbClr val="000000"/>
                      </a:solidFill>
                      <a:prstDash val="solid"/>
                    </a:lnB>
                  </a:tcPr>
                </a:tc>
                <a:tc>
                  <a:txBody>
                    <a:bodyPr/>
                    <a:lstStyle/>
                    <a:p>
                      <a:pPr marR="15875" algn="r">
                        <a:lnSpc>
                          <a:spcPct val="100000"/>
                        </a:lnSpc>
                        <a:spcBef>
                          <a:spcPts val="210"/>
                        </a:spcBef>
                      </a:pPr>
                      <a:r>
                        <a:rPr sz="650" spc="160" dirty="0">
                          <a:latin typeface="MS UI Gothic"/>
                          <a:cs typeface="MS UI Gothic"/>
                        </a:rPr>
                        <a:t>109,345</a:t>
                      </a:r>
                      <a:endParaRPr sz="650">
                        <a:latin typeface="MS UI Gothic"/>
                        <a:cs typeface="MS UI Gothic"/>
                      </a:endParaRPr>
                    </a:p>
                  </a:txBody>
                  <a:tcPr marL="0" marR="0" marT="26670" marB="0">
                    <a:lnL w="6350">
                      <a:solidFill>
                        <a:srgbClr val="000000"/>
                      </a:solidFill>
                      <a:prstDash val="solid"/>
                    </a:lnL>
                    <a:lnR w="6350">
                      <a:solidFill>
                        <a:srgbClr val="000000"/>
                      </a:solidFill>
                      <a:prstDash val="solid"/>
                    </a:lnR>
                    <a:lnT w="9525">
                      <a:solidFill>
                        <a:srgbClr val="000000"/>
                      </a:solidFill>
                      <a:prstDash val="solid"/>
                    </a:lnT>
                    <a:lnB w="6350">
                      <a:solidFill>
                        <a:srgbClr val="000000"/>
                      </a:solidFill>
                      <a:prstDash val="solid"/>
                    </a:lnB>
                  </a:tcPr>
                </a:tc>
                <a:tc>
                  <a:txBody>
                    <a:bodyPr/>
                    <a:lstStyle/>
                    <a:p>
                      <a:pPr marR="10160" algn="r">
                        <a:lnSpc>
                          <a:spcPct val="100000"/>
                        </a:lnSpc>
                        <a:spcBef>
                          <a:spcPts val="210"/>
                        </a:spcBef>
                      </a:pPr>
                      <a:r>
                        <a:rPr sz="650" spc="150" dirty="0">
                          <a:latin typeface="MS UI Gothic"/>
                          <a:cs typeface="MS UI Gothic"/>
                        </a:rPr>
                        <a:t>109,041</a:t>
                      </a:r>
                      <a:endParaRPr sz="650">
                        <a:latin typeface="MS UI Gothic"/>
                        <a:cs typeface="MS UI Gothic"/>
                      </a:endParaRPr>
                    </a:p>
                  </a:txBody>
                  <a:tcPr marL="0" marR="0" marT="26670" marB="0">
                    <a:lnL w="6350">
                      <a:solidFill>
                        <a:srgbClr val="000000"/>
                      </a:solidFill>
                      <a:prstDash val="solid"/>
                    </a:lnL>
                    <a:lnR w="9525">
                      <a:solidFill>
                        <a:srgbClr val="000000"/>
                      </a:solidFill>
                      <a:prstDash val="solid"/>
                    </a:lnR>
                    <a:lnT w="9525">
                      <a:solidFill>
                        <a:srgbClr val="000000"/>
                      </a:solidFill>
                      <a:prstDash val="solid"/>
                    </a:lnT>
                    <a:lnB w="6350">
                      <a:solidFill>
                        <a:srgbClr val="000000"/>
                      </a:solidFill>
                      <a:prstDash val="solid"/>
                    </a:lnB>
                  </a:tcPr>
                </a:tc>
                <a:tc>
                  <a:txBody>
                    <a:bodyPr/>
                    <a:lstStyle/>
                    <a:p>
                      <a:pPr marR="13335" algn="r">
                        <a:lnSpc>
                          <a:spcPct val="100000"/>
                        </a:lnSpc>
                        <a:spcBef>
                          <a:spcPts val="210"/>
                        </a:spcBef>
                      </a:pPr>
                      <a:r>
                        <a:rPr sz="650" b="1" spc="105" dirty="0">
                          <a:solidFill>
                            <a:srgbClr val="0033CC"/>
                          </a:solidFill>
                          <a:latin typeface="Microsoft YaHei UI"/>
                          <a:cs typeface="Microsoft YaHei UI"/>
                        </a:rPr>
                        <a:t>535,987</a:t>
                      </a:r>
                      <a:endParaRPr sz="650">
                        <a:latin typeface="Microsoft YaHei UI"/>
                        <a:cs typeface="Microsoft YaHei UI"/>
                      </a:endParaRPr>
                    </a:p>
                  </a:txBody>
                  <a:tcPr marL="0" marR="0" marT="26670" marB="0">
                    <a:lnL w="9525">
                      <a:solidFill>
                        <a:srgbClr val="000000"/>
                      </a:solidFill>
                      <a:prstDash val="solid"/>
                    </a:lnL>
                    <a:lnR w="9525">
                      <a:solidFill>
                        <a:srgbClr val="000000"/>
                      </a:solidFill>
                      <a:prstDash val="solid"/>
                    </a:lnR>
                    <a:lnT w="9525">
                      <a:solidFill>
                        <a:srgbClr val="000000"/>
                      </a:solidFill>
                      <a:prstDash val="solid"/>
                    </a:lnT>
                    <a:lnB w="6350">
                      <a:solidFill>
                        <a:srgbClr val="000000"/>
                      </a:solidFill>
                      <a:prstDash val="solid"/>
                    </a:lnB>
                  </a:tcPr>
                </a:tc>
                <a:tc>
                  <a:txBody>
                    <a:bodyPr/>
                    <a:lstStyle/>
                    <a:p>
                      <a:pPr marR="17780" algn="r">
                        <a:lnSpc>
                          <a:spcPct val="100000"/>
                        </a:lnSpc>
                        <a:spcBef>
                          <a:spcPts val="210"/>
                        </a:spcBef>
                      </a:pPr>
                      <a:r>
                        <a:rPr sz="650" b="1" spc="90" dirty="0">
                          <a:solidFill>
                            <a:srgbClr val="0033CC"/>
                          </a:solidFill>
                          <a:latin typeface="Microsoft YaHei UI"/>
                          <a:cs typeface="Microsoft YaHei UI"/>
                        </a:rPr>
                        <a:t>707,100</a:t>
                      </a:r>
                      <a:endParaRPr sz="650">
                        <a:latin typeface="Microsoft YaHei UI"/>
                        <a:cs typeface="Microsoft YaHei UI"/>
                      </a:endParaRPr>
                    </a:p>
                  </a:txBody>
                  <a:tcPr marL="0" marR="0" marT="26670" marB="0">
                    <a:lnL w="9525">
                      <a:solidFill>
                        <a:srgbClr val="000000"/>
                      </a:solidFill>
                      <a:prstDash val="solid"/>
                    </a:lnL>
                    <a:lnR w="19050">
                      <a:solidFill>
                        <a:srgbClr val="000000"/>
                      </a:solidFill>
                      <a:prstDash val="solid"/>
                    </a:lnR>
                    <a:lnT w="9525">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42843">
                <a:tc rowSpan="10">
                  <a:txBody>
                    <a:bodyPr/>
                    <a:lstStyle/>
                    <a:p>
                      <a:pPr>
                        <a:lnSpc>
                          <a:spcPct val="100000"/>
                        </a:lnSpc>
                        <a:spcBef>
                          <a:spcPts val="40"/>
                        </a:spcBef>
                      </a:pPr>
                      <a:endParaRPr sz="2650">
                        <a:latin typeface="Times New Roman"/>
                        <a:cs typeface="Times New Roman"/>
                      </a:endParaRPr>
                    </a:p>
                    <a:p>
                      <a:pPr marL="123825">
                        <a:lnSpc>
                          <a:spcPct val="100000"/>
                        </a:lnSpc>
                      </a:pPr>
                      <a:r>
                        <a:rPr sz="1800" dirty="0">
                          <a:solidFill>
                            <a:srgbClr val="FF0000"/>
                          </a:solidFill>
                          <a:latin typeface="Calibri"/>
                          <a:cs typeface="Calibri"/>
                        </a:rPr>
                        <a:t>A</a:t>
                      </a:r>
                      <a:endParaRPr sz="1800">
                        <a:latin typeface="Calibri"/>
                        <a:cs typeface="Calibri"/>
                      </a:endParaRPr>
                    </a:p>
                    <a:p>
                      <a:pPr>
                        <a:lnSpc>
                          <a:spcPct val="100000"/>
                        </a:lnSpc>
                      </a:pPr>
                      <a:endParaRPr sz="1800">
                        <a:latin typeface="Times New Roman"/>
                        <a:cs typeface="Times New Roman"/>
                      </a:endParaRPr>
                    </a:p>
                    <a:p>
                      <a:pPr>
                        <a:lnSpc>
                          <a:spcPct val="100000"/>
                        </a:lnSpc>
                        <a:spcBef>
                          <a:spcPts val="45"/>
                        </a:spcBef>
                      </a:pPr>
                      <a:endParaRPr sz="1600">
                        <a:latin typeface="Times New Roman"/>
                        <a:cs typeface="Times New Roman"/>
                      </a:endParaRPr>
                    </a:p>
                    <a:p>
                      <a:pPr marL="127000">
                        <a:lnSpc>
                          <a:spcPct val="100000"/>
                        </a:lnSpc>
                      </a:pPr>
                      <a:r>
                        <a:rPr sz="1800" dirty="0">
                          <a:solidFill>
                            <a:srgbClr val="FF0000"/>
                          </a:solidFill>
                          <a:latin typeface="Calibri"/>
                          <a:cs typeface="Calibri"/>
                        </a:rPr>
                        <a:t>B</a:t>
                      </a:r>
                      <a:endParaRPr sz="1800">
                        <a:latin typeface="Calibri"/>
                        <a:cs typeface="Calibri"/>
                      </a:endParaRPr>
                    </a:p>
                  </a:txBody>
                  <a:tcPr marL="0" marR="0" marT="5080" marB="0">
                    <a:lnL w="19050">
                      <a:solidFill>
                        <a:srgbClr val="000000"/>
                      </a:solidFill>
                      <a:prstDash val="solid"/>
                    </a:lnL>
                    <a:lnR w="28575">
                      <a:solidFill>
                        <a:srgbClr val="FF0000"/>
                      </a:solidFill>
                      <a:prstDash val="solid"/>
                    </a:lnR>
                    <a:lnB w="12700">
                      <a:solidFill>
                        <a:srgbClr val="000000"/>
                      </a:solidFill>
                      <a:prstDash val="solid"/>
                    </a:lnB>
                    <a:solidFill>
                      <a:srgbClr val="FCE9D9"/>
                    </a:solidFill>
                  </a:tcPr>
                </a:tc>
                <a:tc>
                  <a:txBody>
                    <a:bodyPr/>
                    <a:lstStyle/>
                    <a:p>
                      <a:pPr marL="20955">
                        <a:lnSpc>
                          <a:spcPct val="100000"/>
                        </a:lnSpc>
                        <a:spcBef>
                          <a:spcPts val="244"/>
                        </a:spcBef>
                      </a:pPr>
                      <a:r>
                        <a:rPr sz="600" b="1" spc="85" dirty="0">
                          <a:latin typeface="Microsoft YaHei UI"/>
                          <a:cs typeface="Microsoft YaHei UI"/>
                        </a:rPr>
                        <a:t>②28</a:t>
                      </a:r>
                      <a:r>
                        <a:rPr sz="600" b="1" spc="35" dirty="0">
                          <a:latin typeface="Microsoft YaHei UI"/>
                          <a:cs typeface="Microsoft YaHei UI"/>
                        </a:rPr>
                        <a:t>期</a:t>
                      </a:r>
                      <a:r>
                        <a:rPr sz="600" b="1" spc="204" dirty="0">
                          <a:latin typeface="Microsoft YaHei UI"/>
                          <a:cs typeface="Microsoft YaHei UI"/>
                        </a:rPr>
                        <a:t> </a:t>
                      </a:r>
                      <a:r>
                        <a:rPr sz="600" b="1" spc="35" dirty="0">
                          <a:latin typeface="Microsoft YaHei UI"/>
                          <a:cs typeface="Microsoft YaHei UI"/>
                        </a:rPr>
                        <a:t>清</a:t>
                      </a:r>
                      <a:r>
                        <a:rPr sz="600" b="1" spc="30" dirty="0">
                          <a:latin typeface="Microsoft YaHei UI"/>
                          <a:cs typeface="Microsoft YaHei UI"/>
                        </a:rPr>
                        <a:t>掃</a:t>
                      </a:r>
                      <a:r>
                        <a:rPr sz="600" b="1" spc="35" dirty="0">
                          <a:latin typeface="Microsoft YaHei UI"/>
                          <a:cs typeface="Microsoft YaHei UI"/>
                        </a:rPr>
                        <a:t>原価</a:t>
                      </a:r>
                      <a:r>
                        <a:rPr sz="600" b="1" spc="204" dirty="0">
                          <a:latin typeface="Microsoft YaHei UI"/>
                          <a:cs typeface="Microsoft YaHei UI"/>
                        </a:rPr>
                        <a:t> </a:t>
                      </a:r>
                      <a:r>
                        <a:rPr sz="600" b="1" spc="35" dirty="0">
                          <a:latin typeface="Microsoft YaHei UI"/>
                          <a:cs typeface="Microsoft YaHei UI"/>
                        </a:rPr>
                        <a:t>外</a:t>
                      </a:r>
                      <a:r>
                        <a:rPr sz="600" b="1" spc="30" dirty="0">
                          <a:latin typeface="Microsoft YaHei UI"/>
                          <a:cs typeface="Microsoft YaHei UI"/>
                        </a:rPr>
                        <a:t>部</a:t>
                      </a:r>
                      <a:r>
                        <a:rPr sz="600" b="1" spc="35" dirty="0">
                          <a:latin typeface="Microsoft YaHei UI"/>
                          <a:cs typeface="Microsoft YaHei UI"/>
                        </a:rPr>
                        <a:t>案</a:t>
                      </a:r>
                      <a:r>
                        <a:rPr sz="600" b="1" spc="30" dirty="0">
                          <a:latin typeface="Microsoft YaHei UI"/>
                          <a:cs typeface="Microsoft YaHei UI"/>
                        </a:rPr>
                        <a:t>件</a:t>
                      </a:r>
                      <a:r>
                        <a:rPr sz="600" b="1" spc="-270" dirty="0">
                          <a:latin typeface="Microsoft YaHei UI"/>
                          <a:cs typeface="Microsoft YaHei UI"/>
                        </a:rPr>
                        <a:t>（</a:t>
                      </a:r>
                      <a:r>
                        <a:rPr sz="600" b="1" spc="30" dirty="0">
                          <a:latin typeface="Microsoft YaHei UI"/>
                          <a:cs typeface="Microsoft YaHei UI"/>
                        </a:rPr>
                        <a:t>パ</a:t>
                      </a:r>
                      <a:r>
                        <a:rPr sz="600" b="1" spc="-5" dirty="0">
                          <a:latin typeface="Microsoft YaHei UI"/>
                          <a:cs typeface="Microsoft YaHei UI"/>
                        </a:rPr>
                        <a:t>ー</a:t>
                      </a:r>
                      <a:r>
                        <a:rPr sz="600" b="1" spc="-120" dirty="0">
                          <a:latin typeface="Microsoft YaHei UI"/>
                          <a:cs typeface="Microsoft YaHei UI"/>
                        </a:rPr>
                        <a:t>ト</a:t>
                      </a:r>
                      <a:r>
                        <a:rPr sz="600" b="1" spc="35" dirty="0">
                          <a:latin typeface="Microsoft YaHei UI"/>
                          <a:cs typeface="Microsoft YaHei UI"/>
                        </a:rPr>
                        <a:t>人</a:t>
                      </a:r>
                      <a:r>
                        <a:rPr sz="600" b="1" spc="30" dirty="0">
                          <a:latin typeface="Microsoft YaHei UI"/>
                          <a:cs typeface="Microsoft YaHei UI"/>
                        </a:rPr>
                        <a:t>件</a:t>
                      </a:r>
                      <a:r>
                        <a:rPr sz="600" b="1" spc="35" dirty="0">
                          <a:latin typeface="Microsoft YaHei UI"/>
                          <a:cs typeface="Microsoft YaHei UI"/>
                        </a:rPr>
                        <a:t>費</a:t>
                      </a:r>
                      <a:endParaRPr sz="600">
                        <a:latin typeface="Microsoft YaHei UI"/>
                        <a:cs typeface="Microsoft YaHei UI"/>
                      </a:endParaRPr>
                    </a:p>
                  </a:txBody>
                  <a:tcPr marL="0" marR="0" marT="31114" marB="0">
                    <a:lnL w="28575" cap="flat" cmpd="sng" algn="ctr">
                      <a:solidFill>
                        <a:srgbClr val="FF0000"/>
                      </a:solidFill>
                      <a:prstDash val="solid"/>
                      <a:round/>
                      <a:headEnd type="none" w="med" len="med"/>
                      <a:tailEnd type="none" w="med" len="med"/>
                    </a:lnL>
                    <a:lnR w="9525">
                      <a:solidFill>
                        <a:srgbClr val="000000"/>
                      </a:solidFill>
                      <a:prstDash val="solid"/>
                    </a:lnR>
                    <a:lnT w="6350">
                      <a:solidFill>
                        <a:srgbClr val="000000"/>
                      </a:solidFill>
                      <a:prstDash val="solid"/>
                    </a:lnT>
                    <a:lnB w="6350">
                      <a:solidFill>
                        <a:srgbClr val="000000"/>
                      </a:solidFill>
                      <a:prstDash val="solid"/>
                    </a:lnB>
                    <a:solidFill>
                      <a:srgbClr val="FFFF00"/>
                    </a:solidFill>
                  </a:tcPr>
                </a:tc>
                <a:tc>
                  <a:txBody>
                    <a:bodyPr/>
                    <a:lstStyle/>
                    <a:p>
                      <a:pPr marR="15240" algn="r">
                        <a:lnSpc>
                          <a:spcPct val="100000"/>
                        </a:lnSpc>
                        <a:spcBef>
                          <a:spcPts val="195"/>
                        </a:spcBef>
                      </a:pPr>
                      <a:r>
                        <a:rPr sz="650" spc="150" dirty="0">
                          <a:latin typeface="MS UI Gothic"/>
                          <a:cs typeface="MS UI Gothic"/>
                        </a:rPr>
                        <a:t>8,510</a:t>
                      </a:r>
                      <a:endParaRPr sz="650">
                        <a:latin typeface="MS UI Gothic"/>
                        <a:cs typeface="MS UI Gothic"/>
                      </a:endParaRPr>
                    </a:p>
                  </a:txBody>
                  <a:tcPr marL="0" marR="0" marT="24765" marB="0">
                    <a:lnL w="9525">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FFFF00"/>
                    </a:solidFill>
                  </a:tcPr>
                </a:tc>
                <a:tc>
                  <a:txBody>
                    <a:bodyPr/>
                    <a:lstStyle/>
                    <a:p>
                      <a:pPr marR="15240" algn="r">
                        <a:lnSpc>
                          <a:spcPct val="100000"/>
                        </a:lnSpc>
                        <a:spcBef>
                          <a:spcPts val="195"/>
                        </a:spcBef>
                      </a:pPr>
                      <a:r>
                        <a:rPr sz="650" spc="150" dirty="0">
                          <a:latin typeface="MS UI Gothic"/>
                          <a:cs typeface="MS UI Gothic"/>
                        </a:rPr>
                        <a:t>9,136</a:t>
                      </a:r>
                      <a:endParaRPr sz="650">
                        <a:latin typeface="MS UI Gothic"/>
                        <a:cs typeface="MS UI Gothic"/>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FFFF00"/>
                    </a:solidFill>
                  </a:tcPr>
                </a:tc>
                <a:tc>
                  <a:txBody>
                    <a:bodyPr/>
                    <a:lstStyle/>
                    <a:p>
                      <a:pPr marR="15240" algn="r">
                        <a:lnSpc>
                          <a:spcPct val="100000"/>
                        </a:lnSpc>
                        <a:spcBef>
                          <a:spcPts val="195"/>
                        </a:spcBef>
                      </a:pPr>
                      <a:r>
                        <a:rPr sz="650" spc="155" dirty="0">
                          <a:latin typeface="MS UI Gothic"/>
                          <a:cs typeface="MS UI Gothic"/>
                        </a:rPr>
                        <a:t>10,729</a:t>
                      </a:r>
                      <a:endParaRPr sz="650">
                        <a:latin typeface="MS UI Gothic"/>
                        <a:cs typeface="MS UI Gothic"/>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FFFF00"/>
                    </a:solidFill>
                  </a:tcPr>
                </a:tc>
                <a:tc>
                  <a:txBody>
                    <a:bodyPr/>
                    <a:lstStyle/>
                    <a:p>
                      <a:pPr marR="15240" algn="r">
                        <a:lnSpc>
                          <a:spcPct val="100000"/>
                        </a:lnSpc>
                        <a:spcBef>
                          <a:spcPts val="195"/>
                        </a:spcBef>
                      </a:pPr>
                      <a:r>
                        <a:rPr sz="650" spc="175" dirty="0">
                          <a:latin typeface="MS UI Gothic"/>
                          <a:cs typeface="MS UI Gothic"/>
                        </a:rPr>
                        <a:t>22,695</a:t>
                      </a:r>
                      <a:endParaRPr sz="650">
                        <a:latin typeface="MS UI Gothic"/>
                        <a:cs typeface="MS UI Gothic"/>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FFFF00"/>
                    </a:solidFill>
                  </a:tcPr>
                </a:tc>
                <a:tc>
                  <a:txBody>
                    <a:bodyPr/>
                    <a:lstStyle/>
                    <a:p>
                      <a:pPr marR="15240" algn="r">
                        <a:lnSpc>
                          <a:spcPct val="100000"/>
                        </a:lnSpc>
                        <a:spcBef>
                          <a:spcPts val="195"/>
                        </a:spcBef>
                      </a:pPr>
                      <a:r>
                        <a:rPr sz="650" spc="155" dirty="0">
                          <a:latin typeface="MS UI Gothic"/>
                          <a:cs typeface="MS UI Gothic"/>
                        </a:rPr>
                        <a:t>23,714</a:t>
                      </a:r>
                      <a:endParaRPr sz="650">
                        <a:latin typeface="MS UI Gothic"/>
                        <a:cs typeface="MS UI Gothic"/>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FFFF00"/>
                    </a:solidFill>
                  </a:tcPr>
                </a:tc>
                <a:tc>
                  <a:txBody>
                    <a:bodyPr/>
                    <a:lstStyle/>
                    <a:p>
                      <a:pPr marR="13335" algn="r">
                        <a:lnSpc>
                          <a:spcPct val="100000"/>
                        </a:lnSpc>
                        <a:spcBef>
                          <a:spcPts val="195"/>
                        </a:spcBef>
                      </a:pPr>
                      <a:r>
                        <a:rPr sz="650" spc="175" dirty="0">
                          <a:latin typeface="MS UI Gothic"/>
                          <a:cs typeface="MS UI Gothic"/>
                        </a:rPr>
                        <a:t>23,789</a:t>
                      </a:r>
                      <a:endParaRPr sz="650">
                        <a:latin typeface="MS UI Gothic"/>
                        <a:cs typeface="MS UI Gothic"/>
                      </a:endParaRPr>
                    </a:p>
                  </a:txBody>
                  <a:tcPr marL="0" marR="0" marT="24765" marB="0">
                    <a:lnL w="6350">
                      <a:solidFill>
                        <a:srgbClr val="000000"/>
                      </a:solidFill>
                      <a:prstDash val="solid"/>
                    </a:lnL>
                    <a:lnR w="9525">
                      <a:solidFill>
                        <a:srgbClr val="000000"/>
                      </a:solidFill>
                      <a:prstDash val="solid"/>
                    </a:lnR>
                    <a:lnT w="6350">
                      <a:solidFill>
                        <a:srgbClr val="000000"/>
                      </a:solidFill>
                      <a:prstDash val="solid"/>
                    </a:lnT>
                    <a:lnB w="6350">
                      <a:solidFill>
                        <a:srgbClr val="000000"/>
                      </a:solidFill>
                      <a:prstDash val="solid"/>
                    </a:lnB>
                    <a:solidFill>
                      <a:srgbClr val="FFFF00"/>
                    </a:solidFill>
                  </a:tcPr>
                </a:tc>
                <a:tc>
                  <a:txBody>
                    <a:bodyPr/>
                    <a:lstStyle/>
                    <a:p>
                      <a:pPr marR="11430" algn="r">
                        <a:lnSpc>
                          <a:spcPct val="100000"/>
                        </a:lnSpc>
                        <a:spcBef>
                          <a:spcPts val="244"/>
                        </a:spcBef>
                      </a:pPr>
                      <a:r>
                        <a:rPr sz="600" b="1" spc="100" dirty="0">
                          <a:solidFill>
                            <a:srgbClr val="0033CC"/>
                          </a:solidFill>
                          <a:latin typeface="Microsoft YaHei UI"/>
                          <a:cs typeface="Microsoft YaHei UI"/>
                        </a:rPr>
                        <a:t>98,573</a:t>
                      </a:r>
                      <a:endParaRPr sz="600">
                        <a:latin typeface="Microsoft YaHei UI"/>
                        <a:cs typeface="Microsoft YaHei UI"/>
                      </a:endParaRPr>
                    </a:p>
                  </a:txBody>
                  <a:tcPr marL="0" marR="0" marT="31114" marB="0">
                    <a:lnL w="9525">
                      <a:solidFill>
                        <a:srgbClr val="000000"/>
                      </a:solidFill>
                      <a:prstDash val="solid"/>
                    </a:lnL>
                    <a:lnR w="9525">
                      <a:solidFill>
                        <a:srgbClr val="000000"/>
                      </a:solidFill>
                      <a:prstDash val="solid"/>
                    </a:lnR>
                    <a:lnT w="6350">
                      <a:solidFill>
                        <a:srgbClr val="000000"/>
                      </a:solidFill>
                      <a:prstDash val="solid"/>
                    </a:lnT>
                    <a:lnB w="6350">
                      <a:solidFill>
                        <a:srgbClr val="000000"/>
                      </a:solidFill>
                      <a:prstDash val="solid"/>
                    </a:lnB>
                    <a:solidFill>
                      <a:srgbClr val="FFFF00"/>
                    </a:solidFill>
                  </a:tcPr>
                </a:tc>
                <a:tc>
                  <a:txBody>
                    <a:bodyPr/>
                    <a:lstStyle/>
                    <a:p>
                      <a:pPr marR="15240" algn="r">
                        <a:lnSpc>
                          <a:spcPct val="100000"/>
                        </a:lnSpc>
                        <a:spcBef>
                          <a:spcPts val="195"/>
                        </a:spcBef>
                      </a:pPr>
                      <a:r>
                        <a:rPr sz="650" spc="175" dirty="0">
                          <a:latin typeface="MS UI Gothic"/>
                          <a:cs typeface="MS UI Gothic"/>
                        </a:rPr>
                        <a:t>44,565</a:t>
                      </a:r>
                      <a:endParaRPr sz="650">
                        <a:latin typeface="MS UI Gothic"/>
                        <a:cs typeface="MS UI Gothic"/>
                      </a:endParaRPr>
                    </a:p>
                  </a:txBody>
                  <a:tcPr marL="0" marR="0" marT="24765" marB="0">
                    <a:lnL w="9525">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FFFF00"/>
                    </a:solidFill>
                  </a:tcPr>
                </a:tc>
                <a:tc>
                  <a:txBody>
                    <a:bodyPr/>
                    <a:lstStyle/>
                    <a:p>
                      <a:pPr marR="15240" algn="r">
                        <a:lnSpc>
                          <a:spcPct val="100000"/>
                        </a:lnSpc>
                        <a:spcBef>
                          <a:spcPts val="195"/>
                        </a:spcBef>
                      </a:pPr>
                      <a:r>
                        <a:rPr sz="650" spc="155" dirty="0">
                          <a:latin typeface="MS UI Gothic"/>
                          <a:cs typeface="MS UI Gothic"/>
                        </a:rPr>
                        <a:t>44,814</a:t>
                      </a:r>
                      <a:endParaRPr sz="650">
                        <a:latin typeface="MS UI Gothic"/>
                        <a:cs typeface="MS UI Gothic"/>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FFFF00"/>
                    </a:solidFill>
                  </a:tcPr>
                </a:tc>
                <a:tc>
                  <a:txBody>
                    <a:bodyPr/>
                    <a:lstStyle/>
                    <a:p>
                      <a:pPr marR="15240" algn="r">
                        <a:lnSpc>
                          <a:spcPct val="100000"/>
                        </a:lnSpc>
                        <a:spcBef>
                          <a:spcPts val="195"/>
                        </a:spcBef>
                      </a:pPr>
                      <a:r>
                        <a:rPr sz="650" spc="175" dirty="0">
                          <a:latin typeface="MS UI Gothic"/>
                          <a:cs typeface="MS UI Gothic"/>
                        </a:rPr>
                        <a:t>44,565</a:t>
                      </a:r>
                      <a:endParaRPr sz="650">
                        <a:latin typeface="MS UI Gothic"/>
                        <a:cs typeface="MS UI Gothic"/>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FFFF00"/>
                    </a:solidFill>
                  </a:tcPr>
                </a:tc>
                <a:tc>
                  <a:txBody>
                    <a:bodyPr/>
                    <a:lstStyle/>
                    <a:p>
                      <a:pPr marR="15240" algn="r">
                        <a:lnSpc>
                          <a:spcPct val="100000"/>
                        </a:lnSpc>
                        <a:spcBef>
                          <a:spcPts val="195"/>
                        </a:spcBef>
                      </a:pPr>
                      <a:r>
                        <a:rPr sz="650" spc="175" dirty="0">
                          <a:latin typeface="MS UI Gothic"/>
                          <a:cs typeface="MS UI Gothic"/>
                        </a:rPr>
                        <a:t>72,964</a:t>
                      </a:r>
                      <a:endParaRPr sz="650">
                        <a:latin typeface="MS UI Gothic"/>
                        <a:cs typeface="MS UI Gothic"/>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FFFF00"/>
                    </a:solidFill>
                  </a:tcPr>
                </a:tc>
                <a:tc>
                  <a:txBody>
                    <a:bodyPr/>
                    <a:lstStyle/>
                    <a:p>
                      <a:pPr marR="15240" algn="r">
                        <a:lnSpc>
                          <a:spcPct val="100000"/>
                        </a:lnSpc>
                        <a:spcBef>
                          <a:spcPts val="195"/>
                        </a:spcBef>
                      </a:pPr>
                      <a:r>
                        <a:rPr sz="650" spc="155" dirty="0">
                          <a:latin typeface="MS UI Gothic"/>
                          <a:cs typeface="MS UI Gothic"/>
                        </a:rPr>
                        <a:t>72,814</a:t>
                      </a:r>
                      <a:endParaRPr sz="650">
                        <a:latin typeface="MS UI Gothic"/>
                        <a:cs typeface="MS UI Gothic"/>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FFFF00"/>
                    </a:solidFill>
                  </a:tcPr>
                </a:tc>
                <a:tc>
                  <a:txBody>
                    <a:bodyPr/>
                    <a:lstStyle/>
                    <a:p>
                      <a:pPr marR="13335" algn="r">
                        <a:lnSpc>
                          <a:spcPct val="100000"/>
                        </a:lnSpc>
                        <a:spcBef>
                          <a:spcPts val="195"/>
                        </a:spcBef>
                      </a:pPr>
                      <a:r>
                        <a:rPr sz="650" spc="175" dirty="0">
                          <a:latin typeface="MS UI Gothic"/>
                          <a:cs typeface="MS UI Gothic"/>
                        </a:rPr>
                        <a:t>72,067</a:t>
                      </a:r>
                      <a:endParaRPr sz="650">
                        <a:latin typeface="MS UI Gothic"/>
                        <a:cs typeface="MS UI Gothic"/>
                      </a:endParaRPr>
                    </a:p>
                  </a:txBody>
                  <a:tcPr marL="0" marR="0" marT="24765" marB="0">
                    <a:lnL w="6350">
                      <a:solidFill>
                        <a:srgbClr val="000000"/>
                      </a:solidFill>
                      <a:prstDash val="solid"/>
                    </a:lnL>
                    <a:lnR w="9525">
                      <a:solidFill>
                        <a:srgbClr val="000000"/>
                      </a:solidFill>
                      <a:prstDash val="solid"/>
                    </a:lnR>
                    <a:lnT w="6350">
                      <a:solidFill>
                        <a:srgbClr val="000000"/>
                      </a:solidFill>
                      <a:prstDash val="solid"/>
                    </a:lnT>
                    <a:lnB w="6350">
                      <a:solidFill>
                        <a:srgbClr val="000000"/>
                      </a:solidFill>
                      <a:prstDash val="solid"/>
                    </a:lnB>
                    <a:solidFill>
                      <a:srgbClr val="FFFF00"/>
                    </a:solidFill>
                  </a:tcPr>
                </a:tc>
                <a:tc>
                  <a:txBody>
                    <a:bodyPr/>
                    <a:lstStyle/>
                    <a:p>
                      <a:pPr marR="12700" algn="r">
                        <a:lnSpc>
                          <a:spcPct val="100000"/>
                        </a:lnSpc>
                        <a:spcBef>
                          <a:spcPts val="195"/>
                        </a:spcBef>
                      </a:pPr>
                      <a:r>
                        <a:rPr sz="650" b="1" spc="90" dirty="0">
                          <a:solidFill>
                            <a:srgbClr val="0033CC"/>
                          </a:solidFill>
                          <a:latin typeface="Microsoft YaHei UI"/>
                          <a:cs typeface="Microsoft YaHei UI"/>
                        </a:rPr>
                        <a:t>351,789</a:t>
                      </a:r>
                      <a:endParaRPr sz="650">
                        <a:latin typeface="Microsoft YaHei UI"/>
                        <a:cs typeface="Microsoft YaHei UI"/>
                      </a:endParaRPr>
                    </a:p>
                  </a:txBody>
                  <a:tcPr marL="0" marR="0" marT="24765" marB="0">
                    <a:lnL w="9525">
                      <a:solidFill>
                        <a:srgbClr val="000000"/>
                      </a:solidFill>
                      <a:prstDash val="solid"/>
                    </a:lnL>
                    <a:lnR w="9525">
                      <a:solidFill>
                        <a:srgbClr val="000000"/>
                      </a:solidFill>
                      <a:prstDash val="solid"/>
                    </a:lnR>
                    <a:lnT w="6350">
                      <a:solidFill>
                        <a:srgbClr val="000000"/>
                      </a:solidFill>
                      <a:prstDash val="solid"/>
                    </a:lnT>
                    <a:lnB w="6350">
                      <a:solidFill>
                        <a:srgbClr val="000000"/>
                      </a:solidFill>
                      <a:prstDash val="solid"/>
                    </a:lnB>
                    <a:solidFill>
                      <a:srgbClr val="FFFF00"/>
                    </a:solidFill>
                  </a:tcPr>
                </a:tc>
                <a:tc>
                  <a:txBody>
                    <a:bodyPr/>
                    <a:lstStyle/>
                    <a:p>
                      <a:pPr marR="17780" algn="r">
                        <a:lnSpc>
                          <a:spcPct val="100000"/>
                        </a:lnSpc>
                        <a:spcBef>
                          <a:spcPts val="195"/>
                        </a:spcBef>
                      </a:pPr>
                      <a:r>
                        <a:rPr sz="650" b="1" spc="105" dirty="0">
                          <a:solidFill>
                            <a:srgbClr val="0033CC"/>
                          </a:solidFill>
                          <a:latin typeface="Microsoft YaHei UI"/>
                          <a:cs typeface="Microsoft YaHei UI"/>
                        </a:rPr>
                        <a:t>450,362</a:t>
                      </a:r>
                      <a:endParaRPr sz="650">
                        <a:latin typeface="Microsoft YaHei UI"/>
                        <a:cs typeface="Microsoft YaHei UI"/>
                      </a:endParaRPr>
                    </a:p>
                  </a:txBody>
                  <a:tcPr marL="0" marR="0" marT="24765" marB="0">
                    <a:lnL w="9525">
                      <a:solidFill>
                        <a:srgbClr val="000000"/>
                      </a:solidFill>
                      <a:prstDash val="solid"/>
                    </a:lnL>
                    <a:lnR w="19050">
                      <a:solidFill>
                        <a:srgbClr val="000000"/>
                      </a:solidFill>
                      <a:prstDash val="solid"/>
                    </a:lnR>
                    <a:lnT w="6350">
                      <a:solidFill>
                        <a:srgbClr val="000000"/>
                      </a:solidFill>
                      <a:prstDash val="solid"/>
                    </a:lnT>
                    <a:lnB w="6350">
                      <a:solidFill>
                        <a:srgbClr val="000000"/>
                      </a:solidFill>
                      <a:prstDash val="solid"/>
                    </a:lnB>
                    <a:solidFill>
                      <a:srgbClr val="FFFF00"/>
                    </a:solidFill>
                  </a:tcPr>
                </a:tc>
                <a:extLst>
                  <a:ext uri="{0D108BD9-81ED-4DB2-BD59-A6C34878D82A}">
                    <a16:rowId xmlns:a16="http://schemas.microsoft.com/office/drawing/2014/main" val="10002"/>
                  </a:ext>
                </a:extLst>
              </a:tr>
              <a:tr h="167152">
                <a:tc vMerge="1">
                  <a:txBody>
                    <a:bodyPr/>
                    <a:lstStyle/>
                    <a:p>
                      <a:endParaRPr/>
                    </a:p>
                  </a:txBody>
                  <a:tcPr marL="0" marR="0" marT="5080" marB="0">
                    <a:lnL w="19050">
                      <a:solidFill>
                        <a:srgbClr val="000000"/>
                      </a:solidFill>
                      <a:prstDash val="solid"/>
                    </a:lnL>
                    <a:lnR w="28575">
                      <a:solidFill>
                        <a:srgbClr val="FF0000"/>
                      </a:solidFill>
                      <a:prstDash val="solid"/>
                    </a:lnR>
                    <a:lnB w="12700">
                      <a:solidFill>
                        <a:srgbClr val="000000"/>
                      </a:solidFill>
                      <a:prstDash val="solid"/>
                    </a:lnB>
                    <a:solidFill>
                      <a:srgbClr val="FCE9D9"/>
                    </a:solidFill>
                  </a:tcPr>
                </a:tc>
                <a:tc>
                  <a:txBody>
                    <a:bodyPr/>
                    <a:lstStyle/>
                    <a:p>
                      <a:pPr marL="20955">
                        <a:lnSpc>
                          <a:spcPct val="100000"/>
                        </a:lnSpc>
                        <a:spcBef>
                          <a:spcPts val="355"/>
                        </a:spcBef>
                      </a:pPr>
                      <a:r>
                        <a:rPr sz="600" b="1" spc="85" dirty="0">
                          <a:latin typeface="Microsoft YaHei UI"/>
                          <a:cs typeface="Microsoft YaHei UI"/>
                        </a:rPr>
                        <a:t>③28</a:t>
                      </a:r>
                      <a:r>
                        <a:rPr sz="600" b="1" spc="35" dirty="0">
                          <a:latin typeface="Microsoft YaHei UI"/>
                          <a:cs typeface="Microsoft YaHei UI"/>
                        </a:rPr>
                        <a:t>期</a:t>
                      </a:r>
                      <a:r>
                        <a:rPr sz="600" b="1" spc="204" dirty="0">
                          <a:latin typeface="Microsoft YaHei UI"/>
                          <a:cs typeface="Microsoft YaHei UI"/>
                        </a:rPr>
                        <a:t> </a:t>
                      </a:r>
                      <a:r>
                        <a:rPr sz="600" b="1" spc="35" dirty="0">
                          <a:latin typeface="Microsoft YaHei UI"/>
                          <a:cs typeface="Microsoft YaHei UI"/>
                        </a:rPr>
                        <a:t>清</a:t>
                      </a:r>
                      <a:r>
                        <a:rPr sz="600" b="1" spc="30" dirty="0">
                          <a:latin typeface="Microsoft YaHei UI"/>
                          <a:cs typeface="Microsoft YaHei UI"/>
                        </a:rPr>
                        <a:t>掃</a:t>
                      </a:r>
                      <a:r>
                        <a:rPr sz="600" b="1" spc="35" dirty="0">
                          <a:latin typeface="Microsoft YaHei UI"/>
                          <a:cs typeface="Microsoft YaHei UI"/>
                        </a:rPr>
                        <a:t>原価</a:t>
                      </a:r>
                      <a:r>
                        <a:rPr sz="600" b="1" spc="210" dirty="0">
                          <a:latin typeface="Microsoft YaHei UI"/>
                          <a:cs typeface="Microsoft YaHei UI"/>
                        </a:rPr>
                        <a:t> </a:t>
                      </a:r>
                      <a:r>
                        <a:rPr sz="600" b="1" spc="35" dirty="0">
                          <a:latin typeface="Microsoft YaHei UI"/>
                          <a:cs typeface="Microsoft YaHei UI"/>
                        </a:rPr>
                        <a:t>外</a:t>
                      </a:r>
                      <a:r>
                        <a:rPr sz="600" b="1" spc="30" dirty="0">
                          <a:latin typeface="Microsoft YaHei UI"/>
                          <a:cs typeface="Microsoft YaHei UI"/>
                        </a:rPr>
                        <a:t>部</a:t>
                      </a:r>
                      <a:r>
                        <a:rPr sz="600" b="1" spc="35" dirty="0">
                          <a:latin typeface="Microsoft YaHei UI"/>
                          <a:cs typeface="Microsoft YaHei UI"/>
                        </a:rPr>
                        <a:t>案件</a:t>
                      </a:r>
                      <a:r>
                        <a:rPr sz="600" b="1" spc="30" dirty="0">
                          <a:latin typeface="Microsoft YaHei UI"/>
                          <a:cs typeface="Microsoft YaHei UI"/>
                        </a:rPr>
                        <a:t> </a:t>
                      </a:r>
                      <a:r>
                        <a:rPr sz="600" b="1" spc="35" dirty="0">
                          <a:latin typeface="Microsoft YaHei UI"/>
                          <a:cs typeface="Microsoft YaHei UI"/>
                        </a:rPr>
                        <a:t>従</a:t>
                      </a:r>
                      <a:r>
                        <a:rPr sz="600" b="1" spc="30" dirty="0">
                          <a:latin typeface="Microsoft YaHei UI"/>
                          <a:cs typeface="Microsoft YaHei UI"/>
                        </a:rPr>
                        <a:t>業</a:t>
                      </a:r>
                      <a:r>
                        <a:rPr sz="600" b="1" spc="35" dirty="0">
                          <a:latin typeface="Microsoft YaHei UI"/>
                          <a:cs typeface="Microsoft YaHei UI"/>
                        </a:rPr>
                        <a:t>員</a:t>
                      </a:r>
                      <a:r>
                        <a:rPr sz="600" b="1" spc="30" dirty="0">
                          <a:latin typeface="Microsoft YaHei UI"/>
                          <a:cs typeface="Microsoft YaHei UI"/>
                        </a:rPr>
                        <a:t>募</a:t>
                      </a:r>
                      <a:r>
                        <a:rPr sz="600" b="1" spc="35" dirty="0">
                          <a:latin typeface="Microsoft YaHei UI"/>
                          <a:cs typeface="Microsoft YaHei UI"/>
                        </a:rPr>
                        <a:t>集費</a:t>
                      </a:r>
                      <a:endParaRPr sz="600">
                        <a:latin typeface="Microsoft YaHei UI"/>
                        <a:cs typeface="Microsoft YaHei UI"/>
                      </a:endParaRPr>
                    </a:p>
                  </a:txBody>
                  <a:tcPr marL="0" marR="0" marT="45085" marB="0">
                    <a:lnL w="6350">
                      <a:solidFill>
                        <a:srgbClr val="000000"/>
                      </a:solidFill>
                      <a:prstDash val="solid"/>
                    </a:lnL>
                    <a:lnR w="9525">
                      <a:solidFill>
                        <a:srgbClr val="000000"/>
                      </a:solidFill>
                      <a:prstDash val="solid"/>
                    </a:lnR>
                    <a:lnT w="6350">
                      <a:solidFill>
                        <a:srgbClr val="000000"/>
                      </a:solidFill>
                      <a:prstDash val="solid"/>
                    </a:lnT>
                    <a:lnB w="28575">
                      <a:solidFill>
                        <a:srgbClr val="FF0000"/>
                      </a:solidFill>
                      <a:prstDash val="solid"/>
                    </a:lnB>
                    <a:solidFill>
                      <a:srgbClr val="DCE6F0"/>
                    </a:solidFill>
                  </a:tcPr>
                </a:tc>
                <a:tc>
                  <a:txBody>
                    <a:bodyPr/>
                    <a:lstStyle/>
                    <a:p>
                      <a:pPr marR="13970" algn="r">
                        <a:lnSpc>
                          <a:spcPct val="100000"/>
                        </a:lnSpc>
                        <a:spcBef>
                          <a:spcPts val="345"/>
                        </a:spcBef>
                      </a:pPr>
                      <a:r>
                        <a:rPr sz="650" spc="195" dirty="0">
                          <a:latin typeface="MS UI Gothic"/>
                          <a:cs typeface="MS UI Gothic"/>
                        </a:rPr>
                        <a:t>798</a:t>
                      </a:r>
                      <a:endParaRPr sz="650">
                        <a:latin typeface="MS UI Gothic"/>
                        <a:cs typeface="MS UI Gothic"/>
                      </a:endParaRPr>
                    </a:p>
                  </a:txBody>
                  <a:tcPr marL="0" marR="0" marT="43815" marB="0">
                    <a:lnL w="9525">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marR="13335" algn="r">
                        <a:lnSpc>
                          <a:spcPct val="100000"/>
                        </a:lnSpc>
                        <a:spcBef>
                          <a:spcPts val="345"/>
                        </a:spcBef>
                      </a:pPr>
                      <a:r>
                        <a:rPr sz="650" spc="195" dirty="0">
                          <a:latin typeface="MS UI Gothic"/>
                          <a:cs typeface="MS UI Gothic"/>
                        </a:rPr>
                        <a:t>562</a:t>
                      </a:r>
                      <a:endParaRPr sz="650">
                        <a:latin typeface="MS UI Gothic"/>
                        <a:cs typeface="MS UI Gothic"/>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marR="13335" algn="r">
                        <a:lnSpc>
                          <a:spcPct val="100000"/>
                        </a:lnSpc>
                        <a:spcBef>
                          <a:spcPts val="345"/>
                        </a:spcBef>
                      </a:pPr>
                      <a:r>
                        <a:rPr sz="650" spc="195" dirty="0">
                          <a:latin typeface="MS UI Gothic"/>
                          <a:cs typeface="MS UI Gothic"/>
                        </a:rPr>
                        <a:t>675</a:t>
                      </a:r>
                      <a:endParaRPr sz="650">
                        <a:latin typeface="MS UI Gothic"/>
                        <a:cs typeface="MS UI Gothic"/>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marR="15240" algn="r">
                        <a:lnSpc>
                          <a:spcPct val="100000"/>
                        </a:lnSpc>
                        <a:spcBef>
                          <a:spcPts val="345"/>
                        </a:spcBef>
                      </a:pPr>
                      <a:r>
                        <a:rPr sz="650" spc="170" dirty="0">
                          <a:latin typeface="MS UI Gothic"/>
                          <a:cs typeface="MS UI Gothic"/>
                        </a:rPr>
                        <a:t>2,420</a:t>
                      </a:r>
                      <a:endParaRPr sz="650">
                        <a:latin typeface="MS UI Gothic"/>
                        <a:cs typeface="MS UI Gothic"/>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marR="15240" algn="r">
                        <a:lnSpc>
                          <a:spcPct val="100000"/>
                        </a:lnSpc>
                        <a:spcBef>
                          <a:spcPts val="345"/>
                        </a:spcBef>
                      </a:pPr>
                      <a:r>
                        <a:rPr sz="650" spc="170" dirty="0">
                          <a:latin typeface="MS UI Gothic"/>
                          <a:cs typeface="MS UI Gothic"/>
                        </a:rPr>
                        <a:t>2,384</a:t>
                      </a:r>
                      <a:endParaRPr sz="650">
                        <a:latin typeface="MS UI Gothic"/>
                        <a:cs typeface="MS UI Gothic"/>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marR="12700" algn="r">
                        <a:lnSpc>
                          <a:spcPct val="100000"/>
                        </a:lnSpc>
                        <a:spcBef>
                          <a:spcPts val="345"/>
                        </a:spcBef>
                      </a:pPr>
                      <a:r>
                        <a:rPr sz="650" spc="170" dirty="0">
                          <a:latin typeface="MS UI Gothic"/>
                          <a:cs typeface="MS UI Gothic"/>
                        </a:rPr>
                        <a:t>2,560</a:t>
                      </a:r>
                      <a:endParaRPr sz="650">
                        <a:latin typeface="MS UI Gothic"/>
                        <a:cs typeface="MS UI Gothic"/>
                      </a:endParaRPr>
                    </a:p>
                  </a:txBody>
                  <a:tcPr marL="0" marR="0" marT="43815" marB="0">
                    <a:lnL w="6350">
                      <a:solidFill>
                        <a:srgbClr val="000000"/>
                      </a:solidFill>
                      <a:prstDash val="solid"/>
                    </a:lnL>
                    <a:lnR w="9525">
                      <a:solidFill>
                        <a:srgbClr val="000000"/>
                      </a:solidFill>
                      <a:prstDash val="solid"/>
                    </a:lnR>
                    <a:lnT w="6350">
                      <a:solidFill>
                        <a:srgbClr val="000000"/>
                      </a:solidFill>
                      <a:prstDash val="solid"/>
                    </a:lnT>
                    <a:lnB w="28575">
                      <a:solidFill>
                        <a:srgbClr val="FF0000"/>
                      </a:solidFill>
                      <a:prstDash val="solid"/>
                    </a:lnB>
                  </a:tcPr>
                </a:tc>
                <a:tc>
                  <a:txBody>
                    <a:bodyPr/>
                    <a:lstStyle/>
                    <a:p>
                      <a:pPr marR="11430" algn="r">
                        <a:lnSpc>
                          <a:spcPct val="100000"/>
                        </a:lnSpc>
                        <a:spcBef>
                          <a:spcPts val="355"/>
                        </a:spcBef>
                      </a:pPr>
                      <a:r>
                        <a:rPr sz="600" b="1" spc="100" dirty="0">
                          <a:solidFill>
                            <a:srgbClr val="0033CC"/>
                          </a:solidFill>
                          <a:latin typeface="Microsoft YaHei UI"/>
                          <a:cs typeface="Microsoft YaHei UI"/>
                        </a:rPr>
                        <a:t>9,399</a:t>
                      </a:r>
                      <a:endParaRPr sz="600">
                        <a:latin typeface="Microsoft YaHei UI"/>
                        <a:cs typeface="Microsoft YaHei UI"/>
                      </a:endParaRPr>
                    </a:p>
                  </a:txBody>
                  <a:tcPr marL="0" marR="0" marT="45085" marB="0">
                    <a:lnL w="9525">
                      <a:solidFill>
                        <a:srgbClr val="000000"/>
                      </a:solidFill>
                      <a:prstDash val="solid"/>
                    </a:lnL>
                    <a:lnR w="9525">
                      <a:solidFill>
                        <a:srgbClr val="000000"/>
                      </a:solidFill>
                      <a:prstDash val="solid"/>
                    </a:lnR>
                    <a:lnT w="6350">
                      <a:solidFill>
                        <a:srgbClr val="000000"/>
                      </a:solidFill>
                      <a:prstDash val="solid"/>
                    </a:lnT>
                    <a:lnB w="28575">
                      <a:solidFill>
                        <a:srgbClr val="FF0000"/>
                      </a:solidFill>
                      <a:prstDash val="solid"/>
                    </a:lnB>
                  </a:tcPr>
                </a:tc>
                <a:tc>
                  <a:txBody>
                    <a:bodyPr/>
                    <a:lstStyle/>
                    <a:p>
                      <a:pPr marR="15240" algn="r">
                        <a:lnSpc>
                          <a:spcPct val="100000"/>
                        </a:lnSpc>
                        <a:spcBef>
                          <a:spcPts val="345"/>
                        </a:spcBef>
                      </a:pPr>
                      <a:r>
                        <a:rPr sz="650" spc="170" dirty="0">
                          <a:latin typeface="MS UI Gothic"/>
                          <a:cs typeface="MS UI Gothic"/>
                        </a:rPr>
                        <a:t>5,465</a:t>
                      </a:r>
                      <a:endParaRPr sz="650">
                        <a:latin typeface="MS UI Gothic"/>
                        <a:cs typeface="MS UI Gothic"/>
                      </a:endParaRPr>
                    </a:p>
                  </a:txBody>
                  <a:tcPr marL="0" marR="0" marT="43815" marB="0">
                    <a:lnL w="9525">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marR="15240" algn="r">
                        <a:lnSpc>
                          <a:spcPct val="100000"/>
                        </a:lnSpc>
                        <a:spcBef>
                          <a:spcPts val="345"/>
                        </a:spcBef>
                      </a:pPr>
                      <a:r>
                        <a:rPr sz="650" spc="170" dirty="0">
                          <a:latin typeface="MS UI Gothic"/>
                          <a:cs typeface="MS UI Gothic"/>
                        </a:rPr>
                        <a:t>5,450</a:t>
                      </a:r>
                      <a:endParaRPr sz="650">
                        <a:latin typeface="MS UI Gothic"/>
                        <a:cs typeface="MS UI Gothic"/>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marR="15240" algn="r">
                        <a:lnSpc>
                          <a:spcPct val="100000"/>
                        </a:lnSpc>
                        <a:spcBef>
                          <a:spcPts val="345"/>
                        </a:spcBef>
                      </a:pPr>
                      <a:r>
                        <a:rPr sz="650" spc="170" dirty="0">
                          <a:latin typeface="MS UI Gothic"/>
                          <a:cs typeface="MS UI Gothic"/>
                        </a:rPr>
                        <a:t>5,350</a:t>
                      </a:r>
                      <a:endParaRPr sz="650">
                        <a:latin typeface="MS UI Gothic"/>
                        <a:cs typeface="MS UI Gothic"/>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marR="15240" algn="r">
                        <a:lnSpc>
                          <a:spcPct val="100000"/>
                        </a:lnSpc>
                        <a:spcBef>
                          <a:spcPts val="345"/>
                        </a:spcBef>
                      </a:pPr>
                      <a:r>
                        <a:rPr sz="650" spc="170" dirty="0">
                          <a:latin typeface="MS UI Gothic"/>
                          <a:cs typeface="MS UI Gothic"/>
                        </a:rPr>
                        <a:t>9,350</a:t>
                      </a:r>
                      <a:endParaRPr sz="650">
                        <a:latin typeface="MS UI Gothic"/>
                        <a:cs typeface="MS UI Gothic"/>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marR="15240" algn="r">
                        <a:lnSpc>
                          <a:spcPct val="100000"/>
                        </a:lnSpc>
                        <a:spcBef>
                          <a:spcPts val="345"/>
                        </a:spcBef>
                      </a:pPr>
                      <a:r>
                        <a:rPr sz="650" spc="170" dirty="0">
                          <a:latin typeface="MS UI Gothic"/>
                          <a:cs typeface="MS UI Gothic"/>
                        </a:rPr>
                        <a:t>9,383</a:t>
                      </a:r>
                      <a:endParaRPr sz="650">
                        <a:latin typeface="MS UI Gothic"/>
                        <a:cs typeface="MS UI Gothic"/>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tcPr>
                </a:tc>
                <a:tc>
                  <a:txBody>
                    <a:bodyPr/>
                    <a:lstStyle/>
                    <a:p>
                      <a:pPr marR="12700" algn="r">
                        <a:lnSpc>
                          <a:spcPct val="100000"/>
                        </a:lnSpc>
                        <a:spcBef>
                          <a:spcPts val="345"/>
                        </a:spcBef>
                      </a:pPr>
                      <a:r>
                        <a:rPr sz="650" spc="170" dirty="0">
                          <a:latin typeface="MS UI Gothic"/>
                          <a:cs typeface="MS UI Gothic"/>
                        </a:rPr>
                        <a:t>9,480</a:t>
                      </a:r>
                      <a:endParaRPr sz="650">
                        <a:latin typeface="MS UI Gothic"/>
                        <a:cs typeface="MS UI Gothic"/>
                      </a:endParaRPr>
                    </a:p>
                  </a:txBody>
                  <a:tcPr marL="0" marR="0" marT="43815" marB="0">
                    <a:lnL w="6350">
                      <a:solidFill>
                        <a:srgbClr val="000000"/>
                      </a:solidFill>
                      <a:prstDash val="solid"/>
                    </a:lnL>
                    <a:lnR w="9525">
                      <a:solidFill>
                        <a:srgbClr val="000000"/>
                      </a:solidFill>
                      <a:prstDash val="solid"/>
                    </a:lnR>
                    <a:lnT w="6350">
                      <a:solidFill>
                        <a:srgbClr val="000000"/>
                      </a:solidFill>
                      <a:prstDash val="solid"/>
                    </a:lnT>
                    <a:lnB w="28575">
                      <a:solidFill>
                        <a:srgbClr val="FF0000"/>
                      </a:solidFill>
                      <a:prstDash val="solid"/>
                    </a:lnB>
                  </a:tcPr>
                </a:tc>
                <a:tc>
                  <a:txBody>
                    <a:bodyPr/>
                    <a:lstStyle/>
                    <a:p>
                      <a:pPr marR="12700" algn="r">
                        <a:lnSpc>
                          <a:spcPct val="100000"/>
                        </a:lnSpc>
                        <a:spcBef>
                          <a:spcPts val="345"/>
                        </a:spcBef>
                      </a:pPr>
                      <a:r>
                        <a:rPr sz="650" b="1" spc="105" dirty="0">
                          <a:solidFill>
                            <a:srgbClr val="0033CC"/>
                          </a:solidFill>
                          <a:latin typeface="Microsoft YaHei UI"/>
                          <a:cs typeface="Microsoft YaHei UI"/>
                        </a:rPr>
                        <a:t>44,478</a:t>
                      </a:r>
                      <a:endParaRPr sz="650">
                        <a:latin typeface="Microsoft YaHei UI"/>
                        <a:cs typeface="Microsoft YaHei UI"/>
                      </a:endParaRPr>
                    </a:p>
                  </a:txBody>
                  <a:tcPr marL="0" marR="0" marT="43815" marB="0">
                    <a:lnL w="9525">
                      <a:solidFill>
                        <a:srgbClr val="000000"/>
                      </a:solidFill>
                      <a:prstDash val="solid"/>
                    </a:lnL>
                    <a:lnR w="9525">
                      <a:solidFill>
                        <a:srgbClr val="000000"/>
                      </a:solidFill>
                      <a:prstDash val="solid"/>
                    </a:lnR>
                    <a:lnT w="6350">
                      <a:solidFill>
                        <a:srgbClr val="000000"/>
                      </a:solidFill>
                      <a:prstDash val="solid"/>
                    </a:lnT>
                    <a:lnB w="28575">
                      <a:solidFill>
                        <a:srgbClr val="FF0000"/>
                      </a:solidFill>
                      <a:prstDash val="solid"/>
                    </a:lnB>
                  </a:tcPr>
                </a:tc>
                <a:tc>
                  <a:txBody>
                    <a:bodyPr/>
                    <a:lstStyle/>
                    <a:p>
                      <a:pPr marR="17780" algn="r">
                        <a:lnSpc>
                          <a:spcPct val="100000"/>
                        </a:lnSpc>
                        <a:spcBef>
                          <a:spcPts val="345"/>
                        </a:spcBef>
                      </a:pPr>
                      <a:r>
                        <a:rPr sz="650" b="1" spc="105" dirty="0">
                          <a:solidFill>
                            <a:srgbClr val="0033CC"/>
                          </a:solidFill>
                          <a:latin typeface="Microsoft YaHei UI"/>
                          <a:cs typeface="Microsoft YaHei UI"/>
                        </a:rPr>
                        <a:t>53,877</a:t>
                      </a:r>
                      <a:endParaRPr sz="650">
                        <a:latin typeface="Microsoft YaHei UI"/>
                        <a:cs typeface="Microsoft YaHei UI"/>
                      </a:endParaRPr>
                    </a:p>
                  </a:txBody>
                  <a:tcPr marL="0" marR="0" marT="43815" marB="0">
                    <a:lnL w="9525">
                      <a:solidFill>
                        <a:srgbClr val="000000"/>
                      </a:solidFill>
                      <a:prstDash val="solid"/>
                    </a:lnL>
                    <a:lnR w="19050">
                      <a:solidFill>
                        <a:srgbClr val="000000"/>
                      </a:solidFill>
                      <a:prstDash val="solid"/>
                    </a:lnR>
                    <a:lnT w="6350">
                      <a:solidFill>
                        <a:srgbClr val="000000"/>
                      </a:solidFill>
                      <a:prstDash val="solid"/>
                    </a:lnT>
                    <a:lnB w="28575">
                      <a:solidFill>
                        <a:srgbClr val="FF0000"/>
                      </a:solidFill>
                      <a:prstDash val="solid"/>
                    </a:lnB>
                  </a:tcPr>
                </a:tc>
                <a:extLst>
                  <a:ext uri="{0D108BD9-81ED-4DB2-BD59-A6C34878D82A}">
                    <a16:rowId xmlns:a16="http://schemas.microsoft.com/office/drawing/2014/main" val="10003"/>
                  </a:ext>
                </a:extLst>
              </a:tr>
              <a:tr h="185302">
                <a:tc vMerge="1">
                  <a:txBody>
                    <a:bodyPr/>
                    <a:lstStyle/>
                    <a:p>
                      <a:endParaRPr/>
                    </a:p>
                  </a:txBody>
                  <a:tcPr marL="0" marR="0" marT="5080" marB="0">
                    <a:lnL w="19050">
                      <a:solidFill>
                        <a:srgbClr val="000000"/>
                      </a:solidFill>
                      <a:prstDash val="solid"/>
                    </a:lnL>
                    <a:lnR w="28575">
                      <a:solidFill>
                        <a:srgbClr val="FF0000"/>
                      </a:solidFill>
                      <a:prstDash val="solid"/>
                    </a:lnR>
                    <a:lnB w="12700">
                      <a:solidFill>
                        <a:srgbClr val="000000"/>
                      </a:solidFill>
                      <a:prstDash val="solid"/>
                    </a:lnB>
                    <a:solidFill>
                      <a:srgbClr val="FCE9D9"/>
                    </a:solidFill>
                  </a:tcPr>
                </a:tc>
                <a:tc>
                  <a:txBody>
                    <a:bodyPr/>
                    <a:lstStyle/>
                    <a:p>
                      <a:pPr marL="20955">
                        <a:lnSpc>
                          <a:spcPct val="100000"/>
                        </a:lnSpc>
                        <a:spcBef>
                          <a:spcPts val="425"/>
                        </a:spcBef>
                      </a:pPr>
                      <a:r>
                        <a:rPr sz="600" b="1" spc="35" dirty="0">
                          <a:latin typeface="Microsoft YaHei UI"/>
                          <a:cs typeface="Microsoft YaHei UI"/>
                        </a:rPr>
                        <a:t>④</a:t>
                      </a:r>
                      <a:r>
                        <a:rPr sz="600" b="1" spc="185" dirty="0">
                          <a:latin typeface="Microsoft YaHei UI"/>
                          <a:cs typeface="Microsoft YaHei UI"/>
                        </a:rPr>
                        <a:t> </a:t>
                      </a:r>
                      <a:r>
                        <a:rPr sz="600" b="1" spc="30" dirty="0">
                          <a:latin typeface="Microsoft YaHei UI"/>
                          <a:cs typeface="Microsoft YaHei UI"/>
                        </a:rPr>
                        <a:t>②パ</a:t>
                      </a:r>
                      <a:r>
                        <a:rPr sz="600" b="1" spc="-5" dirty="0">
                          <a:latin typeface="Microsoft YaHei UI"/>
                          <a:cs typeface="Microsoft YaHei UI"/>
                        </a:rPr>
                        <a:t>ー</a:t>
                      </a:r>
                      <a:r>
                        <a:rPr sz="600" b="1" spc="-120" dirty="0">
                          <a:latin typeface="Microsoft YaHei UI"/>
                          <a:cs typeface="Microsoft YaHei UI"/>
                        </a:rPr>
                        <a:t>ト</a:t>
                      </a:r>
                      <a:r>
                        <a:rPr sz="600" b="1" spc="35" dirty="0">
                          <a:latin typeface="Microsoft YaHei UI"/>
                          <a:cs typeface="Microsoft YaHei UI"/>
                        </a:rPr>
                        <a:t>人</a:t>
                      </a:r>
                      <a:r>
                        <a:rPr sz="600" b="1" spc="30" dirty="0">
                          <a:latin typeface="Microsoft YaHei UI"/>
                          <a:cs typeface="Microsoft YaHei UI"/>
                        </a:rPr>
                        <a:t>件</a:t>
                      </a:r>
                      <a:r>
                        <a:rPr sz="600" b="1" spc="35" dirty="0">
                          <a:latin typeface="Microsoft YaHei UI"/>
                          <a:cs typeface="Microsoft YaHei UI"/>
                        </a:rPr>
                        <a:t>費</a:t>
                      </a:r>
                      <a:r>
                        <a:rPr sz="600" b="1" spc="30" dirty="0">
                          <a:latin typeface="Microsoft YaHei UI"/>
                          <a:cs typeface="Microsoft YaHei UI"/>
                        </a:rPr>
                        <a:t>か</a:t>
                      </a:r>
                      <a:r>
                        <a:rPr sz="600" b="1" spc="15" dirty="0">
                          <a:latin typeface="Microsoft YaHei UI"/>
                          <a:cs typeface="Microsoft YaHei UI"/>
                        </a:rPr>
                        <a:t>ら</a:t>
                      </a:r>
                      <a:r>
                        <a:rPr sz="600" b="1" spc="10" dirty="0">
                          <a:latin typeface="Microsoft YaHei UI"/>
                          <a:cs typeface="Microsoft YaHei UI"/>
                        </a:rPr>
                        <a:t>算</a:t>
                      </a:r>
                      <a:r>
                        <a:rPr sz="600" b="1" spc="-5" dirty="0">
                          <a:latin typeface="Microsoft YaHei UI"/>
                          <a:cs typeface="Microsoft YaHei UI"/>
                        </a:rPr>
                        <a:t>出し</a:t>
                      </a:r>
                      <a:r>
                        <a:rPr sz="600" b="1" spc="35" dirty="0">
                          <a:latin typeface="Microsoft YaHei UI"/>
                          <a:cs typeface="Microsoft YaHei UI"/>
                        </a:rPr>
                        <a:t>た</a:t>
                      </a:r>
                      <a:r>
                        <a:rPr sz="600" b="1" spc="30" dirty="0">
                          <a:latin typeface="Microsoft YaHei UI"/>
                          <a:cs typeface="Microsoft YaHei UI"/>
                        </a:rPr>
                        <a:t>時</a:t>
                      </a:r>
                      <a:r>
                        <a:rPr sz="600" b="1" spc="-125" dirty="0">
                          <a:latin typeface="Microsoft YaHei UI"/>
                          <a:cs typeface="Microsoft YaHei UI"/>
                        </a:rPr>
                        <a:t>間</a:t>
                      </a:r>
                      <a:r>
                        <a:rPr sz="600" b="1" spc="-110" dirty="0">
                          <a:latin typeface="Microsoft YaHei UI"/>
                          <a:cs typeface="Microsoft YaHei UI"/>
                        </a:rPr>
                        <a:t>（</a:t>
                      </a:r>
                      <a:r>
                        <a:rPr sz="600" b="1" spc="35" dirty="0">
                          <a:latin typeface="Microsoft YaHei UI"/>
                          <a:cs typeface="Microsoft YaHei UI"/>
                        </a:rPr>
                        <a:t>工</a:t>
                      </a:r>
                      <a:r>
                        <a:rPr sz="600" b="1" spc="30" dirty="0">
                          <a:latin typeface="Microsoft YaHei UI"/>
                          <a:cs typeface="Microsoft YaHei UI"/>
                        </a:rPr>
                        <a:t>数</a:t>
                      </a:r>
                      <a:r>
                        <a:rPr sz="600" b="1" spc="-285" dirty="0">
                          <a:latin typeface="Microsoft YaHei UI"/>
                          <a:cs typeface="Microsoft YaHei UI"/>
                        </a:rPr>
                        <a:t>）</a:t>
                      </a:r>
                      <a:endParaRPr sz="600">
                        <a:latin typeface="Microsoft YaHei UI"/>
                        <a:cs typeface="Microsoft YaHei UI"/>
                      </a:endParaRPr>
                    </a:p>
                  </a:txBody>
                  <a:tcPr marL="0" marR="0" marT="53975" marB="0">
                    <a:lnL w="28575">
                      <a:solidFill>
                        <a:srgbClr val="FF0000"/>
                      </a:solidFill>
                      <a:prstDash val="solid"/>
                    </a:lnL>
                    <a:lnR w="9525">
                      <a:solidFill>
                        <a:srgbClr val="000000"/>
                      </a:solidFill>
                      <a:prstDash val="solid"/>
                    </a:lnR>
                    <a:lnT w="28575">
                      <a:solidFill>
                        <a:srgbClr val="FF0000"/>
                      </a:solidFill>
                      <a:prstDash val="solid"/>
                    </a:lnT>
                    <a:lnB w="6350">
                      <a:solidFill>
                        <a:srgbClr val="000000"/>
                      </a:solidFill>
                      <a:prstDash val="solid"/>
                    </a:lnB>
                    <a:solidFill>
                      <a:srgbClr val="DCE6F0"/>
                    </a:solidFill>
                  </a:tcPr>
                </a:tc>
                <a:tc>
                  <a:txBody>
                    <a:bodyPr/>
                    <a:lstStyle/>
                    <a:p>
                      <a:pPr marR="15240" algn="r">
                        <a:lnSpc>
                          <a:spcPct val="100000"/>
                        </a:lnSpc>
                        <a:spcBef>
                          <a:spcPts val="415"/>
                        </a:spcBef>
                      </a:pPr>
                      <a:r>
                        <a:rPr sz="650" spc="170" dirty="0">
                          <a:latin typeface="MS UI Gothic"/>
                          <a:cs typeface="MS UI Gothic"/>
                        </a:rPr>
                        <a:t>7,736</a:t>
                      </a:r>
                      <a:endParaRPr sz="650">
                        <a:latin typeface="MS UI Gothic"/>
                        <a:cs typeface="MS UI Gothic"/>
                      </a:endParaRPr>
                    </a:p>
                  </a:txBody>
                  <a:tcPr marL="0" marR="0" marT="52705" marB="0">
                    <a:lnL w="9525">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tcPr>
                </a:tc>
                <a:tc>
                  <a:txBody>
                    <a:bodyPr/>
                    <a:lstStyle/>
                    <a:p>
                      <a:pPr marR="15240" algn="r">
                        <a:lnSpc>
                          <a:spcPct val="100000"/>
                        </a:lnSpc>
                        <a:spcBef>
                          <a:spcPts val="415"/>
                        </a:spcBef>
                      </a:pPr>
                      <a:r>
                        <a:rPr sz="650" spc="170" dirty="0">
                          <a:latin typeface="MS UI Gothic"/>
                          <a:cs typeface="MS UI Gothic"/>
                        </a:rPr>
                        <a:t>8,305</a:t>
                      </a:r>
                      <a:endParaRPr sz="650">
                        <a:latin typeface="MS UI Gothic"/>
                        <a:cs typeface="MS UI Gothic"/>
                      </a:endParaRPr>
                    </a:p>
                  </a:txBody>
                  <a:tcPr marL="0" marR="0" marT="52705"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tcPr>
                </a:tc>
                <a:tc>
                  <a:txBody>
                    <a:bodyPr/>
                    <a:lstStyle/>
                    <a:p>
                      <a:pPr marR="15240" algn="r">
                        <a:lnSpc>
                          <a:spcPct val="100000"/>
                        </a:lnSpc>
                        <a:spcBef>
                          <a:spcPts val="415"/>
                        </a:spcBef>
                      </a:pPr>
                      <a:r>
                        <a:rPr sz="650" spc="170" dirty="0">
                          <a:latin typeface="MS UI Gothic"/>
                          <a:cs typeface="MS UI Gothic"/>
                        </a:rPr>
                        <a:t>9,754</a:t>
                      </a:r>
                      <a:endParaRPr sz="650">
                        <a:latin typeface="MS UI Gothic"/>
                        <a:cs typeface="MS UI Gothic"/>
                      </a:endParaRPr>
                    </a:p>
                  </a:txBody>
                  <a:tcPr marL="0" marR="0" marT="52705"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tcPr>
                </a:tc>
                <a:tc>
                  <a:txBody>
                    <a:bodyPr/>
                    <a:lstStyle/>
                    <a:p>
                      <a:pPr marR="15240" algn="r">
                        <a:lnSpc>
                          <a:spcPct val="100000"/>
                        </a:lnSpc>
                        <a:spcBef>
                          <a:spcPts val="415"/>
                        </a:spcBef>
                      </a:pPr>
                      <a:r>
                        <a:rPr sz="650" spc="175" dirty="0">
                          <a:latin typeface="MS UI Gothic"/>
                          <a:cs typeface="MS UI Gothic"/>
                        </a:rPr>
                        <a:t>20,632</a:t>
                      </a:r>
                      <a:endParaRPr sz="650">
                        <a:latin typeface="MS UI Gothic"/>
                        <a:cs typeface="MS UI Gothic"/>
                      </a:endParaRPr>
                    </a:p>
                  </a:txBody>
                  <a:tcPr marL="0" marR="0" marT="52705"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tcPr>
                </a:tc>
                <a:tc>
                  <a:txBody>
                    <a:bodyPr/>
                    <a:lstStyle/>
                    <a:p>
                      <a:pPr marR="15240" algn="r">
                        <a:lnSpc>
                          <a:spcPct val="100000"/>
                        </a:lnSpc>
                        <a:spcBef>
                          <a:spcPts val="415"/>
                        </a:spcBef>
                      </a:pPr>
                      <a:r>
                        <a:rPr sz="650" spc="155" dirty="0">
                          <a:latin typeface="MS UI Gothic"/>
                          <a:cs typeface="MS UI Gothic"/>
                        </a:rPr>
                        <a:t>21,558</a:t>
                      </a:r>
                      <a:endParaRPr sz="650">
                        <a:latin typeface="MS UI Gothic"/>
                        <a:cs typeface="MS UI Gothic"/>
                      </a:endParaRPr>
                    </a:p>
                  </a:txBody>
                  <a:tcPr marL="0" marR="0" marT="52705"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tcPr>
                </a:tc>
                <a:tc>
                  <a:txBody>
                    <a:bodyPr/>
                    <a:lstStyle/>
                    <a:p>
                      <a:pPr marR="12700" algn="r">
                        <a:lnSpc>
                          <a:spcPct val="100000"/>
                        </a:lnSpc>
                        <a:spcBef>
                          <a:spcPts val="415"/>
                        </a:spcBef>
                      </a:pPr>
                      <a:r>
                        <a:rPr sz="650" spc="155" dirty="0">
                          <a:latin typeface="MS UI Gothic"/>
                          <a:cs typeface="MS UI Gothic"/>
                        </a:rPr>
                        <a:t>21,626</a:t>
                      </a:r>
                      <a:endParaRPr sz="650">
                        <a:latin typeface="MS UI Gothic"/>
                        <a:cs typeface="MS UI Gothic"/>
                      </a:endParaRPr>
                    </a:p>
                  </a:txBody>
                  <a:tcPr marL="0" marR="0" marT="52705" marB="0">
                    <a:lnL w="6350">
                      <a:solidFill>
                        <a:srgbClr val="000000"/>
                      </a:solidFill>
                      <a:prstDash val="solid"/>
                    </a:lnL>
                    <a:lnR w="9525">
                      <a:solidFill>
                        <a:srgbClr val="000000"/>
                      </a:solidFill>
                      <a:prstDash val="solid"/>
                    </a:lnR>
                    <a:lnT w="28575">
                      <a:solidFill>
                        <a:srgbClr val="FF0000"/>
                      </a:solidFill>
                      <a:prstDash val="solid"/>
                    </a:lnT>
                    <a:lnB w="6350">
                      <a:solidFill>
                        <a:srgbClr val="000000"/>
                      </a:solidFill>
                      <a:prstDash val="solid"/>
                    </a:lnB>
                  </a:tcPr>
                </a:tc>
                <a:tc>
                  <a:txBody>
                    <a:bodyPr/>
                    <a:lstStyle/>
                    <a:p>
                      <a:pPr marR="12065" algn="r">
                        <a:lnSpc>
                          <a:spcPct val="100000"/>
                        </a:lnSpc>
                        <a:spcBef>
                          <a:spcPts val="425"/>
                        </a:spcBef>
                      </a:pPr>
                      <a:r>
                        <a:rPr sz="600" b="1" spc="90" dirty="0">
                          <a:solidFill>
                            <a:srgbClr val="0033CC"/>
                          </a:solidFill>
                          <a:latin typeface="Microsoft YaHei UI"/>
                          <a:cs typeface="Microsoft YaHei UI"/>
                        </a:rPr>
                        <a:t>89,612</a:t>
                      </a:r>
                      <a:endParaRPr sz="600">
                        <a:latin typeface="Microsoft YaHei UI"/>
                        <a:cs typeface="Microsoft YaHei UI"/>
                      </a:endParaRPr>
                    </a:p>
                  </a:txBody>
                  <a:tcPr marL="0" marR="0" marT="53975" marB="0">
                    <a:lnL w="9525">
                      <a:solidFill>
                        <a:srgbClr val="000000"/>
                      </a:solidFill>
                      <a:prstDash val="solid"/>
                    </a:lnL>
                    <a:lnR w="9525">
                      <a:solidFill>
                        <a:srgbClr val="000000"/>
                      </a:solidFill>
                      <a:prstDash val="solid"/>
                    </a:lnR>
                    <a:lnT w="28575">
                      <a:solidFill>
                        <a:srgbClr val="FF0000"/>
                      </a:solidFill>
                      <a:prstDash val="solid"/>
                    </a:lnT>
                    <a:lnB w="6350">
                      <a:solidFill>
                        <a:srgbClr val="000000"/>
                      </a:solidFill>
                      <a:prstDash val="solid"/>
                    </a:lnB>
                  </a:tcPr>
                </a:tc>
                <a:tc>
                  <a:txBody>
                    <a:bodyPr/>
                    <a:lstStyle/>
                    <a:p>
                      <a:pPr marR="15240" algn="r">
                        <a:lnSpc>
                          <a:spcPct val="100000"/>
                        </a:lnSpc>
                        <a:spcBef>
                          <a:spcPts val="415"/>
                        </a:spcBef>
                      </a:pPr>
                      <a:r>
                        <a:rPr sz="650" spc="155" dirty="0">
                          <a:latin typeface="MS UI Gothic"/>
                          <a:cs typeface="MS UI Gothic"/>
                        </a:rPr>
                        <a:t>40,514</a:t>
                      </a:r>
                      <a:endParaRPr sz="650">
                        <a:latin typeface="MS UI Gothic"/>
                        <a:cs typeface="MS UI Gothic"/>
                      </a:endParaRPr>
                    </a:p>
                  </a:txBody>
                  <a:tcPr marL="0" marR="0" marT="52705" marB="0">
                    <a:lnL w="9525">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tcPr>
                </a:tc>
                <a:tc>
                  <a:txBody>
                    <a:bodyPr/>
                    <a:lstStyle/>
                    <a:p>
                      <a:pPr marR="15240" algn="r">
                        <a:lnSpc>
                          <a:spcPct val="100000"/>
                        </a:lnSpc>
                        <a:spcBef>
                          <a:spcPts val="415"/>
                        </a:spcBef>
                      </a:pPr>
                      <a:r>
                        <a:rPr sz="650" spc="175" dirty="0">
                          <a:latin typeface="MS UI Gothic"/>
                          <a:cs typeface="MS UI Gothic"/>
                        </a:rPr>
                        <a:t>40,740</a:t>
                      </a:r>
                      <a:endParaRPr sz="650">
                        <a:latin typeface="MS UI Gothic"/>
                        <a:cs typeface="MS UI Gothic"/>
                      </a:endParaRPr>
                    </a:p>
                  </a:txBody>
                  <a:tcPr marL="0" marR="0" marT="52705"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tcPr>
                </a:tc>
                <a:tc>
                  <a:txBody>
                    <a:bodyPr/>
                    <a:lstStyle/>
                    <a:p>
                      <a:pPr marR="15240" algn="r">
                        <a:lnSpc>
                          <a:spcPct val="100000"/>
                        </a:lnSpc>
                        <a:spcBef>
                          <a:spcPts val="415"/>
                        </a:spcBef>
                      </a:pPr>
                      <a:r>
                        <a:rPr sz="650" spc="155" dirty="0">
                          <a:latin typeface="MS UI Gothic"/>
                          <a:cs typeface="MS UI Gothic"/>
                        </a:rPr>
                        <a:t>40,514</a:t>
                      </a:r>
                      <a:endParaRPr sz="650">
                        <a:latin typeface="MS UI Gothic"/>
                        <a:cs typeface="MS UI Gothic"/>
                      </a:endParaRPr>
                    </a:p>
                  </a:txBody>
                  <a:tcPr marL="0" marR="0" marT="52705"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tcPr>
                </a:tc>
                <a:tc>
                  <a:txBody>
                    <a:bodyPr/>
                    <a:lstStyle/>
                    <a:p>
                      <a:pPr marR="12065" algn="r">
                        <a:lnSpc>
                          <a:spcPct val="100000"/>
                        </a:lnSpc>
                        <a:spcBef>
                          <a:spcPts val="415"/>
                        </a:spcBef>
                      </a:pPr>
                      <a:r>
                        <a:rPr sz="650" spc="160" dirty="0">
                          <a:latin typeface="MS UI Gothic"/>
                          <a:cs typeface="MS UI Gothic"/>
                        </a:rPr>
                        <a:t>66,331</a:t>
                      </a:r>
                      <a:endParaRPr sz="650">
                        <a:latin typeface="MS UI Gothic"/>
                        <a:cs typeface="MS UI Gothic"/>
                      </a:endParaRPr>
                    </a:p>
                  </a:txBody>
                  <a:tcPr marL="0" marR="0" marT="52705"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tcPr>
                </a:tc>
                <a:tc>
                  <a:txBody>
                    <a:bodyPr/>
                    <a:lstStyle/>
                    <a:p>
                      <a:pPr marR="15240" algn="r">
                        <a:lnSpc>
                          <a:spcPct val="100000"/>
                        </a:lnSpc>
                        <a:spcBef>
                          <a:spcPts val="415"/>
                        </a:spcBef>
                      </a:pPr>
                      <a:r>
                        <a:rPr sz="650" spc="155" dirty="0">
                          <a:latin typeface="MS UI Gothic"/>
                          <a:cs typeface="MS UI Gothic"/>
                        </a:rPr>
                        <a:t>66,195</a:t>
                      </a:r>
                      <a:endParaRPr sz="650">
                        <a:latin typeface="MS UI Gothic"/>
                        <a:cs typeface="MS UI Gothic"/>
                      </a:endParaRPr>
                    </a:p>
                  </a:txBody>
                  <a:tcPr marL="0" marR="0" marT="52705"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tcPr>
                </a:tc>
                <a:tc>
                  <a:txBody>
                    <a:bodyPr/>
                    <a:lstStyle/>
                    <a:p>
                      <a:pPr marR="12700" algn="r">
                        <a:lnSpc>
                          <a:spcPct val="100000"/>
                        </a:lnSpc>
                        <a:spcBef>
                          <a:spcPts val="415"/>
                        </a:spcBef>
                      </a:pPr>
                      <a:r>
                        <a:rPr sz="650" spc="155" dirty="0">
                          <a:latin typeface="MS UI Gothic"/>
                          <a:cs typeface="MS UI Gothic"/>
                        </a:rPr>
                        <a:t>65,515</a:t>
                      </a:r>
                      <a:endParaRPr sz="650">
                        <a:latin typeface="MS UI Gothic"/>
                        <a:cs typeface="MS UI Gothic"/>
                      </a:endParaRPr>
                    </a:p>
                  </a:txBody>
                  <a:tcPr marL="0" marR="0" marT="52705" marB="0">
                    <a:lnL w="6350">
                      <a:solidFill>
                        <a:srgbClr val="000000"/>
                      </a:solidFill>
                      <a:prstDash val="solid"/>
                    </a:lnL>
                    <a:lnR w="9525">
                      <a:solidFill>
                        <a:srgbClr val="000000"/>
                      </a:solidFill>
                      <a:prstDash val="solid"/>
                    </a:lnR>
                    <a:lnT w="28575">
                      <a:solidFill>
                        <a:srgbClr val="FF0000"/>
                      </a:solidFill>
                      <a:prstDash val="solid"/>
                    </a:lnT>
                    <a:lnB w="6350">
                      <a:solidFill>
                        <a:srgbClr val="000000"/>
                      </a:solidFill>
                      <a:prstDash val="solid"/>
                    </a:lnB>
                  </a:tcPr>
                </a:tc>
                <a:tc>
                  <a:txBody>
                    <a:bodyPr/>
                    <a:lstStyle/>
                    <a:p>
                      <a:pPr marR="12700" algn="r">
                        <a:lnSpc>
                          <a:spcPct val="100000"/>
                        </a:lnSpc>
                        <a:spcBef>
                          <a:spcPts val="415"/>
                        </a:spcBef>
                      </a:pPr>
                      <a:r>
                        <a:rPr sz="650" b="1" spc="90" dirty="0">
                          <a:solidFill>
                            <a:srgbClr val="0033CC"/>
                          </a:solidFill>
                          <a:latin typeface="Microsoft YaHei UI"/>
                          <a:cs typeface="Microsoft YaHei UI"/>
                        </a:rPr>
                        <a:t>319,808</a:t>
                      </a:r>
                      <a:endParaRPr sz="650">
                        <a:latin typeface="Microsoft YaHei UI"/>
                        <a:cs typeface="Microsoft YaHei UI"/>
                      </a:endParaRPr>
                    </a:p>
                  </a:txBody>
                  <a:tcPr marL="0" marR="0" marT="52705" marB="0">
                    <a:lnL w="9525">
                      <a:solidFill>
                        <a:srgbClr val="000000"/>
                      </a:solidFill>
                      <a:prstDash val="solid"/>
                    </a:lnL>
                    <a:lnR w="9525">
                      <a:solidFill>
                        <a:srgbClr val="000000"/>
                      </a:solidFill>
                      <a:prstDash val="solid"/>
                    </a:lnR>
                    <a:lnT w="28575">
                      <a:solidFill>
                        <a:srgbClr val="FF0000"/>
                      </a:solidFill>
                      <a:prstDash val="solid"/>
                    </a:lnT>
                    <a:lnB w="6350">
                      <a:solidFill>
                        <a:srgbClr val="000000"/>
                      </a:solidFill>
                      <a:prstDash val="solid"/>
                    </a:lnB>
                  </a:tcPr>
                </a:tc>
                <a:tc>
                  <a:txBody>
                    <a:bodyPr/>
                    <a:lstStyle/>
                    <a:p>
                      <a:pPr marR="17780" algn="r">
                        <a:lnSpc>
                          <a:spcPct val="100000"/>
                        </a:lnSpc>
                        <a:spcBef>
                          <a:spcPts val="415"/>
                        </a:spcBef>
                      </a:pPr>
                      <a:r>
                        <a:rPr sz="650" b="1" spc="105" dirty="0">
                          <a:solidFill>
                            <a:srgbClr val="0033CC"/>
                          </a:solidFill>
                          <a:latin typeface="Microsoft YaHei UI"/>
                          <a:cs typeface="Microsoft YaHei UI"/>
                        </a:rPr>
                        <a:t>409,420</a:t>
                      </a:r>
                      <a:endParaRPr sz="650">
                        <a:latin typeface="Microsoft YaHei UI"/>
                        <a:cs typeface="Microsoft YaHei UI"/>
                      </a:endParaRPr>
                    </a:p>
                  </a:txBody>
                  <a:tcPr marL="0" marR="0" marT="52705" marB="0">
                    <a:lnL w="9525">
                      <a:solidFill>
                        <a:srgbClr val="000000"/>
                      </a:solidFill>
                      <a:prstDash val="solid"/>
                    </a:lnL>
                    <a:lnR w="28575">
                      <a:solidFill>
                        <a:srgbClr val="FF0000"/>
                      </a:solidFill>
                      <a:prstDash val="solid"/>
                    </a:lnR>
                    <a:lnT w="28575">
                      <a:solidFill>
                        <a:srgbClr val="FF0000"/>
                      </a:solidFill>
                      <a:prstDash val="solid"/>
                    </a:lnT>
                    <a:lnB w="6350">
                      <a:solidFill>
                        <a:srgbClr val="000000"/>
                      </a:solidFill>
                      <a:prstDash val="solid"/>
                    </a:lnB>
                  </a:tcPr>
                </a:tc>
                <a:extLst>
                  <a:ext uri="{0D108BD9-81ED-4DB2-BD59-A6C34878D82A}">
                    <a16:rowId xmlns:a16="http://schemas.microsoft.com/office/drawing/2014/main" val="10004"/>
                  </a:ext>
                </a:extLst>
              </a:tr>
              <a:tr h="269717">
                <a:tc vMerge="1">
                  <a:txBody>
                    <a:bodyPr/>
                    <a:lstStyle/>
                    <a:p>
                      <a:endParaRPr/>
                    </a:p>
                  </a:txBody>
                  <a:tcPr marL="0" marR="0" marT="5080" marB="0">
                    <a:lnL w="19050">
                      <a:solidFill>
                        <a:srgbClr val="000000"/>
                      </a:solidFill>
                      <a:prstDash val="solid"/>
                    </a:lnL>
                    <a:lnR w="28575">
                      <a:solidFill>
                        <a:srgbClr val="FF0000"/>
                      </a:solidFill>
                      <a:prstDash val="solid"/>
                    </a:lnR>
                    <a:lnB w="12700">
                      <a:solidFill>
                        <a:srgbClr val="000000"/>
                      </a:solidFill>
                      <a:prstDash val="solid"/>
                    </a:lnB>
                    <a:solidFill>
                      <a:srgbClr val="FCE9D9"/>
                    </a:solidFill>
                  </a:tcPr>
                </a:tc>
                <a:tc>
                  <a:txBody>
                    <a:bodyPr/>
                    <a:lstStyle/>
                    <a:p>
                      <a:pPr marL="20955">
                        <a:lnSpc>
                          <a:spcPts val="665"/>
                        </a:lnSpc>
                      </a:pPr>
                      <a:r>
                        <a:rPr sz="600" b="1" spc="35" dirty="0">
                          <a:latin typeface="Microsoft YaHei UI"/>
                          <a:cs typeface="Microsoft YaHei UI"/>
                        </a:rPr>
                        <a:t>⑤</a:t>
                      </a:r>
                      <a:r>
                        <a:rPr sz="600" b="1" spc="185" dirty="0">
                          <a:latin typeface="Microsoft YaHei UI"/>
                          <a:cs typeface="Microsoft YaHei UI"/>
                        </a:rPr>
                        <a:t> </a:t>
                      </a:r>
                      <a:r>
                        <a:rPr sz="600" b="1" spc="30" dirty="0">
                          <a:latin typeface="Microsoft YaHei UI"/>
                          <a:cs typeface="Microsoft YaHei UI"/>
                        </a:rPr>
                        <a:t>②パ</a:t>
                      </a:r>
                      <a:r>
                        <a:rPr sz="600" b="1" spc="-5" dirty="0">
                          <a:latin typeface="Microsoft YaHei UI"/>
                          <a:cs typeface="Microsoft YaHei UI"/>
                        </a:rPr>
                        <a:t>ー</a:t>
                      </a:r>
                      <a:r>
                        <a:rPr sz="600" b="1" spc="-120" dirty="0">
                          <a:latin typeface="Microsoft YaHei UI"/>
                          <a:cs typeface="Microsoft YaHei UI"/>
                        </a:rPr>
                        <a:t>ト</a:t>
                      </a:r>
                      <a:r>
                        <a:rPr sz="600" b="1" spc="35" dirty="0">
                          <a:latin typeface="Microsoft YaHei UI"/>
                          <a:cs typeface="Microsoft YaHei UI"/>
                        </a:rPr>
                        <a:t>人</a:t>
                      </a:r>
                      <a:r>
                        <a:rPr sz="600" b="1" spc="30" dirty="0">
                          <a:latin typeface="Microsoft YaHei UI"/>
                          <a:cs typeface="Microsoft YaHei UI"/>
                        </a:rPr>
                        <a:t>件</a:t>
                      </a:r>
                      <a:r>
                        <a:rPr sz="600" b="1" spc="35" dirty="0">
                          <a:latin typeface="Microsoft YaHei UI"/>
                          <a:cs typeface="Microsoft YaHei UI"/>
                        </a:rPr>
                        <a:t>費</a:t>
                      </a:r>
                      <a:r>
                        <a:rPr sz="600" b="1" spc="30" dirty="0">
                          <a:latin typeface="Microsoft YaHei UI"/>
                          <a:cs typeface="Microsoft YaHei UI"/>
                        </a:rPr>
                        <a:t>か</a:t>
                      </a:r>
                      <a:r>
                        <a:rPr sz="600" b="1" spc="15" dirty="0">
                          <a:latin typeface="Microsoft YaHei UI"/>
                          <a:cs typeface="Microsoft YaHei UI"/>
                        </a:rPr>
                        <a:t>ら</a:t>
                      </a:r>
                      <a:r>
                        <a:rPr sz="600" b="1" spc="10" dirty="0">
                          <a:latin typeface="Microsoft YaHei UI"/>
                          <a:cs typeface="Microsoft YaHei UI"/>
                        </a:rPr>
                        <a:t>算</a:t>
                      </a:r>
                      <a:r>
                        <a:rPr sz="600" b="1" spc="-5" dirty="0">
                          <a:latin typeface="Microsoft YaHei UI"/>
                          <a:cs typeface="Microsoft YaHei UI"/>
                        </a:rPr>
                        <a:t>出し</a:t>
                      </a:r>
                      <a:r>
                        <a:rPr sz="600" b="1" spc="35" dirty="0">
                          <a:latin typeface="Microsoft YaHei UI"/>
                          <a:cs typeface="Microsoft YaHei UI"/>
                        </a:rPr>
                        <a:t>た</a:t>
                      </a:r>
                      <a:r>
                        <a:rPr sz="600" b="1" spc="30" dirty="0">
                          <a:latin typeface="Microsoft YaHei UI"/>
                          <a:cs typeface="Microsoft YaHei UI"/>
                        </a:rPr>
                        <a:t>稼</a:t>
                      </a:r>
                      <a:r>
                        <a:rPr sz="600" b="1" spc="35" dirty="0">
                          <a:latin typeface="Microsoft YaHei UI"/>
                          <a:cs typeface="Microsoft YaHei UI"/>
                        </a:rPr>
                        <a:t>働</a:t>
                      </a:r>
                      <a:r>
                        <a:rPr sz="600" b="1" spc="30" dirty="0">
                          <a:latin typeface="Microsoft YaHei UI"/>
                          <a:cs typeface="Microsoft YaHei UI"/>
                        </a:rPr>
                        <a:t>中</a:t>
                      </a:r>
                      <a:r>
                        <a:rPr sz="600" b="1" spc="35" dirty="0">
                          <a:latin typeface="Microsoft YaHei UI"/>
                          <a:cs typeface="Microsoft YaHei UI"/>
                        </a:rPr>
                        <a:t>人</a:t>
                      </a:r>
                      <a:endParaRPr sz="600">
                        <a:latin typeface="Microsoft YaHei UI"/>
                        <a:cs typeface="Microsoft YaHei UI"/>
                      </a:endParaRPr>
                    </a:p>
                    <a:p>
                      <a:pPr marL="20955">
                        <a:lnSpc>
                          <a:spcPct val="100000"/>
                        </a:lnSpc>
                        <a:spcBef>
                          <a:spcPts val="30"/>
                        </a:spcBef>
                      </a:pPr>
                      <a:r>
                        <a:rPr sz="600" b="1" dirty="0">
                          <a:latin typeface="Microsoft YaHei UI"/>
                          <a:cs typeface="Microsoft YaHei UI"/>
                        </a:rPr>
                        <a:t>数</a:t>
                      </a:r>
                      <a:endParaRPr sz="600">
                        <a:latin typeface="Microsoft YaHei UI"/>
                        <a:cs typeface="Microsoft YaHei UI"/>
                      </a:endParaRPr>
                    </a:p>
                    <a:p>
                      <a:pPr marL="804545">
                        <a:lnSpc>
                          <a:spcPts val="580"/>
                        </a:lnSpc>
                        <a:spcBef>
                          <a:spcPts val="30"/>
                        </a:spcBef>
                      </a:pPr>
                      <a:r>
                        <a:rPr sz="600" b="1" spc="-270" dirty="0">
                          <a:latin typeface="Microsoft YaHei UI"/>
                          <a:cs typeface="Microsoft YaHei UI"/>
                        </a:rPr>
                        <a:t>（</a:t>
                      </a:r>
                      <a:r>
                        <a:rPr sz="600" b="1" spc="30" dirty="0">
                          <a:latin typeface="Microsoft YaHei UI"/>
                          <a:cs typeface="Microsoft YaHei UI"/>
                        </a:rPr>
                        <a:t>目標</a:t>
                      </a:r>
                      <a:r>
                        <a:rPr sz="600" b="1" spc="-114" dirty="0">
                          <a:latin typeface="Microsoft YaHei UI"/>
                          <a:cs typeface="Microsoft YaHei UI"/>
                        </a:rPr>
                        <a:t>）</a:t>
                      </a:r>
                      <a:r>
                        <a:rPr sz="600" b="1" spc="-114" dirty="0">
                          <a:solidFill>
                            <a:srgbClr val="FF0000"/>
                          </a:solidFill>
                          <a:latin typeface="Microsoft YaHei UI"/>
                          <a:cs typeface="Microsoft YaHei UI"/>
                        </a:rPr>
                        <a:t>※</a:t>
                      </a:r>
                      <a:r>
                        <a:rPr sz="600" b="1" spc="45" dirty="0">
                          <a:solidFill>
                            <a:srgbClr val="FF0000"/>
                          </a:solidFill>
                          <a:latin typeface="Microsoft YaHei UI"/>
                          <a:cs typeface="Microsoft YaHei UI"/>
                        </a:rPr>
                        <a:t>赤字は実績</a:t>
                      </a:r>
                      <a:endParaRPr sz="600">
                        <a:latin typeface="Microsoft YaHei UI"/>
                        <a:cs typeface="Microsoft YaHei UI"/>
                      </a:endParaRPr>
                    </a:p>
                  </a:txBody>
                  <a:tcPr marL="0" marR="0" marT="0" marB="0">
                    <a:lnL w="28575">
                      <a:solidFill>
                        <a:srgbClr val="FF0000"/>
                      </a:solidFill>
                      <a:prstDash val="solid"/>
                    </a:lnL>
                    <a:lnR w="9525">
                      <a:solidFill>
                        <a:srgbClr val="000000"/>
                      </a:solidFill>
                      <a:prstDash val="solid"/>
                    </a:lnR>
                    <a:lnT w="6350">
                      <a:solidFill>
                        <a:srgbClr val="000000"/>
                      </a:solidFill>
                      <a:prstDash val="solid"/>
                    </a:lnT>
                    <a:lnB w="38100">
                      <a:solidFill>
                        <a:srgbClr val="FF0000"/>
                      </a:solidFill>
                      <a:prstDash val="solid"/>
                    </a:lnB>
                    <a:solidFill>
                      <a:srgbClr val="DCE6F0"/>
                    </a:solidFill>
                  </a:tcPr>
                </a:tc>
                <a:tc>
                  <a:txBody>
                    <a:bodyPr/>
                    <a:lstStyle/>
                    <a:p>
                      <a:pPr>
                        <a:lnSpc>
                          <a:spcPct val="100000"/>
                        </a:lnSpc>
                        <a:spcBef>
                          <a:spcPts val="10"/>
                        </a:spcBef>
                      </a:pPr>
                      <a:endParaRPr sz="550">
                        <a:latin typeface="Times New Roman"/>
                        <a:cs typeface="Times New Roman"/>
                      </a:endParaRPr>
                    </a:p>
                    <a:p>
                      <a:pPr marR="15240" algn="r">
                        <a:lnSpc>
                          <a:spcPct val="100000"/>
                        </a:lnSpc>
                      </a:pPr>
                      <a:r>
                        <a:rPr sz="650" spc="155" dirty="0">
                          <a:solidFill>
                            <a:srgbClr val="FF0000"/>
                          </a:solidFill>
                          <a:latin typeface="MS UI Gothic"/>
                          <a:cs typeface="MS UI Gothic"/>
                        </a:rPr>
                        <a:t>154</a:t>
                      </a:r>
                      <a:endParaRPr sz="650">
                        <a:latin typeface="MS UI Gothic"/>
                        <a:cs typeface="MS UI Gothic"/>
                      </a:endParaRPr>
                    </a:p>
                  </a:txBody>
                  <a:tcPr marL="0" marR="0" marT="1270" marB="0">
                    <a:lnL w="9525">
                      <a:solidFill>
                        <a:srgbClr val="000000"/>
                      </a:solidFill>
                      <a:prstDash val="solid"/>
                    </a:lnL>
                    <a:lnR w="6350">
                      <a:solidFill>
                        <a:srgbClr val="000000"/>
                      </a:solidFill>
                      <a:prstDash val="solid"/>
                    </a:lnR>
                    <a:lnT w="6350">
                      <a:solidFill>
                        <a:srgbClr val="000000"/>
                      </a:solidFill>
                      <a:prstDash val="solid"/>
                    </a:lnT>
                    <a:lnB w="38100">
                      <a:solidFill>
                        <a:srgbClr val="FF0000"/>
                      </a:solidFill>
                      <a:prstDash val="solid"/>
                    </a:lnB>
                    <a:solidFill>
                      <a:srgbClr val="DCE6F0"/>
                    </a:solidFill>
                  </a:tcPr>
                </a:tc>
                <a:tc>
                  <a:txBody>
                    <a:bodyPr/>
                    <a:lstStyle/>
                    <a:p>
                      <a:pPr>
                        <a:lnSpc>
                          <a:spcPct val="100000"/>
                        </a:lnSpc>
                        <a:spcBef>
                          <a:spcPts val="10"/>
                        </a:spcBef>
                      </a:pPr>
                      <a:endParaRPr sz="550">
                        <a:latin typeface="Times New Roman"/>
                        <a:cs typeface="Times New Roman"/>
                      </a:endParaRPr>
                    </a:p>
                    <a:p>
                      <a:pPr marR="13335" algn="r">
                        <a:lnSpc>
                          <a:spcPct val="100000"/>
                        </a:lnSpc>
                      </a:pPr>
                      <a:r>
                        <a:rPr sz="650" spc="195" dirty="0">
                          <a:latin typeface="MS UI Gothic"/>
                          <a:cs typeface="MS UI Gothic"/>
                        </a:rPr>
                        <a:t>208</a:t>
                      </a:r>
                      <a:endParaRPr sz="650">
                        <a:latin typeface="MS UI Gothic"/>
                        <a:cs typeface="MS UI Gothic"/>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38100">
                      <a:solidFill>
                        <a:srgbClr val="FF0000"/>
                      </a:solidFill>
                      <a:prstDash val="solid"/>
                    </a:lnB>
                    <a:solidFill>
                      <a:srgbClr val="DCE6F0"/>
                    </a:solidFill>
                  </a:tcPr>
                </a:tc>
                <a:tc>
                  <a:txBody>
                    <a:bodyPr/>
                    <a:lstStyle/>
                    <a:p>
                      <a:pPr>
                        <a:lnSpc>
                          <a:spcPct val="100000"/>
                        </a:lnSpc>
                        <a:spcBef>
                          <a:spcPts val="10"/>
                        </a:spcBef>
                      </a:pPr>
                      <a:endParaRPr sz="550">
                        <a:latin typeface="Times New Roman"/>
                        <a:cs typeface="Times New Roman"/>
                      </a:endParaRPr>
                    </a:p>
                    <a:p>
                      <a:pPr marR="13335" algn="r">
                        <a:lnSpc>
                          <a:spcPct val="100000"/>
                        </a:lnSpc>
                      </a:pPr>
                      <a:r>
                        <a:rPr sz="650" spc="195" dirty="0">
                          <a:latin typeface="MS UI Gothic"/>
                          <a:cs typeface="MS UI Gothic"/>
                        </a:rPr>
                        <a:t>244</a:t>
                      </a:r>
                      <a:endParaRPr sz="650">
                        <a:latin typeface="MS UI Gothic"/>
                        <a:cs typeface="MS UI Gothic"/>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38100">
                      <a:solidFill>
                        <a:srgbClr val="FF0000"/>
                      </a:solidFill>
                      <a:prstDash val="solid"/>
                    </a:lnB>
                    <a:solidFill>
                      <a:srgbClr val="DCE6F0"/>
                    </a:solidFill>
                  </a:tcPr>
                </a:tc>
                <a:tc>
                  <a:txBody>
                    <a:bodyPr/>
                    <a:lstStyle/>
                    <a:p>
                      <a:pPr>
                        <a:lnSpc>
                          <a:spcPct val="100000"/>
                        </a:lnSpc>
                        <a:spcBef>
                          <a:spcPts val="10"/>
                        </a:spcBef>
                      </a:pPr>
                      <a:endParaRPr sz="550">
                        <a:latin typeface="Times New Roman"/>
                        <a:cs typeface="Times New Roman"/>
                      </a:endParaRPr>
                    </a:p>
                    <a:p>
                      <a:pPr marR="14604" algn="r">
                        <a:lnSpc>
                          <a:spcPct val="100000"/>
                        </a:lnSpc>
                      </a:pPr>
                      <a:r>
                        <a:rPr sz="650" spc="155" dirty="0">
                          <a:latin typeface="MS UI Gothic"/>
                          <a:cs typeface="MS UI Gothic"/>
                        </a:rPr>
                        <a:t>516</a:t>
                      </a:r>
                      <a:endParaRPr sz="650">
                        <a:latin typeface="MS UI Gothic"/>
                        <a:cs typeface="MS UI Gothic"/>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38100">
                      <a:solidFill>
                        <a:srgbClr val="FF0000"/>
                      </a:solidFill>
                      <a:prstDash val="solid"/>
                    </a:lnB>
                    <a:solidFill>
                      <a:srgbClr val="DCE6F0"/>
                    </a:solidFill>
                  </a:tcPr>
                </a:tc>
                <a:tc>
                  <a:txBody>
                    <a:bodyPr/>
                    <a:lstStyle/>
                    <a:p>
                      <a:pPr>
                        <a:lnSpc>
                          <a:spcPct val="100000"/>
                        </a:lnSpc>
                        <a:spcBef>
                          <a:spcPts val="10"/>
                        </a:spcBef>
                      </a:pPr>
                      <a:endParaRPr sz="550">
                        <a:latin typeface="Times New Roman"/>
                        <a:cs typeface="Times New Roman"/>
                      </a:endParaRPr>
                    </a:p>
                    <a:p>
                      <a:pPr marR="13335" algn="r">
                        <a:lnSpc>
                          <a:spcPct val="100000"/>
                        </a:lnSpc>
                      </a:pPr>
                      <a:r>
                        <a:rPr sz="650" spc="195" dirty="0">
                          <a:latin typeface="MS UI Gothic"/>
                          <a:cs typeface="MS UI Gothic"/>
                        </a:rPr>
                        <a:t>539</a:t>
                      </a:r>
                      <a:endParaRPr sz="650">
                        <a:latin typeface="MS UI Gothic"/>
                        <a:cs typeface="MS UI Gothic"/>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38100">
                      <a:solidFill>
                        <a:srgbClr val="FF0000"/>
                      </a:solidFill>
                      <a:prstDash val="solid"/>
                    </a:lnB>
                    <a:solidFill>
                      <a:srgbClr val="DCE6F0"/>
                    </a:solidFill>
                  </a:tcPr>
                </a:tc>
                <a:tc>
                  <a:txBody>
                    <a:bodyPr/>
                    <a:lstStyle/>
                    <a:p>
                      <a:pPr>
                        <a:lnSpc>
                          <a:spcPct val="100000"/>
                        </a:lnSpc>
                        <a:spcBef>
                          <a:spcPts val="10"/>
                        </a:spcBef>
                      </a:pPr>
                      <a:endParaRPr sz="550">
                        <a:latin typeface="Times New Roman"/>
                        <a:cs typeface="Times New Roman"/>
                      </a:endParaRPr>
                    </a:p>
                    <a:p>
                      <a:pPr marR="8255" algn="r">
                        <a:lnSpc>
                          <a:spcPct val="100000"/>
                        </a:lnSpc>
                      </a:pPr>
                      <a:r>
                        <a:rPr sz="650" spc="165" dirty="0">
                          <a:latin typeface="MS UI Gothic"/>
                          <a:cs typeface="MS UI Gothic"/>
                        </a:rPr>
                        <a:t>541</a:t>
                      </a:r>
                      <a:endParaRPr sz="650">
                        <a:latin typeface="MS UI Gothic"/>
                        <a:cs typeface="MS UI Gothic"/>
                      </a:endParaRPr>
                    </a:p>
                  </a:txBody>
                  <a:tcPr marL="0" marR="0" marT="1270" marB="0">
                    <a:lnL w="6350">
                      <a:solidFill>
                        <a:srgbClr val="000000"/>
                      </a:solidFill>
                      <a:prstDash val="solid"/>
                    </a:lnL>
                    <a:lnR w="9525">
                      <a:solidFill>
                        <a:srgbClr val="000000"/>
                      </a:solidFill>
                      <a:prstDash val="solid"/>
                    </a:lnR>
                    <a:lnT w="6350">
                      <a:solidFill>
                        <a:srgbClr val="000000"/>
                      </a:solidFill>
                      <a:prstDash val="solid"/>
                    </a:lnT>
                    <a:lnB w="38100">
                      <a:solidFill>
                        <a:srgbClr val="FF0000"/>
                      </a:solidFill>
                      <a:prstDash val="solid"/>
                    </a:lnB>
                    <a:solidFill>
                      <a:srgbClr val="DCE6F0"/>
                    </a:solidFill>
                  </a:tcPr>
                </a:tc>
                <a:tc>
                  <a:txBody>
                    <a:bodyPr/>
                    <a:lstStyle/>
                    <a:p>
                      <a:pPr>
                        <a:lnSpc>
                          <a:spcPct val="100000"/>
                        </a:lnSpc>
                      </a:pPr>
                      <a:endParaRPr sz="600">
                        <a:latin typeface="Times New Roman"/>
                        <a:cs typeface="Times New Roman"/>
                      </a:endParaRPr>
                    </a:p>
                    <a:p>
                      <a:pPr marR="12065" algn="r">
                        <a:lnSpc>
                          <a:spcPct val="100000"/>
                        </a:lnSpc>
                        <a:spcBef>
                          <a:spcPts val="5"/>
                        </a:spcBef>
                      </a:pPr>
                      <a:r>
                        <a:rPr sz="600" b="1" spc="85" dirty="0">
                          <a:solidFill>
                            <a:srgbClr val="0033CC"/>
                          </a:solidFill>
                          <a:latin typeface="Microsoft YaHei UI"/>
                          <a:cs typeface="Microsoft YaHei UI"/>
                        </a:rPr>
                        <a:t>541</a:t>
                      </a:r>
                      <a:endParaRPr sz="600">
                        <a:latin typeface="Microsoft YaHei UI"/>
                        <a:cs typeface="Microsoft YaHei UI"/>
                      </a:endParaRPr>
                    </a:p>
                  </a:txBody>
                  <a:tcPr marL="0" marR="0" marT="0" marB="0">
                    <a:lnL w="9525">
                      <a:solidFill>
                        <a:srgbClr val="000000"/>
                      </a:solidFill>
                      <a:prstDash val="solid"/>
                    </a:lnL>
                    <a:lnR w="9525">
                      <a:solidFill>
                        <a:srgbClr val="000000"/>
                      </a:solidFill>
                      <a:prstDash val="solid"/>
                    </a:lnR>
                    <a:lnT w="6350">
                      <a:solidFill>
                        <a:srgbClr val="000000"/>
                      </a:solidFill>
                      <a:prstDash val="solid"/>
                    </a:lnT>
                    <a:lnB w="38100">
                      <a:solidFill>
                        <a:srgbClr val="FF0000"/>
                      </a:solidFill>
                      <a:prstDash val="solid"/>
                    </a:lnB>
                    <a:solidFill>
                      <a:srgbClr val="DCE6F0"/>
                    </a:solidFill>
                  </a:tcPr>
                </a:tc>
                <a:tc>
                  <a:txBody>
                    <a:bodyPr/>
                    <a:lstStyle/>
                    <a:p>
                      <a:pPr>
                        <a:lnSpc>
                          <a:spcPct val="100000"/>
                        </a:lnSpc>
                        <a:spcBef>
                          <a:spcPts val="10"/>
                        </a:spcBef>
                      </a:pPr>
                      <a:endParaRPr sz="550">
                        <a:latin typeface="Times New Roman"/>
                        <a:cs typeface="Times New Roman"/>
                      </a:endParaRPr>
                    </a:p>
                    <a:p>
                      <a:pPr marR="14604" algn="r">
                        <a:lnSpc>
                          <a:spcPct val="100000"/>
                        </a:lnSpc>
                      </a:pPr>
                      <a:r>
                        <a:rPr sz="650" spc="125" dirty="0">
                          <a:latin typeface="MS UI Gothic"/>
                          <a:cs typeface="MS UI Gothic"/>
                        </a:rPr>
                        <a:t>1,013</a:t>
                      </a:r>
                      <a:endParaRPr sz="650">
                        <a:latin typeface="MS UI Gothic"/>
                        <a:cs typeface="MS UI Gothic"/>
                      </a:endParaRPr>
                    </a:p>
                  </a:txBody>
                  <a:tcPr marL="0" marR="0" marT="1270" marB="0">
                    <a:lnL w="9525">
                      <a:solidFill>
                        <a:srgbClr val="000000"/>
                      </a:solidFill>
                      <a:prstDash val="solid"/>
                    </a:lnL>
                    <a:lnR w="6350">
                      <a:solidFill>
                        <a:srgbClr val="000000"/>
                      </a:solidFill>
                      <a:prstDash val="solid"/>
                    </a:lnR>
                    <a:lnT w="6350">
                      <a:solidFill>
                        <a:srgbClr val="000000"/>
                      </a:solidFill>
                      <a:prstDash val="solid"/>
                    </a:lnT>
                    <a:lnB w="38100">
                      <a:solidFill>
                        <a:srgbClr val="FF0000"/>
                      </a:solidFill>
                      <a:prstDash val="solid"/>
                    </a:lnB>
                    <a:solidFill>
                      <a:srgbClr val="DCE6F0"/>
                    </a:solidFill>
                  </a:tcPr>
                </a:tc>
                <a:tc>
                  <a:txBody>
                    <a:bodyPr/>
                    <a:lstStyle/>
                    <a:p>
                      <a:pPr>
                        <a:lnSpc>
                          <a:spcPct val="100000"/>
                        </a:lnSpc>
                        <a:spcBef>
                          <a:spcPts val="10"/>
                        </a:spcBef>
                      </a:pPr>
                      <a:endParaRPr sz="550">
                        <a:latin typeface="Times New Roman"/>
                        <a:cs typeface="Times New Roman"/>
                      </a:endParaRPr>
                    </a:p>
                    <a:p>
                      <a:pPr marR="15240" algn="r">
                        <a:lnSpc>
                          <a:spcPct val="100000"/>
                        </a:lnSpc>
                      </a:pPr>
                      <a:r>
                        <a:rPr sz="650" spc="125" dirty="0">
                          <a:latin typeface="MS UI Gothic"/>
                          <a:cs typeface="MS UI Gothic"/>
                        </a:rPr>
                        <a:t>1,019</a:t>
                      </a:r>
                      <a:endParaRPr sz="650">
                        <a:latin typeface="MS UI Gothic"/>
                        <a:cs typeface="MS UI Gothic"/>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38100">
                      <a:solidFill>
                        <a:srgbClr val="FF0000"/>
                      </a:solidFill>
                      <a:prstDash val="solid"/>
                    </a:lnB>
                    <a:solidFill>
                      <a:srgbClr val="DCE6F0"/>
                    </a:solidFill>
                  </a:tcPr>
                </a:tc>
                <a:tc>
                  <a:txBody>
                    <a:bodyPr/>
                    <a:lstStyle/>
                    <a:p>
                      <a:pPr>
                        <a:lnSpc>
                          <a:spcPct val="100000"/>
                        </a:lnSpc>
                        <a:spcBef>
                          <a:spcPts val="10"/>
                        </a:spcBef>
                      </a:pPr>
                      <a:endParaRPr sz="550">
                        <a:latin typeface="Times New Roman"/>
                        <a:cs typeface="Times New Roman"/>
                      </a:endParaRPr>
                    </a:p>
                    <a:p>
                      <a:pPr marR="15240" algn="r">
                        <a:lnSpc>
                          <a:spcPct val="100000"/>
                        </a:lnSpc>
                      </a:pPr>
                      <a:r>
                        <a:rPr sz="650" spc="125" dirty="0">
                          <a:latin typeface="MS UI Gothic"/>
                          <a:cs typeface="MS UI Gothic"/>
                        </a:rPr>
                        <a:t>1,013</a:t>
                      </a:r>
                      <a:endParaRPr sz="650">
                        <a:latin typeface="MS UI Gothic"/>
                        <a:cs typeface="MS UI Gothic"/>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38100">
                      <a:solidFill>
                        <a:srgbClr val="FF0000"/>
                      </a:solidFill>
                      <a:prstDash val="solid"/>
                    </a:lnB>
                    <a:solidFill>
                      <a:srgbClr val="DCE6F0"/>
                    </a:solidFill>
                  </a:tcPr>
                </a:tc>
                <a:tc>
                  <a:txBody>
                    <a:bodyPr/>
                    <a:lstStyle/>
                    <a:p>
                      <a:pPr>
                        <a:lnSpc>
                          <a:spcPct val="100000"/>
                        </a:lnSpc>
                        <a:spcBef>
                          <a:spcPts val="10"/>
                        </a:spcBef>
                      </a:pPr>
                      <a:endParaRPr sz="550">
                        <a:latin typeface="Times New Roman"/>
                        <a:cs typeface="Times New Roman"/>
                      </a:endParaRPr>
                    </a:p>
                    <a:p>
                      <a:pPr marR="15240" algn="r">
                        <a:lnSpc>
                          <a:spcPct val="100000"/>
                        </a:lnSpc>
                      </a:pPr>
                      <a:r>
                        <a:rPr sz="650" spc="150" dirty="0">
                          <a:latin typeface="MS UI Gothic"/>
                          <a:cs typeface="MS UI Gothic"/>
                        </a:rPr>
                        <a:t>1,658</a:t>
                      </a:r>
                      <a:endParaRPr sz="650">
                        <a:latin typeface="MS UI Gothic"/>
                        <a:cs typeface="MS UI Gothic"/>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38100">
                      <a:solidFill>
                        <a:srgbClr val="FF0000"/>
                      </a:solidFill>
                      <a:prstDash val="solid"/>
                    </a:lnB>
                    <a:solidFill>
                      <a:srgbClr val="DCE6F0"/>
                    </a:solidFill>
                  </a:tcPr>
                </a:tc>
                <a:tc>
                  <a:txBody>
                    <a:bodyPr/>
                    <a:lstStyle/>
                    <a:p>
                      <a:pPr>
                        <a:lnSpc>
                          <a:spcPct val="100000"/>
                        </a:lnSpc>
                        <a:spcBef>
                          <a:spcPts val="10"/>
                        </a:spcBef>
                      </a:pPr>
                      <a:endParaRPr sz="550">
                        <a:latin typeface="Times New Roman"/>
                        <a:cs typeface="Times New Roman"/>
                      </a:endParaRPr>
                    </a:p>
                    <a:p>
                      <a:pPr marR="15240" algn="r">
                        <a:lnSpc>
                          <a:spcPct val="100000"/>
                        </a:lnSpc>
                      </a:pPr>
                      <a:r>
                        <a:rPr sz="650" spc="150" dirty="0">
                          <a:latin typeface="MS UI Gothic"/>
                          <a:cs typeface="MS UI Gothic"/>
                        </a:rPr>
                        <a:t>1,655</a:t>
                      </a:r>
                      <a:endParaRPr sz="650">
                        <a:latin typeface="MS UI Gothic"/>
                        <a:cs typeface="MS UI Gothic"/>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38100">
                      <a:solidFill>
                        <a:srgbClr val="FF0000"/>
                      </a:solidFill>
                      <a:prstDash val="solid"/>
                    </a:lnB>
                    <a:solidFill>
                      <a:srgbClr val="DCE6F0"/>
                    </a:solidFill>
                  </a:tcPr>
                </a:tc>
                <a:tc>
                  <a:txBody>
                    <a:bodyPr/>
                    <a:lstStyle/>
                    <a:p>
                      <a:pPr>
                        <a:lnSpc>
                          <a:spcPct val="100000"/>
                        </a:lnSpc>
                        <a:spcBef>
                          <a:spcPts val="10"/>
                        </a:spcBef>
                      </a:pPr>
                      <a:endParaRPr sz="550">
                        <a:latin typeface="Times New Roman"/>
                        <a:cs typeface="Times New Roman"/>
                      </a:endParaRPr>
                    </a:p>
                    <a:p>
                      <a:pPr marR="12700" algn="r">
                        <a:lnSpc>
                          <a:spcPct val="100000"/>
                        </a:lnSpc>
                      </a:pPr>
                      <a:r>
                        <a:rPr sz="650" spc="150" dirty="0">
                          <a:latin typeface="MS UI Gothic"/>
                          <a:cs typeface="MS UI Gothic"/>
                        </a:rPr>
                        <a:t>1,638</a:t>
                      </a:r>
                      <a:endParaRPr sz="650">
                        <a:latin typeface="MS UI Gothic"/>
                        <a:cs typeface="MS UI Gothic"/>
                      </a:endParaRPr>
                    </a:p>
                  </a:txBody>
                  <a:tcPr marL="0" marR="0" marT="1270" marB="0">
                    <a:lnL w="6350">
                      <a:solidFill>
                        <a:srgbClr val="000000"/>
                      </a:solidFill>
                      <a:prstDash val="solid"/>
                    </a:lnL>
                    <a:lnR w="9525">
                      <a:solidFill>
                        <a:srgbClr val="000000"/>
                      </a:solidFill>
                      <a:prstDash val="solid"/>
                    </a:lnR>
                    <a:lnT w="6350">
                      <a:solidFill>
                        <a:srgbClr val="000000"/>
                      </a:solidFill>
                      <a:prstDash val="solid"/>
                    </a:lnT>
                    <a:lnB w="38100">
                      <a:solidFill>
                        <a:srgbClr val="FF0000"/>
                      </a:solidFill>
                      <a:prstDash val="solid"/>
                    </a:lnB>
                    <a:solidFill>
                      <a:srgbClr val="DCE6F0"/>
                    </a:solidFill>
                  </a:tcPr>
                </a:tc>
                <a:tc>
                  <a:txBody>
                    <a:bodyPr/>
                    <a:lstStyle/>
                    <a:p>
                      <a:pPr>
                        <a:lnSpc>
                          <a:spcPct val="100000"/>
                        </a:lnSpc>
                        <a:spcBef>
                          <a:spcPts val="10"/>
                        </a:spcBef>
                      </a:pPr>
                      <a:endParaRPr sz="550">
                        <a:latin typeface="Times New Roman"/>
                        <a:cs typeface="Times New Roman"/>
                      </a:endParaRPr>
                    </a:p>
                    <a:p>
                      <a:pPr marR="12700" algn="r">
                        <a:lnSpc>
                          <a:spcPct val="100000"/>
                        </a:lnSpc>
                      </a:pPr>
                      <a:r>
                        <a:rPr sz="650" b="1" spc="75" dirty="0">
                          <a:solidFill>
                            <a:srgbClr val="0033CC"/>
                          </a:solidFill>
                          <a:latin typeface="Microsoft YaHei UI"/>
                          <a:cs typeface="Microsoft YaHei UI"/>
                        </a:rPr>
                        <a:t>1,638</a:t>
                      </a:r>
                      <a:endParaRPr sz="650">
                        <a:latin typeface="Microsoft YaHei UI"/>
                        <a:cs typeface="Microsoft YaHei UI"/>
                      </a:endParaRPr>
                    </a:p>
                  </a:txBody>
                  <a:tcPr marL="0" marR="0" marT="1270" marB="0">
                    <a:lnL w="9525">
                      <a:solidFill>
                        <a:srgbClr val="000000"/>
                      </a:solidFill>
                      <a:prstDash val="solid"/>
                    </a:lnL>
                    <a:lnR w="9525">
                      <a:solidFill>
                        <a:srgbClr val="000000"/>
                      </a:solidFill>
                      <a:prstDash val="solid"/>
                    </a:lnR>
                    <a:lnT w="6350">
                      <a:solidFill>
                        <a:srgbClr val="000000"/>
                      </a:solidFill>
                      <a:prstDash val="solid"/>
                    </a:lnT>
                    <a:lnB w="38100">
                      <a:solidFill>
                        <a:srgbClr val="FF0000"/>
                      </a:solidFill>
                      <a:prstDash val="solid"/>
                    </a:lnB>
                    <a:solidFill>
                      <a:srgbClr val="DCE6F0"/>
                    </a:solidFill>
                  </a:tcPr>
                </a:tc>
                <a:tc>
                  <a:txBody>
                    <a:bodyPr/>
                    <a:lstStyle/>
                    <a:p>
                      <a:pPr>
                        <a:lnSpc>
                          <a:spcPct val="100000"/>
                        </a:lnSpc>
                        <a:spcBef>
                          <a:spcPts val="10"/>
                        </a:spcBef>
                      </a:pPr>
                      <a:endParaRPr sz="550">
                        <a:latin typeface="Times New Roman"/>
                        <a:cs typeface="Times New Roman"/>
                      </a:endParaRPr>
                    </a:p>
                    <a:p>
                      <a:pPr marR="17145" algn="r">
                        <a:lnSpc>
                          <a:spcPct val="100000"/>
                        </a:lnSpc>
                      </a:pPr>
                      <a:r>
                        <a:rPr sz="650" b="1" spc="75" dirty="0">
                          <a:solidFill>
                            <a:srgbClr val="0033CC"/>
                          </a:solidFill>
                          <a:latin typeface="Microsoft YaHei UI"/>
                          <a:cs typeface="Microsoft YaHei UI"/>
                        </a:rPr>
                        <a:t>1,638</a:t>
                      </a:r>
                      <a:endParaRPr sz="650">
                        <a:latin typeface="Microsoft YaHei UI"/>
                        <a:cs typeface="Microsoft YaHei UI"/>
                      </a:endParaRPr>
                    </a:p>
                  </a:txBody>
                  <a:tcPr marL="0" marR="0" marT="1270" marB="0">
                    <a:lnL w="9525">
                      <a:solidFill>
                        <a:srgbClr val="000000"/>
                      </a:solidFill>
                      <a:prstDash val="solid"/>
                    </a:lnL>
                    <a:lnR w="28575">
                      <a:solidFill>
                        <a:srgbClr val="FF0000"/>
                      </a:solidFill>
                      <a:prstDash val="solid"/>
                    </a:lnR>
                    <a:lnT w="6350">
                      <a:solidFill>
                        <a:srgbClr val="000000"/>
                      </a:solidFill>
                      <a:prstDash val="solid"/>
                    </a:lnT>
                    <a:lnB w="38100">
                      <a:solidFill>
                        <a:srgbClr val="FF0000"/>
                      </a:solidFill>
                      <a:prstDash val="solid"/>
                    </a:lnB>
                    <a:solidFill>
                      <a:srgbClr val="DCE6F0"/>
                    </a:solidFill>
                  </a:tcPr>
                </a:tc>
                <a:extLst>
                  <a:ext uri="{0D108BD9-81ED-4DB2-BD59-A6C34878D82A}">
                    <a16:rowId xmlns:a16="http://schemas.microsoft.com/office/drawing/2014/main" val="10005"/>
                  </a:ext>
                </a:extLst>
              </a:tr>
              <a:tr h="163953">
                <a:tc vMerge="1">
                  <a:txBody>
                    <a:bodyPr/>
                    <a:lstStyle/>
                    <a:p>
                      <a:endParaRPr/>
                    </a:p>
                  </a:txBody>
                  <a:tcPr marL="0" marR="0" marT="5080" marB="0">
                    <a:lnL w="19050">
                      <a:solidFill>
                        <a:srgbClr val="000000"/>
                      </a:solidFill>
                      <a:prstDash val="solid"/>
                    </a:lnL>
                    <a:lnR w="28575">
                      <a:solidFill>
                        <a:srgbClr val="FF0000"/>
                      </a:solidFill>
                      <a:prstDash val="solid"/>
                    </a:lnR>
                    <a:lnB w="12700">
                      <a:solidFill>
                        <a:srgbClr val="000000"/>
                      </a:solidFill>
                      <a:prstDash val="solid"/>
                    </a:lnB>
                    <a:solidFill>
                      <a:srgbClr val="FCE9D9"/>
                    </a:solidFill>
                  </a:tcPr>
                </a:tc>
                <a:tc>
                  <a:txBody>
                    <a:bodyPr/>
                    <a:lstStyle/>
                    <a:p>
                      <a:pPr marL="20955">
                        <a:lnSpc>
                          <a:spcPct val="100000"/>
                        </a:lnSpc>
                        <a:spcBef>
                          <a:spcPts val="259"/>
                        </a:spcBef>
                      </a:pPr>
                      <a:r>
                        <a:rPr sz="600" b="1" spc="30" dirty="0">
                          <a:latin typeface="Microsoft YaHei UI"/>
                          <a:cs typeface="Microsoft YaHei UI"/>
                        </a:rPr>
                        <a:t>⑥必要な新規の稼働者</a:t>
                      </a:r>
                      <a:endParaRPr sz="600">
                        <a:latin typeface="Microsoft YaHei UI"/>
                        <a:cs typeface="Microsoft YaHei UI"/>
                      </a:endParaRPr>
                    </a:p>
                  </a:txBody>
                  <a:tcPr marL="0" marR="0" marT="33019" marB="0">
                    <a:lnL w="6350">
                      <a:solidFill>
                        <a:srgbClr val="000000"/>
                      </a:solidFill>
                      <a:prstDash val="solid"/>
                    </a:lnL>
                    <a:lnR w="9525">
                      <a:solidFill>
                        <a:srgbClr val="000000"/>
                      </a:solidFill>
                      <a:prstDash val="solid"/>
                    </a:lnR>
                    <a:lnT w="38100">
                      <a:solidFill>
                        <a:srgbClr val="FF0000"/>
                      </a:solidFill>
                      <a:prstDash val="solid"/>
                    </a:lnT>
                    <a:lnB w="6350">
                      <a:solidFill>
                        <a:srgbClr val="000000"/>
                      </a:solidFill>
                      <a:prstDash val="solid"/>
                    </a:lnB>
                    <a:solidFill>
                      <a:srgbClr val="FFFF00"/>
                    </a:solidFill>
                  </a:tcPr>
                </a:tc>
                <a:tc>
                  <a:txBody>
                    <a:bodyPr/>
                    <a:lstStyle/>
                    <a:p>
                      <a:pPr>
                        <a:lnSpc>
                          <a:spcPct val="100000"/>
                        </a:lnSpc>
                      </a:pPr>
                      <a:endParaRPr sz="800">
                        <a:latin typeface="Times New Roman"/>
                        <a:cs typeface="Times New Roman"/>
                      </a:endParaRPr>
                    </a:p>
                  </a:txBody>
                  <a:tcPr marL="0" marR="0" marT="0" marB="0">
                    <a:lnL w="9525">
                      <a:solidFill>
                        <a:srgbClr val="000000"/>
                      </a:solidFill>
                      <a:prstDash val="solid"/>
                    </a:lnL>
                    <a:lnR w="6350">
                      <a:solidFill>
                        <a:srgbClr val="000000"/>
                      </a:solidFill>
                      <a:prstDash val="solid"/>
                    </a:lnR>
                    <a:lnT w="38100">
                      <a:solidFill>
                        <a:srgbClr val="FF0000"/>
                      </a:solidFill>
                      <a:prstDash val="solid"/>
                    </a:lnT>
                    <a:lnB w="6350">
                      <a:solidFill>
                        <a:srgbClr val="000000"/>
                      </a:solidFill>
                      <a:prstDash val="solid"/>
                    </a:lnB>
                    <a:solidFill>
                      <a:srgbClr val="FFFF00"/>
                    </a:solidFill>
                  </a:tcPr>
                </a:tc>
                <a:tc>
                  <a:txBody>
                    <a:bodyPr/>
                    <a:lstStyle/>
                    <a:p>
                      <a:pPr marR="13970" algn="r">
                        <a:lnSpc>
                          <a:spcPct val="100000"/>
                        </a:lnSpc>
                        <a:spcBef>
                          <a:spcPts val="245"/>
                        </a:spcBef>
                      </a:pPr>
                      <a:r>
                        <a:rPr sz="650" spc="195" dirty="0">
                          <a:latin typeface="MS UI Gothic"/>
                          <a:cs typeface="MS UI Gothic"/>
                        </a:rPr>
                        <a:t>54</a:t>
                      </a:r>
                      <a:endParaRPr sz="650">
                        <a:latin typeface="MS UI Gothic"/>
                        <a:cs typeface="MS UI Gothic"/>
                      </a:endParaRPr>
                    </a:p>
                  </a:txBody>
                  <a:tcPr marL="0" marR="0" marT="31115" marB="0">
                    <a:lnL w="6350">
                      <a:solidFill>
                        <a:srgbClr val="000000"/>
                      </a:solidFill>
                      <a:prstDash val="solid"/>
                    </a:lnL>
                    <a:lnR w="6350">
                      <a:solidFill>
                        <a:srgbClr val="000000"/>
                      </a:solidFill>
                      <a:prstDash val="solid"/>
                    </a:lnR>
                    <a:lnT w="38100">
                      <a:solidFill>
                        <a:srgbClr val="FF0000"/>
                      </a:solidFill>
                      <a:prstDash val="solid"/>
                    </a:lnT>
                    <a:lnB w="6350">
                      <a:solidFill>
                        <a:srgbClr val="000000"/>
                      </a:solidFill>
                      <a:prstDash val="solid"/>
                    </a:lnB>
                    <a:solidFill>
                      <a:srgbClr val="FFFF00"/>
                    </a:solidFill>
                  </a:tcPr>
                </a:tc>
                <a:tc>
                  <a:txBody>
                    <a:bodyPr/>
                    <a:lstStyle/>
                    <a:p>
                      <a:pPr marR="13335" algn="r">
                        <a:lnSpc>
                          <a:spcPct val="100000"/>
                        </a:lnSpc>
                        <a:spcBef>
                          <a:spcPts val="245"/>
                        </a:spcBef>
                      </a:pPr>
                      <a:r>
                        <a:rPr sz="650" spc="195" dirty="0">
                          <a:latin typeface="MS UI Gothic"/>
                          <a:cs typeface="MS UI Gothic"/>
                        </a:rPr>
                        <a:t>36</a:t>
                      </a:r>
                      <a:endParaRPr sz="650">
                        <a:latin typeface="MS UI Gothic"/>
                        <a:cs typeface="MS UI Gothic"/>
                      </a:endParaRPr>
                    </a:p>
                  </a:txBody>
                  <a:tcPr marL="0" marR="0" marT="31115" marB="0">
                    <a:lnL w="6350">
                      <a:solidFill>
                        <a:srgbClr val="000000"/>
                      </a:solidFill>
                      <a:prstDash val="solid"/>
                    </a:lnL>
                    <a:lnR w="6350">
                      <a:solidFill>
                        <a:srgbClr val="000000"/>
                      </a:solidFill>
                      <a:prstDash val="solid"/>
                    </a:lnR>
                    <a:lnT w="38100">
                      <a:solidFill>
                        <a:srgbClr val="FF0000"/>
                      </a:solidFill>
                      <a:prstDash val="solid"/>
                    </a:lnT>
                    <a:lnB w="6350">
                      <a:solidFill>
                        <a:srgbClr val="000000"/>
                      </a:solidFill>
                      <a:prstDash val="solid"/>
                    </a:lnB>
                    <a:solidFill>
                      <a:srgbClr val="FFFF00"/>
                    </a:solidFill>
                  </a:tcPr>
                </a:tc>
                <a:tc>
                  <a:txBody>
                    <a:bodyPr/>
                    <a:lstStyle/>
                    <a:p>
                      <a:pPr marR="13335" algn="r">
                        <a:lnSpc>
                          <a:spcPct val="100000"/>
                        </a:lnSpc>
                        <a:spcBef>
                          <a:spcPts val="245"/>
                        </a:spcBef>
                      </a:pPr>
                      <a:r>
                        <a:rPr sz="650" spc="195" dirty="0">
                          <a:latin typeface="MS UI Gothic"/>
                          <a:cs typeface="MS UI Gothic"/>
                        </a:rPr>
                        <a:t>272</a:t>
                      </a:r>
                      <a:endParaRPr sz="650">
                        <a:latin typeface="MS UI Gothic"/>
                        <a:cs typeface="MS UI Gothic"/>
                      </a:endParaRPr>
                    </a:p>
                  </a:txBody>
                  <a:tcPr marL="0" marR="0" marT="31115" marB="0">
                    <a:lnL w="6350">
                      <a:solidFill>
                        <a:srgbClr val="000000"/>
                      </a:solidFill>
                      <a:prstDash val="solid"/>
                    </a:lnL>
                    <a:lnR w="6350">
                      <a:solidFill>
                        <a:srgbClr val="000000"/>
                      </a:solidFill>
                      <a:prstDash val="solid"/>
                    </a:lnR>
                    <a:lnT w="38100">
                      <a:solidFill>
                        <a:srgbClr val="FF0000"/>
                      </a:solidFill>
                      <a:prstDash val="solid"/>
                    </a:lnT>
                    <a:lnB w="6350">
                      <a:solidFill>
                        <a:srgbClr val="000000"/>
                      </a:solidFill>
                      <a:prstDash val="solid"/>
                    </a:lnB>
                    <a:solidFill>
                      <a:srgbClr val="FFFF00"/>
                    </a:solidFill>
                  </a:tcPr>
                </a:tc>
                <a:tc>
                  <a:txBody>
                    <a:bodyPr/>
                    <a:lstStyle/>
                    <a:p>
                      <a:pPr marR="13335" algn="r">
                        <a:lnSpc>
                          <a:spcPct val="100000"/>
                        </a:lnSpc>
                        <a:spcBef>
                          <a:spcPts val="245"/>
                        </a:spcBef>
                      </a:pPr>
                      <a:r>
                        <a:rPr sz="650" spc="195" dirty="0">
                          <a:latin typeface="MS UI Gothic"/>
                          <a:cs typeface="MS UI Gothic"/>
                        </a:rPr>
                        <a:t>23</a:t>
                      </a:r>
                      <a:endParaRPr sz="650">
                        <a:latin typeface="MS UI Gothic"/>
                        <a:cs typeface="MS UI Gothic"/>
                      </a:endParaRPr>
                    </a:p>
                  </a:txBody>
                  <a:tcPr marL="0" marR="0" marT="31115" marB="0">
                    <a:lnL w="6350">
                      <a:solidFill>
                        <a:srgbClr val="000000"/>
                      </a:solidFill>
                      <a:prstDash val="solid"/>
                    </a:lnL>
                    <a:lnR w="6350">
                      <a:solidFill>
                        <a:srgbClr val="000000"/>
                      </a:solidFill>
                      <a:prstDash val="solid"/>
                    </a:lnR>
                    <a:lnT w="38100">
                      <a:solidFill>
                        <a:srgbClr val="FF0000"/>
                      </a:solidFill>
                      <a:prstDash val="solid"/>
                    </a:lnT>
                    <a:lnB w="6350">
                      <a:solidFill>
                        <a:srgbClr val="000000"/>
                      </a:solidFill>
                      <a:prstDash val="solid"/>
                    </a:lnB>
                    <a:solidFill>
                      <a:srgbClr val="FFFF00"/>
                    </a:solidFill>
                  </a:tcPr>
                </a:tc>
                <a:tc>
                  <a:txBody>
                    <a:bodyPr/>
                    <a:lstStyle/>
                    <a:p>
                      <a:pPr marR="12700" algn="r">
                        <a:lnSpc>
                          <a:spcPct val="100000"/>
                        </a:lnSpc>
                        <a:spcBef>
                          <a:spcPts val="245"/>
                        </a:spcBef>
                      </a:pPr>
                      <a:r>
                        <a:rPr sz="650" dirty="0">
                          <a:latin typeface="MS UI Gothic"/>
                          <a:cs typeface="MS UI Gothic"/>
                        </a:rPr>
                        <a:t>2</a:t>
                      </a:r>
                      <a:endParaRPr sz="650">
                        <a:latin typeface="MS UI Gothic"/>
                        <a:cs typeface="MS UI Gothic"/>
                      </a:endParaRPr>
                    </a:p>
                  </a:txBody>
                  <a:tcPr marL="0" marR="0" marT="31115" marB="0">
                    <a:lnL w="6350">
                      <a:solidFill>
                        <a:srgbClr val="000000"/>
                      </a:solidFill>
                      <a:prstDash val="solid"/>
                    </a:lnL>
                    <a:lnR w="9525">
                      <a:solidFill>
                        <a:srgbClr val="000000"/>
                      </a:solidFill>
                      <a:prstDash val="solid"/>
                    </a:lnR>
                    <a:lnT w="38100">
                      <a:solidFill>
                        <a:srgbClr val="FF0000"/>
                      </a:solidFill>
                      <a:prstDash val="solid"/>
                    </a:lnT>
                    <a:lnB w="6350">
                      <a:solidFill>
                        <a:srgbClr val="000000"/>
                      </a:solidFill>
                      <a:prstDash val="solid"/>
                    </a:lnB>
                    <a:solidFill>
                      <a:srgbClr val="FFFF00"/>
                    </a:solidFill>
                  </a:tcPr>
                </a:tc>
                <a:tc>
                  <a:txBody>
                    <a:bodyPr/>
                    <a:lstStyle/>
                    <a:p>
                      <a:pPr marR="10795" algn="r">
                        <a:lnSpc>
                          <a:spcPct val="100000"/>
                        </a:lnSpc>
                        <a:spcBef>
                          <a:spcPts val="259"/>
                        </a:spcBef>
                      </a:pPr>
                      <a:r>
                        <a:rPr sz="600" b="1" spc="110" dirty="0">
                          <a:solidFill>
                            <a:srgbClr val="0033CC"/>
                          </a:solidFill>
                          <a:latin typeface="Microsoft YaHei UI"/>
                          <a:cs typeface="Microsoft YaHei UI"/>
                        </a:rPr>
                        <a:t>387</a:t>
                      </a:r>
                      <a:endParaRPr sz="600">
                        <a:latin typeface="Microsoft YaHei UI"/>
                        <a:cs typeface="Microsoft YaHei UI"/>
                      </a:endParaRPr>
                    </a:p>
                  </a:txBody>
                  <a:tcPr marL="0" marR="0" marT="33019" marB="0">
                    <a:lnL w="9525">
                      <a:solidFill>
                        <a:srgbClr val="000000"/>
                      </a:solidFill>
                      <a:prstDash val="solid"/>
                    </a:lnL>
                    <a:lnR w="9525">
                      <a:solidFill>
                        <a:srgbClr val="000000"/>
                      </a:solidFill>
                      <a:prstDash val="solid"/>
                    </a:lnR>
                    <a:lnT w="38100">
                      <a:solidFill>
                        <a:srgbClr val="FF0000"/>
                      </a:solidFill>
                      <a:prstDash val="solid"/>
                    </a:lnT>
                    <a:lnB w="6350">
                      <a:solidFill>
                        <a:srgbClr val="000000"/>
                      </a:solidFill>
                      <a:prstDash val="solid"/>
                    </a:lnB>
                    <a:solidFill>
                      <a:srgbClr val="FFFF00"/>
                    </a:solidFill>
                  </a:tcPr>
                </a:tc>
                <a:tc>
                  <a:txBody>
                    <a:bodyPr/>
                    <a:lstStyle/>
                    <a:p>
                      <a:pPr marR="13335" algn="r">
                        <a:lnSpc>
                          <a:spcPct val="100000"/>
                        </a:lnSpc>
                        <a:spcBef>
                          <a:spcPts val="245"/>
                        </a:spcBef>
                      </a:pPr>
                      <a:r>
                        <a:rPr sz="650" spc="195" dirty="0">
                          <a:latin typeface="MS UI Gothic"/>
                          <a:cs typeface="MS UI Gothic"/>
                        </a:rPr>
                        <a:t>472</a:t>
                      </a:r>
                      <a:endParaRPr sz="650">
                        <a:latin typeface="MS UI Gothic"/>
                        <a:cs typeface="MS UI Gothic"/>
                      </a:endParaRPr>
                    </a:p>
                  </a:txBody>
                  <a:tcPr marL="0" marR="0" marT="31115" marB="0">
                    <a:lnL w="9525">
                      <a:solidFill>
                        <a:srgbClr val="000000"/>
                      </a:solidFill>
                      <a:prstDash val="solid"/>
                    </a:lnL>
                    <a:lnR w="6350">
                      <a:solidFill>
                        <a:srgbClr val="000000"/>
                      </a:solidFill>
                      <a:prstDash val="solid"/>
                    </a:lnR>
                    <a:lnT w="38100">
                      <a:solidFill>
                        <a:srgbClr val="FF0000"/>
                      </a:solidFill>
                      <a:prstDash val="solid"/>
                    </a:lnT>
                    <a:lnB w="6350">
                      <a:solidFill>
                        <a:srgbClr val="000000"/>
                      </a:solidFill>
                      <a:prstDash val="solid"/>
                    </a:lnB>
                    <a:solidFill>
                      <a:srgbClr val="FFFF00"/>
                    </a:solidFill>
                  </a:tcPr>
                </a:tc>
                <a:tc>
                  <a:txBody>
                    <a:bodyPr/>
                    <a:lstStyle/>
                    <a:p>
                      <a:pPr marR="15240" algn="r">
                        <a:lnSpc>
                          <a:spcPct val="100000"/>
                        </a:lnSpc>
                        <a:spcBef>
                          <a:spcPts val="245"/>
                        </a:spcBef>
                      </a:pPr>
                      <a:r>
                        <a:rPr sz="650" dirty="0">
                          <a:latin typeface="MS UI Gothic"/>
                          <a:cs typeface="MS UI Gothic"/>
                        </a:rPr>
                        <a:t>6</a:t>
                      </a:r>
                      <a:endParaRPr sz="650">
                        <a:latin typeface="MS UI Gothic"/>
                        <a:cs typeface="MS UI Gothic"/>
                      </a:endParaRPr>
                    </a:p>
                  </a:txBody>
                  <a:tcPr marL="0" marR="0" marT="31115" marB="0">
                    <a:lnL w="6350">
                      <a:solidFill>
                        <a:srgbClr val="000000"/>
                      </a:solidFill>
                      <a:prstDash val="solid"/>
                    </a:lnL>
                    <a:lnR w="6350">
                      <a:solidFill>
                        <a:srgbClr val="000000"/>
                      </a:solidFill>
                      <a:prstDash val="solid"/>
                    </a:lnR>
                    <a:lnT w="38100">
                      <a:solidFill>
                        <a:srgbClr val="FF0000"/>
                      </a:solidFill>
                      <a:prstDash val="solid"/>
                    </a:lnT>
                    <a:lnB w="6350">
                      <a:solidFill>
                        <a:srgbClr val="000000"/>
                      </a:solidFill>
                      <a:prstDash val="solid"/>
                    </a:lnB>
                    <a:solidFill>
                      <a:srgbClr val="FFFF00"/>
                    </a:solidFill>
                  </a:tcPr>
                </a:tc>
                <a:tc>
                  <a:txBody>
                    <a:bodyPr/>
                    <a:lstStyle/>
                    <a:p>
                      <a:pPr marR="13335" algn="r">
                        <a:lnSpc>
                          <a:spcPct val="100000"/>
                        </a:lnSpc>
                        <a:spcBef>
                          <a:spcPts val="245"/>
                        </a:spcBef>
                      </a:pPr>
                      <a:r>
                        <a:rPr sz="650" spc="100" dirty="0">
                          <a:solidFill>
                            <a:srgbClr val="FF0000"/>
                          </a:solidFill>
                          <a:latin typeface="MS UI Gothic"/>
                          <a:cs typeface="MS UI Gothic"/>
                        </a:rPr>
                        <a:t>-6</a:t>
                      </a:r>
                      <a:endParaRPr sz="650">
                        <a:latin typeface="MS UI Gothic"/>
                        <a:cs typeface="MS UI Gothic"/>
                      </a:endParaRPr>
                    </a:p>
                  </a:txBody>
                  <a:tcPr marL="0" marR="0" marT="31115" marB="0">
                    <a:lnL w="6350">
                      <a:solidFill>
                        <a:srgbClr val="000000"/>
                      </a:solidFill>
                      <a:prstDash val="solid"/>
                    </a:lnL>
                    <a:lnR w="6350">
                      <a:solidFill>
                        <a:srgbClr val="000000"/>
                      </a:solidFill>
                      <a:prstDash val="solid"/>
                    </a:lnR>
                    <a:lnT w="38100">
                      <a:solidFill>
                        <a:srgbClr val="FF0000"/>
                      </a:solidFill>
                      <a:prstDash val="solid"/>
                    </a:lnT>
                    <a:lnB w="6350">
                      <a:solidFill>
                        <a:srgbClr val="000000"/>
                      </a:solidFill>
                      <a:prstDash val="solid"/>
                    </a:lnB>
                    <a:solidFill>
                      <a:srgbClr val="FFFF00"/>
                    </a:solidFill>
                  </a:tcPr>
                </a:tc>
                <a:tc>
                  <a:txBody>
                    <a:bodyPr/>
                    <a:lstStyle/>
                    <a:p>
                      <a:pPr marR="13335" algn="r">
                        <a:lnSpc>
                          <a:spcPct val="100000"/>
                        </a:lnSpc>
                        <a:spcBef>
                          <a:spcPts val="245"/>
                        </a:spcBef>
                      </a:pPr>
                      <a:r>
                        <a:rPr sz="650" spc="195" dirty="0">
                          <a:latin typeface="MS UI Gothic"/>
                          <a:cs typeface="MS UI Gothic"/>
                        </a:rPr>
                        <a:t>645</a:t>
                      </a:r>
                      <a:endParaRPr sz="650">
                        <a:latin typeface="MS UI Gothic"/>
                        <a:cs typeface="MS UI Gothic"/>
                      </a:endParaRPr>
                    </a:p>
                  </a:txBody>
                  <a:tcPr marL="0" marR="0" marT="31115" marB="0">
                    <a:lnL w="6350">
                      <a:solidFill>
                        <a:srgbClr val="000000"/>
                      </a:solidFill>
                      <a:prstDash val="solid"/>
                    </a:lnL>
                    <a:lnR w="6350">
                      <a:solidFill>
                        <a:srgbClr val="000000"/>
                      </a:solidFill>
                      <a:prstDash val="solid"/>
                    </a:lnR>
                    <a:lnT w="38100">
                      <a:solidFill>
                        <a:srgbClr val="FF0000"/>
                      </a:solidFill>
                      <a:prstDash val="solid"/>
                    </a:lnT>
                    <a:lnB w="6350">
                      <a:solidFill>
                        <a:srgbClr val="000000"/>
                      </a:solidFill>
                      <a:prstDash val="solid"/>
                    </a:lnB>
                    <a:solidFill>
                      <a:srgbClr val="FFFF00"/>
                    </a:solidFill>
                  </a:tcPr>
                </a:tc>
                <a:tc>
                  <a:txBody>
                    <a:bodyPr/>
                    <a:lstStyle/>
                    <a:p>
                      <a:pPr marR="13335" algn="r">
                        <a:lnSpc>
                          <a:spcPct val="100000"/>
                        </a:lnSpc>
                        <a:spcBef>
                          <a:spcPts val="245"/>
                        </a:spcBef>
                      </a:pPr>
                      <a:r>
                        <a:rPr sz="650" spc="100" dirty="0">
                          <a:solidFill>
                            <a:srgbClr val="FF0000"/>
                          </a:solidFill>
                          <a:latin typeface="MS UI Gothic"/>
                          <a:cs typeface="MS UI Gothic"/>
                        </a:rPr>
                        <a:t>-3</a:t>
                      </a:r>
                      <a:endParaRPr sz="650">
                        <a:latin typeface="MS UI Gothic"/>
                        <a:cs typeface="MS UI Gothic"/>
                      </a:endParaRPr>
                    </a:p>
                  </a:txBody>
                  <a:tcPr marL="0" marR="0" marT="31115" marB="0">
                    <a:lnL w="6350">
                      <a:solidFill>
                        <a:srgbClr val="000000"/>
                      </a:solidFill>
                      <a:prstDash val="solid"/>
                    </a:lnL>
                    <a:lnR w="6350">
                      <a:solidFill>
                        <a:srgbClr val="000000"/>
                      </a:solidFill>
                      <a:prstDash val="solid"/>
                    </a:lnR>
                    <a:lnT w="38100">
                      <a:solidFill>
                        <a:srgbClr val="FF0000"/>
                      </a:solidFill>
                      <a:prstDash val="solid"/>
                    </a:lnT>
                    <a:lnB w="6350">
                      <a:solidFill>
                        <a:srgbClr val="000000"/>
                      </a:solidFill>
                      <a:prstDash val="solid"/>
                    </a:lnB>
                    <a:solidFill>
                      <a:srgbClr val="FFFF00"/>
                    </a:solidFill>
                  </a:tcPr>
                </a:tc>
                <a:tc>
                  <a:txBody>
                    <a:bodyPr/>
                    <a:lstStyle/>
                    <a:p>
                      <a:pPr marR="12700" algn="r">
                        <a:lnSpc>
                          <a:spcPct val="100000"/>
                        </a:lnSpc>
                        <a:spcBef>
                          <a:spcPts val="245"/>
                        </a:spcBef>
                      </a:pPr>
                      <a:r>
                        <a:rPr sz="650" spc="90" dirty="0">
                          <a:solidFill>
                            <a:srgbClr val="FF0000"/>
                          </a:solidFill>
                          <a:latin typeface="MS UI Gothic"/>
                          <a:cs typeface="MS UI Gothic"/>
                        </a:rPr>
                        <a:t>-17</a:t>
                      </a:r>
                      <a:endParaRPr sz="650">
                        <a:latin typeface="MS UI Gothic"/>
                        <a:cs typeface="MS UI Gothic"/>
                      </a:endParaRPr>
                    </a:p>
                  </a:txBody>
                  <a:tcPr marL="0" marR="0" marT="31115" marB="0">
                    <a:lnL w="6350">
                      <a:solidFill>
                        <a:srgbClr val="000000"/>
                      </a:solidFill>
                      <a:prstDash val="solid"/>
                    </a:lnL>
                    <a:lnR w="9525">
                      <a:solidFill>
                        <a:srgbClr val="000000"/>
                      </a:solidFill>
                      <a:prstDash val="solid"/>
                    </a:lnR>
                    <a:lnT w="38100">
                      <a:solidFill>
                        <a:srgbClr val="FF0000"/>
                      </a:solidFill>
                      <a:prstDash val="solid"/>
                    </a:lnT>
                    <a:lnB w="6350">
                      <a:solidFill>
                        <a:srgbClr val="000000"/>
                      </a:solidFill>
                      <a:prstDash val="solid"/>
                    </a:lnB>
                    <a:solidFill>
                      <a:srgbClr val="FFFF00"/>
                    </a:solidFill>
                  </a:tcPr>
                </a:tc>
                <a:tc>
                  <a:txBody>
                    <a:bodyPr/>
                    <a:lstStyle/>
                    <a:p>
                      <a:pPr marR="12700" algn="r">
                        <a:lnSpc>
                          <a:spcPct val="100000"/>
                        </a:lnSpc>
                        <a:spcBef>
                          <a:spcPts val="245"/>
                        </a:spcBef>
                      </a:pPr>
                      <a:r>
                        <a:rPr sz="650" b="1" spc="75" dirty="0">
                          <a:solidFill>
                            <a:srgbClr val="0033CC"/>
                          </a:solidFill>
                          <a:latin typeface="Microsoft YaHei UI"/>
                          <a:cs typeface="Microsoft YaHei UI"/>
                        </a:rPr>
                        <a:t>1,097</a:t>
                      </a:r>
                      <a:endParaRPr sz="650">
                        <a:latin typeface="Microsoft YaHei UI"/>
                        <a:cs typeface="Microsoft YaHei UI"/>
                      </a:endParaRPr>
                    </a:p>
                  </a:txBody>
                  <a:tcPr marL="0" marR="0" marT="31115" marB="0">
                    <a:lnL w="9525">
                      <a:solidFill>
                        <a:srgbClr val="000000"/>
                      </a:solidFill>
                      <a:prstDash val="solid"/>
                    </a:lnL>
                    <a:lnR w="9525">
                      <a:solidFill>
                        <a:srgbClr val="000000"/>
                      </a:solidFill>
                      <a:prstDash val="solid"/>
                    </a:lnR>
                    <a:lnT w="38100">
                      <a:solidFill>
                        <a:srgbClr val="FF0000"/>
                      </a:solidFill>
                      <a:prstDash val="solid"/>
                    </a:lnT>
                    <a:lnB w="6350">
                      <a:solidFill>
                        <a:srgbClr val="000000"/>
                      </a:solidFill>
                      <a:prstDash val="solid"/>
                    </a:lnB>
                    <a:solidFill>
                      <a:srgbClr val="FFFF00"/>
                    </a:solidFill>
                  </a:tcPr>
                </a:tc>
                <a:tc>
                  <a:txBody>
                    <a:bodyPr/>
                    <a:lstStyle/>
                    <a:p>
                      <a:pPr marR="17145" algn="r">
                        <a:lnSpc>
                          <a:spcPct val="100000"/>
                        </a:lnSpc>
                        <a:spcBef>
                          <a:spcPts val="245"/>
                        </a:spcBef>
                      </a:pPr>
                      <a:r>
                        <a:rPr sz="650" b="1" spc="75" dirty="0">
                          <a:solidFill>
                            <a:srgbClr val="0033CC"/>
                          </a:solidFill>
                          <a:latin typeface="Microsoft YaHei UI"/>
                          <a:cs typeface="Microsoft YaHei UI"/>
                        </a:rPr>
                        <a:t>1,097</a:t>
                      </a:r>
                      <a:endParaRPr sz="650">
                        <a:latin typeface="Microsoft YaHei UI"/>
                        <a:cs typeface="Microsoft YaHei UI"/>
                      </a:endParaRPr>
                    </a:p>
                  </a:txBody>
                  <a:tcPr marL="0" marR="0" marT="31115" marB="0">
                    <a:lnL w="9525">
                      <a:solidFill>
                        <a:srgbClr val="000000"/>
                      </a:solidFill>
                      <a:prstDash val="solid"/>
                    </a:lnL>
                    <a:lnR w="19050">
                      <a:solidFill>
                        <a:srgbClr val="000000"/>
                      </a:solidFill>
                      <a:prstDash val="solid"/>
                    </a:lnR>
                    <a:lnT w="38100">
                      <a:solidFill>
                        <a:srgbClr val="FF0000"/>
                      </a:solidFill>
                      <a:prstDash val="solid"/>
                    </a:lnT>
                    <a:lnB w="6350">
                      <a:solidFill>
                        <a:srgbClr val="000000"/>
                      </a:solidFill>
                      <a:prstDash val="solid"/>
                    </a:lnB>
                    <a:solidFill>
                      <a:srgbClr val="FFFF00"/>
                    </a:solidFill>
                  </a:tcPr>
                </a:tc>
                <a:extLst>
                  <a:ext uri="{0D108BD9-81ED-4DB2-BD59-A6C34878D82A}">
                    <a16:rowId xmlns:a16="http://schemas.microsoft.com/office/drawing/2014/main" val="10006"/>
                  </a:ext>
                </a:extLst>
              </a:tr>
              <a:tr h="181127">
                <a:tc vMerge="1">
                  <a:txBody>
                    <a:bodyPr/>
                    <a:lstStyle/>
                    <a:p>
                      <a:endParaRPr/>
                    </a:p>
                  </a:txBody>
                  <a:tcPr marL="0" marR="0" marT="5080" marB="0">
                    <a:lnL w="19050">
                      <a:solidFill>
                        <a:srgbClr val="000000"/>
                      </a:solidFill>
                      <a:prstDash val="solid"/>
                    </a:lnL>
                    <a:lnR w="28575">
                      <a:solidFill>
                        <a:srgbClr val="FF0000"/>
                      </a:solidFill>
                      <a:prstDash val="solid"/>
                    </a:lnR>
                    <a:lnB w="12700">
                      <a:solidFill>
                        <a:srgbClr val="000000"/>
                      </a:solidFill>
                      <a:prstDash val="solid"/>
                    </a:lnB>
                    <a:solidFill>
                      <a:srgbClr val="FCE9D9"/>
                    </a:solidFill>
                  </a:tcPr>
                </a:tc>
                <a:tc>
                  <a:txBody>
                    <a:bodyPr/>
                    <a:lstStyle/>
                    <a:p>
                      <a:pPr marL="20955">
                        <a:lnSpc>
                          <a:spcPct val="100000"/>
                        </a:lnSpc>
                        <a:spcBef>
                          <a:spcPts val="355"/>
                        </a:spcBef>
                      </a:pPr>
                      <a:r>
                        <a:rPr sz="600" b="1" spc="-5" dirty="0">
                          <a:latin typeface="Microsoft YaHei UI"/>
                          <a:cs typeface="Microsoft YaHei UI"/>
                        </a:rPr>
                        <a:t>⑦月間目標増加数</a:t>
                      </a:r>
                      <a:r>
                        <a:rPr sz="600" b="1" spc="15" dirty="0">
                          <a:latin typeface="Microsoft YaHei UI"/>
                          <a:cs typeface="Microsoft YaHei UI"/>
                        </a:rPr>
                        <a:t>（</a:t>
                      </a:r>
                      <a:r>
                        <a:rPr sz="600" b="1" spc="-10" dirty="0">
                          <a:latin typeface="Microsoft YaHei UI"/>
                          <a:cs typeface="Microsoft YaHei UI"/>
                        </a:rPr>
                        <a:t>なら</a:t>
                      </a:r>
                      <a:r>
                        <a:rPr sz="600" b="1" dirty="0">
                          <a:latin typeface="Microsoft YaHei UI"/>
                          <a:cs typeface="Microsoft YaHei UI"/>
                        </a:rPr>
                        <a:t>し</a:t>
                      </a:r>
                      <a:r>
                        <a:rPr sz="600" b="1" spc="-50" dirty="0">
                          <a:latin typeface="Microsoft YaHei UI"/>
                          <a:cs typeface="Microsoft YaHei UI"/>
                        </a:rPr>
                        <a:t>た数字）</a:t>
                      </a:r>
                      <a:endParaRPr sz="600">
                        <a:latin typeface="Microsoft YaHei UI"/>
                        <a:cs typeface="Microsoft YaHei UI"/>
                      </a:endParaRPr>
                    </a:p>
                  </a:txBody>
                  <a:tcPr marL="0" marR="0" marT="45085" marB="0">
                    <a:lnL w="6350">
                      <a:solidFill>
                        <a:srgbClr val="000000"/>
                      </a:solidFill>
                      <a:prstDash val="solid"/>
                    </a:lnL>
                    <a:lnR w="9525">
                      <a:solidFill>
                        <a:srgbClr val="000000"/>
                      </a:solidFill>
                      <a:prstDash val="solid"/>
                    </a:lnR>
                    <a:lnT w="6350">
                      <a:solidFill>
                        <a:srgbClr val="000000"/>
                      </a:solidFill>
                      <a:prstDash val="solid"/>
                    </a:lnT>
                    <a:lnB w="28575">
                      <a:solidFill>
                        <a:srgbClr val="FF0000"/>
                      </a:solidFill>
                      <a:prstDash val="solid"/>
                    </a:lnB>
                    <a:solidFill>
                      <a:srgbClr val="FFFF00"/>
                    </a:solidFill>
                  </a:tcPr>
                </a:tc>
                <a:tc>
                  <a:txBody>
                    <a:bodyPr/>
                    <a:lstStyle/>
                    <a:p>
                      <a:pPr>
                        <a:lnSpc>
                          <a:spcPct val="100000"/>
                        </a:lnSpc>
                      </a:pPr>
                      <a:endParaRPr sz="800">
                        <a:latin typeface="Times New Roman"/>
                        <a:cs typeface="Times New Roman"/>
                      </a:endParaRPr>
                    </a:p>
                  </a:txBody>
                  <a:tcPr marL="0" marR="0" marT="0" marB="0">
                    <a:lnL w="9525">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FFFF00"/>
                    </a:solidFill>
                  </a:tcPr>
                </a:tc>
                <a:tc>
                  <a:txBody>
                    <a:bodyPr/>
                    <a:lstStyle/>
                    <a:p>
                      <a:pPr>
                        <a:lnSpc>
                          <a:spcPct val="100000"/>
                        </a:lnSpc>
                      </a:pPr>
                      <a:endParaRPr sz="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FFFF00"/>
                    </a:solidFill>
                  </a:tcPr>
                </a:tc>
                <a:tc>
                  <a:txBody>
                    <a:bodyPr/>
                    <a:lstStyle/>
                    <a:p>
                      <a:pPr>
                        <a:lnSpc>
                          <a:spcPct val="100000"/>
                        </a:lnSpc>
                      </a:pPr>
                      <a:endParaRPr sz="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FFFF00"/>
                    </a:solidFill>
                  </a:tcPr>
                </a:tc>
                <a:tc>
                  <a:txBody>
                    <a:bodyPr/>
                    <a:lstStyle/>
                    <a:p>
                      <a:pPr marR="13335" algn="r">
                        <a:lnSpc>
                          <a:spcPct val="100000"/>
                        </a:lnSpc>
                        <a:spcBef>
                          <a:spcPts val="340"/>
                        </a:spcBef>
                      </a:pPr>
                      <a:r>
                        <a:rPr sz="650" spc="195" dirty="0">
                          <a:latin typeface="MS UI Gothic"/>
                          <a:cs typeface="MS UI Gothic"/>
                        </a:rPr>
                        <a:t>47</a:t>
                      </a:r>
                      <a:endParaRPr sz="650">
                        <a:latin typeface="MS UI Gothic"/>
                        <a:cs typeface="MS UI Gothic"/>
                      </a:endParaRP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FFFF00"/>
                    </a:solidFill>
                  </a:tcPr>
                </a:tc>
                <a:tc>
                  <a:txBody>
                    <a:bodyPr/>
                    <a:lstStyle/>
                    <a:p>
                      <a:pPr marR="14604" algn="r">
                        <a:lnSpc>
                          <a:spcPct val="100000"/>
                        </a:lnSpc>
                        <a:spcBef>
                          <a:spcPts val="340"/>
                        </a:spcBef>
                      </a:pPr>
                      <a:r>
                        <a:rPr sz="650" spc="155" dirty="0">
                          <a:latin typeface="MS UI Gothic"/>
                          <a:cs typeface="MS UI Gothic"/>
                        </a:rPr>
                        <a:t>100</a:t>
                      </a:r>
                      <a:endParaRPr sz="650">
                        <a:latin typeface="MS UI Gothic"/>
                        <a:cs typeface="MS UI Gothic"/>
                      </a:endParaRP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FFFF00"/>
                    </a:solidFill>
                  </a:tcPr>
                </a:tc>
                <a:tc>
                  <a:txBody>
                    <a:bodyPr/>
                    <a:lstStyle/>
                    <a:p>
                      <a:pPr marR="12700" algn="r">
                        <a:lnSpc>
                          <a:spcPct val="100000"/>
                        </a:lnSpc>
                        <a:spcBef>
                          <a:spcPts val="340"/>
                        </a:spcBef>
                      </a:pPr>
                      <a:r>
                        <a:rPr sz="650" spc="155" dirty="0">
                          <a:latin typeface="MS UI Gothic"/>
                          <a:cs typeface="MS UI Gothic"/>
                        </a:rPr>
                        <a:t>150</a:t>
                      </a:r>
                      <a:endParaRPr sz="650">
                        <a:latin typeface="MS UI Gothic"/>
                        <a:cs typeface="MS UI Gothic"/>
                      </a:endParaRPr>
                    </a:p>
                  </a:txBody>
                  <a:tcPr marL="0" marR="0" marT="43180" marB="0">
                    <a:lnL w="6350">
                      <a:solidFill>
                        <a:srgbClr val="000000"/>
                      </a:solidFill>
                      <a:prstDash val="solid"/>
                    </a:lnL>
                    <a:lnR w="9525">
                      <a:solidFill>
                        <a:srgbClr val="000000"/>
                      </a:solidFill>
                      <a:prstDash val="solid"/>
                    </a:lnR>
                    <a:lnT w="6350">
                      <a:solidFill>
                        <a:srgbClr val="000000"/>
                      </a:solidFill>
                      <a:prstDash val="solid"/>
                    </a:lnT>
                    <a:lnB w="28575">
                      <a:solidFill>
                        <a:srgbClr val="FF0000"/>
                      </a:solidFill>
                      <a:prstDash val="solid"/>
                    </a:lnB>
                    <a:solidFill>
                      <a:srgbClr val="FFFF00"/>
                    </a:solidFill>
                  </a:tcPr>
                </a:tc>
                <a:tc>
                  <a:txBody>
                    <a:bodyPr/>
                    <a:lstStyle/>
                    <a:p>
                      <a:pPr marR="10795" algn="r">
                        <a:lnSpc>
                          <a:spcPct val="100000"/>
                        </a:lnSpc>
                        <a:spcBef>
                          <a:spcPts val="355"/>
                        </a:spcBef>
                      </a:pPr>
                      <a:r>
                        <a:rPr sz="600" b="1" spc="110" dirty="0">
                          <a:solidFill>
                            <a:srgbClr val="0033CC"/>
                          </a:solidFill>
                          <a:latin typeface="Microsoft YaHei UI"/>
                          <a:cs typeface="Microsoft YaHei UI"/>
                        </a:rPr>
                        <a:t>297</a:t>
                      </a:r>
                      <a:endParaRPr sz="600">
                        <a:latin typeface="Microsoft YaHei UI"/>
                        <a:cs typeface="Microsoft YaHei UI"/>
                      </a:endParaRPr>
                    </a:p>
                  </a:txBody>
                  <a:tcPr marL="0" marR="0" marT="45085" marB="0">
                    <a:lnL w="9525">
                      <a:solidFill>
                        <a:srgbClr val="000000"/>
                      </a:solidFill>
                      <a:prstDash val="solid"/>
                    </a:lnL>
                    <a:lnR w="9525">
                      <a:solidFill>
                        <a:srgbClr val="000000"/>
                      </a:solidFill>
                      <a:prstDash val="solid"/>
                    </a:lnR>
                    <a:lnT w="6350">
                      <a:solidFill>
                        <a:srgbClr val="000000"/>
                      </a:solidFill>
                      <a:prstDash val="solid"/>
                    </a:lnT>
                    <a:lnB w="28575">
                      <a:solidFill>
                        <a:srgbClr val="FF0000"/>
                      </a:solidFill>
                      <a:prstDash val="solid"/>
                    </a:lnB>
                    <a:solidFill>
                      <a:srgbClr val="FFFF00"/>
                    </a:solidFill>
                  </a:tcPr>
                </a:tc>
                <a:tc>
                  <a:txBody>
                    <a:bodyPr/>
                    <a:lstStyle/>
                    <a:p>
                      <a:pPr marR="15240" algn="r">
                        <a:lnSpc>
                          <a:spcPct val="100000"/>
                        </a:lnSpc>
                        <a:spcBef>
                          <a:spcPts val="340"/>
                        </a:spcBef>
                      </a:pPr>
                      <a:r>
                        <a:rPr sz="650" spc="155" dirty="0">
                          <a:latin typeface="MS UI Gothic"/>
                          <a:cs typeface="MS UI Gothic"/>
                        </a:rPr>
                        <a:t>150</a:t>
                      </a:r>
                      <a:endParaRPr sz="650">
                        <a:latin typeface="MS UI Gothic"/>
                        <a:cs typeface="MS UI Gothic"/>
                      </a:endParaRPr>
                    </a:p>
                  </a:txBody>
                  <a:tcPr marL="0" marR="0" marT="43180" marB="0">
                    <a:lnL w="9525">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FFFF00"/>
                    </a:solidFill>
                  </a:tcPr>
                </a:tc>
                <a:tc>
                  <a:txBody>
                    <a:bodyPr/>
                    <a:lstStyle/>
                    <a:p>
                      <a:pPr marR="15240" algn="r">
                        <a:lnSpc>
                          <a:spcPct val="100000"/>
                        </a:lnSpc>
                        <a:spcBef>
                          <a:spcPts val="340"/>
                        </a:spcBef>
                      </a:pPr>
                      <a:r>
                        <a:rPr sz="650" spc="155" dirty="0">
                          <a:latin typeface="MS UI Gothic"/>
                          <a:cs typeface="MS UI Gothic"/>
                        </a:rPr>
                        <a:t>150</a:t>
                      </a:r>
                      <a:endParaRPr sz="650">
                        <a:latin typeface="MS UI Gothic"/>
                        <a:cs typeface="MS UI Gothic"/>
                      </a:endParaRP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FFFF00"/>
                    </a:solidFill>
                  </a:tcPr>
                </a:tc>
                <a:tc>
                  <a:txBody>
                    <a:bodyPr/>
                    <a:lstStyle/>
                    <a:p>
                      <a:pPr marR="13335" algn="r">
                        <a:lnSpc>
                          <a:spcPct val="100000"/>
                        </a:lnSpc>
                        <a:spcBef>
                          <a:spcPts val="340"/>
                        </a:spcBef>
                      </a:pPr>
                      <a:r>
                        <a:rPr sz="650" spc="195" dirty="0">
                          <a:latin typeface="MS UI Gothic"/>
                          <a:cs typeface="MS UI Gothic"/>
                        </a:rPr>
                        <a:t>250</a:t>
                      </a:r>
                      <a:endParaRPr sz="650">
                        <a:latin typeface="MS UI Gothic"/>
                        <a:cs typeface="MS UI Gothic"/>
                      </a:endParaRP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FFFF00"/>
                    </a:solidFill>
                  </a:tcPr>
                </a:tc>
                <a:tc>
                  <a:txBody>
                    <a:bodyPr/>
                    <a:lstStyle/>
                    <a:p>
                      <a:pPr marR="14604" algn="r">
                        <a:lnSpc>
                          <a:spcPct val="100000"/>
                        </a:lnSpc>
                        <a:spcBef>
                          <a:spcPts val="340"/>
                        </a:spcBef>
                      </a:pPr>
                      <a:r>
                        <a:rPr sz="650" spc="155" dirty="0">
                          <a:latin typeface="MS UI Gothic"/>
                          <a:cs typeface="MS UI Gothic"/>
                        </a:rPr>
                        <a:t>150</a:t>
                      </a:r>
                      <a:endParaRPr sz="650">
                        <a:latin typeface="MS UI Gothic"/>
                        <a:cs typeface="MS UI Gothic"/>
                      </a:endParaRP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FFFF00"/>
                    </a:solidFill>
                  </a:tcPr>
                </a:tc>
                <a:tc>
                  <a:txBody>
                    <a:bodyPr/>
                    <a:lstStyle/>
                    <a:p>
                      <a:pPr marR="13335" algn="r">
                        <a:lnSpc>
                          <a:spcPct val="100000"/>
                        </a:lnSpc>
                        <a:spcBef>
                          <a:spcPts val="340"/>
                        </a:spcBef>
                      </a:pPr>
                      <a:r>
                        <a:rPr sz="650" spc="195" dirty="0">
                          <a:latin typeface="MS UI Gothic"/>
                          <a:cs typeface="MS UI Gothic"/>
                        </a:rPr>
                        <a:t>50</a:t>
                      </a:r>
                      <a:endParaRPr sz="650">
                        <a:latin typeface="MS UI Gothic"/>
                        <a:cs typeface="MS UI Gothic"/>
                      </a:endParaRPr>
                    </a:p>
                  </a:txBody>
                  <a:tcPr marL="0" marR="0" marT="4318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FFFF00"/>
                    </a:solidFill>
                  </a:tcPr>
                </a:tc>
                <a:tc>
                  <a:txBody>
                    <a:bodyPr/>
                    <a:lstStyle/>
                    <a:p>
                      <a:pPr marR="11430" algn="r">
                        <a:lnSpc>
                          <a:spcPct val="100000"/>
                        </a:lnSpc>
                        <a:spcBef>
                          <a:spcPts val="340"/>
                        </a:spcBef>
                      </a:pPr>
                      <a:r>
                        <a:rPr sz="650" spc="195" dirty="0">
                          <a:latin typeface="MS UI Gothic"/>
                          <a:cs typeface="MS UI Gothic"/>
                        </a:rPr>
                        <a:t>50</a:t>
                      </a:r>
                      <a:endParaRPr sz="650">
                        <a:latin typeface="MS UI Gothic"/>
                        <a:cs typeface="MS UI Gothic"/>
                      </a:endParaRPr>
                    </a:p>
                  </a:txBody>
                  <a:tcPr marL="0" marR="0" marT="43180" marB="0">
                    <a:lnL w="6350">
                      <a:solidFill>
                        <a:srgbClr val="000000"/>
                      </a:solidFill>
                      <a:prstDash val="solid"/>
                    </a:lnL>
                    <a:lnR w="9525">
                      <a:solidFill>
                        <a:srgbClr val="000000"/>
                      </a:solidFill>
                      <a:prstDash val="solid"/>
                    </a:lnR>
                    <a:lnT w="6350">
                      <a:solidFill>
                        <a:srgbClr val="000000"/>
                      </a:solidFill>
                      <a:prstDash val="solid"/>
                    </a:lnT>
                    <a:lnB w="28575">
                      <a:solidFill>
                        <a:srgbClr val="FF0000"/>
                      </a:solidFill>
                      <a:prstDash val="solid"/>
                    </a:lnB>
                    <a:solidFill>
                      <a:srgbClr val="FFFF00"/>
                    </a:solidFill>
                  </a:tcPr>
                </a:tc>
                <a:tc>
                  <a:txBody>
                    <a:bodyPr/>
                    <a:lstStyle/>
                    <a:p>
                      <a:pPr marR="10795" algn="r">
                        <a:lnSpc>
                          <a:spcPct val="100000"/>
                        </a:lnSpc>
                        <a:spcBef>
                          <a:spcPts val="340"/>
                        </a:spcBef>
                      </a:pPr>
                      <a:r>
                        <a:rPr sz="650" b="1" spc="120" dirty="0">
                          <a:solidFill>
                            <a:srgbClr val="0033CC"/>
                          </a:solidFill>
                          <a:latin typeface="Microsoft YaHei UI"/>
                          <a:cs typeface="Microsoft YaHei UI"/>
                        </a:rPr>
                        <a:t>800</a:t>
                      </a:r>
                      <a:endParaRPr sz="650">
                        <a:latin typeface="Microsoft YaHei UI"/>
                        <a:cs typeface="Microsoft YaHei UI"/>
                      </a:endParaRPr>
                    </a:p>
                  </a:txBody>
                  <a:tcPr marL="0" marR="0" marT="43180" marB="0">
                    <a:lnL w="9525">
                      <a:solidFill>
                        <a:srgbClr val="000000"/>
                      </a:solidFill>
                      <a:prstDash val="solid"/>
                    </a:lnL>
                    <a:lnR w="9525">
                      <a:solidFill>
                        <a:srgbClr val="000000"/>
                      </a:solidFill>
                      <a:prstDash val="solid"/>
                    </a:lnR>
                    <a:lnT w="6350">
                      <a:solidFill>
                        <a:srgbClr val="000000"/>
                      </a:solidFill>
                      <a:prstDash val="solid"/>
                    </a:lnT>
                    <a:lnB w="28575">
                      <a:solidFill>
                        <a:srgbClr val="FF0000"/>
                      </a:solidFill>
                      <a:prstDash val="solid"/>
                    </a:lnB>
                    <a:solidFill>
                      <a:srgbClr val="FFFF00"/>
                    </a:solidFill>
                  </a:tcPr>
                </a:tc>
                <a:tc>
                  <a:txBody>
                    <a:bodyPr/>
                    <a:lstStyle/>
                    <a:p>
                      <a:pPr marR="17145" algn="r">
                        <a:lnSpc>
                          <a:spcPct val="100000"/>
                        </a:lnSpc>
                        <a:spcBef>
                          <a:spcPts val="340"/>
                        </a:spcBef>
                      </a:pPr>
                      <a:r>
                        <a:rPr sz="650" b="1" spc="75" dirty="0">
                          <a:solidFill>
                            <a:srgbClr val="0033CC"/>
                          </a:solidFill>
                          <a:latin typeface="Microsoft YaHei UI"/>
                          <a:cs typeface="Microsoft YaHei UI"/>
                        </a:rPr>
                        <a:t>1,097</a:t>
                      </a:r>
                      <a:endParaRPr sz="650">
                        <a:latin typeface="Microsoft YaHei UI"/>
                        <a:cs typeface="Microsoft YaHei UI"/>
                      </a:endParaRPr>
                    </a:p>
                  </a:txBody>
                  <a:tcPr marL="0" marR="0" marT="43180" marB="0">
                    <a:lnL w="9525">
                      <a:solidFill>
                        <a:srgbClr val="000000"/>
                      </a:solidFill>
                      <a:prstDash val="solid"/>
                    </a:lnL>
                    <a:lnR w="19050">
                      <a:solidFill>
                        <a:srgbClr val="000000"/>
                      </a:solidFill>
                      <a:prstDash val="solid"/>
                    </a:lnR>
                    <a:lnT w="6350">
                      <a:solidFill>
                        <a:srgbClr val="000000"/>
                      </a:solidFill>
                      <a:prstDash val="solid"/>
                    </a:lnT>
                    <a:lnB w="28575">
                      <a:solidFill>
                        <a:srgbClr val="FF0000"/>
                      </a:solidFill>
                      <a:prstDash val="solid"/>
                    </a:lnB>
                    <a:solidFill>
                      <a:srgbClr val="FFFF00"/>
                    </a:solidFill>
                  </a:tcPr>
                </a:tc>
                <a:extLst>
                  <a:ext uri="{0D108BD9-81ED-4DB2-BD59-A6C34878D82A}">
                    <a16:rowId xmlns:a16="http://schemas.microsoft.com/office/drawing/2014/main" val="10007"/>
                  </a:ext>
                </a:extLst>
              </a:tr>
              <a:tr h="137864">
                <a:tc vMerge="1">
                  <a:txBody>
                    <a:bodyPr/>
                    <a:lstStyle/>
                    <a:p>
                      <a:endParaRPr/>
                    </a:p>
                  </a:txBody>
                  <a:tcPr marL="0" marR="0" marT="5080" marB="0">
                    <a:lnL w="19050">
                      <a:solidFill>
                        <a:srgbClr val="000000"/>
                      </a:solidFill>
                      <a:prstDash val="solid"/>
                    </a:lnL>
                    <a:lnR w="28575">
                      <a:solidFill>
                        <a:srgbClr val="FF0000"/>
                      </a:solidFill>
                      <a:prstDash val="solid"/>
                    </a:lnR>
                    <a:lnB w="12700">
                      <a:solidFill>
                        <a:srgbClr val="000000"/>
                      </a:solidFill>
                      <a:prstDash val="solid"/>
                    </a:lnB>
                    <a:solidFill>
                      <a:srgbClr val="FCE9D9"/>
                    </a:solidFill>
                  </a:tcPr>
                </a:tc>
                <a:tc>
                  <a:txBody>
                    <a:bodyPr/>
                    <a:lstStyle/>
                    <a:p>
                      <a:pPr marL="20955">
                        <a:lnSpc>
                          <a:spcPct val="100000"/>
                        </a:lnSpc>
                        <a:spcBef>
                          <a:spcPts val="204"/>
                        </a:spcBef>
                      </a:pPr>
                      <a:r>
                        <a:rPr sz="600" b="1" spc="50" dirty="0">
                          <a:latin typeface="Microsoft YaHei UI"/>
                          <a:cs typeface="Microsoft YaHei UI"/>
                        </a:rPr>
                        <a:t>⑧LINE</a:t>
                      </a:r>
                      <a:r>
                        <a:rPr sz="600" b="1" spc="35" dirty="0">
                          <a:latin typeface="Microsoft YaHei UI"/>
                          <a:cs typeface="Microsoft YaHei UI"/>
                        </a:rPr>
                        <a:t>お</a:t>
                      </a:r>
                      <a:r>
                        <a:rPr sz="600" b="1" spc="30" dirty="0">
                          <a:latin typeface="Microsoft YaHei UI"/>
                          <a:cs typeface="Microsoft YaHei UI"/>
                        </a:rPr>
                        <a:t>友</a:t>
                      </a:r>
                      <a:r>
                        <a:rPr sz="600" b="1" spc="25" dirty="0">
                          <a:latin typeface="Microsoft YaHei UI"/>
                          <a:cs typeface="Microsoft YaHei UI"/>
                        </a:rPr>
                        <a:t>だ</a:t>
                      </a:r>
                      <a:r>
                        <a:rPr sz="600" b="1" dirty="0">
                          <a:latin typeface="Microsoft YaHei UI"/>
                          <a:cs typeface="Microsoft YaHei UI"/>
                        </a:rPr>
                        <a:t>ち</a:t>
                      </a:r>
                      <a:r>
                        <a:rPr sz="600" b="1" spc="35" dirty="0">
                          <a:latin typeface="Microsoft YaHei UI"/>
                          <a:cs typeface="Microsoft YaHei UI"/>
                        </a:rPr>
                        <a:t>登録</a:t>
                      </a:r>
                      <a:endParaRPr sz="600">
                        <a:latin typeface="Microsoft YaHei UI"/>
                        <a:cs typeface="Microsoft YaHei UI"/>
                      </a:endParaRPr>
                    </a:p>
                  </a:txBody>
                  <a:tcPr marL="0" marR="0" marT="26034" marB="0">
                    <a:lnL w="28575">
                      <a:solidFill>
                        <a:srgbClr val="FF0000"/>
                      </a:solidFill>
                      <a:prstDash val="solid"/>
                    </a:lnL>
                    <a:lnR w="9525">
                      <a:solidFill>
                        <a:srgbClr val="000000"/>
                      </a:solidFill>
                      <a:prstDash val="solid"/>
                    </a:lnR>
                    <a:lnT w="28575">
                      <a:solidFill>
                        <a:srgbClr val="FF0000"/>
                      </a:solidFill>
                      <a:prstDash val="solid"/>
                    </a:lnT>
                    <a:lnB w="6350">
                      <a:solidFill>
                        <a:srgbClr val="000000"/>
                      </a:solidFill>
                      <a:prstDash val="solid"/>
                    </a:lnB>
                    <a:solidFill>
                      <a:srgbClr val="D7E3BB"/>
                    </a:solidFill>
                  </a:tcPr>
                </a:tc>
                <a:tc>
                  <a:txBody>
                    <a:bodyPr/>
                    <a:lstStyle/>
                    <a:p>
                      <a:pPr>
                        <a:lnSpc>
                          <a:spcPct val="100000"/>
                        </a:lnSpc>
                      </a:pPr>
                      <a:endParaRPr sz="700">
                        <a:latin typeface="Times New Roman"/>
                        <a:cs typeface="Times New Roman"/>
                      </a:endParaRPr>
                    </a:p>
                  </a:txBody>
                  <a:tcPr marL="0" marR="0" marT="0" marB="0">
                    <a:lnL w="9525">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solidFill>
                      <a:srgbClr val="D7E3BB"/>
                    </a:solidFill>
                  </a:tcPr>
                </a:tc>
                <a:tc>
                  <a:txBody>
                    <a:bodyPr/>
                    <a:lstStyle/>
                    <a:p>
                      <a:pPr>
                        <a:lnSpc>
                          <a:spcPct val="100000"/>
                        </a:lnSpc>
                      </a:pPr>
                      <a:endParaRPr sz="700">
                        <a:latin typeface="Times New Roman"/>
                        <a:cs typeface="Times New Roman"/>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solidFill>
                      <a:srgbClr val="D7E3BB"/>
                    </a:solidFill>
                  </a:tcPr>
                </a:tc>
                <a:tc>
                  <a:txBody>
                    <a:bodyPr/>
                    <a:lstStyle/>
                    <a:p>
                      <a:pPr marR="13335" algn="r">
                        <a:lnSpc>
                          <a:spcPct val="100000"/>
                        </a:lnSpc>
                        <a:spcBef>
                          <a:spcPts val="155"/>
                        </a:spcBef>
                      </a:pPr>
                      <a:r>
                        <a:rPr sz="650" spc="195" dirty="0">
                          <a:latin typeface="MS UI Gothic"/>
                          <a:cs typeface="MS UI Gothic"/>
                        </a:rPr>
                        <a:t>80</a:t>
                      </a:r>
                      <a:endParaRPr sz="650">
                        <a:latin typeface="MS UI Gothic"/>
                        <a:cs typeface="MS UI Gothic"/>
                      </a:endParaRPr>
                    </a:p>
                  </a:txBody>
                  <a:tcPr marL="0" marR="0" marT="19685"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solidFill>
                      <a:srgbClr val="D7E3BB"/>
                    </a:solidFill>
                  </a:tcPr>
                </a:tc>
                <a:tc>
                  <a:txBody>
                    <a:bodyPr/>
                    <a:lstStyle/>
                    <a:p>
                      <a:pPr marR="13335" algn="r">
                        <a:lnSpc>
                          <a:spcPct val="100000"/>
                        </a:lnSpc>
                        <a:spcBef>
                          <a:spcPts val="155"/>
                        </a:spcBef>
                      </a:pPr>
                      <a:r>
                        <a:rPr sz="650" spc="195" dirty="0">
                          <a:latin typeface="MS UI Gothic"/>
                          <a:cs typeface="MS UI Gothic"/>
                        </a:rPr>
                        <a:t>550</a:t>
                      </a:r>
                      <a:endParaRPr sz="650">
                        <a:latin typeface="MS UI Gothic"/>
                        <a:cs typeface="MS UI Gothic"/>
                      </a:endParaRPr>
                    </a:p>
                  </a:txBody>
                  <a:tcPr marL="0" marR="0" marT="19685"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solidFill>
                      <a:srgbClr val="D7E3BB"/>
                    </a:solidFill>
                  </a:tcPr>
                </a:tc>
                <a:tc>
                  <a:txBody>
                    <a:bodyPr/>
                    <a:lstStyle/>
                    <a:p>
                      <a:pPr marR="15240" algn="r">
                        <a:lnSpc>
                          <a:spcPct val="100000"/>
                        </a:lnSpc>
                        <a:spcBef>
                          <a:spcPts val="155"/>
                        </a:spcBef>
                      </a:pPr>
                      <a:r>
                        <a:rPr sz="650" spc="150" dirty="0">
                          <a:latin typeface="MS UI Gothic"/>
                          <a:cs typeface="MS UI Gothic"/>
                        </a:rPr>
                        <a:t>1,200</a:t>
                      </a:r>
                      <a:endParaRPr sz="650">
                        <a:latin typeface="MS UI Gothic"/>
                        <a:cs typeface="MS UI Gothic"/>
                      </a:endParaRPr>
                    </a:p>
                  </a:txBody>
                  <a:tcPr marL="0" marR="0" marT="19685"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solidFill>
                      <a:srgbClr val="D7E3BB"/>
                    </a:solidFill>
                  </a:tcPr>
                </a:tc>
                <a:tc>
                  <a:txBody>
                    <a:bodyPr/>
                    <a:lstStyle/>
                    <a:p>
                      <a:pPr marR="12700" algn="r">
                        <a:lnSpc>
                          <a:spcPct val="100000"/>
                        </a:lnSpc>
                        <a:spcBef>
                          <a:spcPts val="155"/>
                        </a:spcBef>
                      </a:pPr>
                      <a:r>
                        <a:rPr sz="650" spc="150" dirty="0">
                          <a:latin typeface="MS UI Gothic"/>
                          <a:cs typeface="MS UI Gothic"/>
                        </a:rPr>
                        <a:t>1,200</a:t>
                      </a:r>
                      <a:endParaRPr sz="650">
                        <a:latin typeface="MS UI Gothic"/>
                        <a:cs typeface="MS UI Gothic"/>
                      </a:endParaRPr>
                    </a:p>
                  </a:txBody>
                  <a:tcPr marL="0" marR="0" marT="19685" marB="0">
                    <a:lnL w="6350">
                      <a:solidFill>
                        <a:srgbClr val="000000"/>
                      </a:solidFill>
                      <a:prstDash val="solid"/>
                    </a:lnL>
                    <a:lnR w="9525">
                      <a:solidFill>
                        <a:srgbClr val="000000"/>
                      </a:solidFill>
                      <a:prstDash val="solid"/>
                    </a:lnR>
                    <a:lnT w="28575">
                      <a:solidFill>
                        <a:srgbClr val="FF0000"/>
                      </a:solidFill>
                      <a:prstDash val="solid"/>
                    </a:lnT>
                    <a:lnB w="6350">
                      <a:solidFill>
                        <a:srgbClr val="000000"/>
                      </a:solidFill>
                      <a:prstDash val="solid"/>
                    </a:lnB>
                    <a:solidFill>
                      <a:srgbClr val="D7E3BB"/>
                    </a:solidFill>
                  </a:tcPr>
                </a:tc>
                <a:tc>
                  <a:txBody>
                    <a:bodyPr/>
                    <a:lstStyle/>
                    <a:p>
                      <a:pPr marR="11430" algn="r">
                        <a:lnSpc>
                          <a:spcPct val="100000"/>
                        </a:lnSpc>
                        <a:spcBef>
                          <a:spcPts val="204"/>
                        </a:spcBef>
                      </a:pPr>
                      <a:r>
                        <a:rPr sz="600" b="1" spc="100" dirty="0">
                          <a:solidFill>
                            <a:srgbClr val="0033CC"/>
                          </a:solidFill>
                          <a:latin typeface="Microsoft YaHei UI"/>
                          <a:cs typeface="Microsoft YaHei UI"/>
                        </a:rPr>
                        <a:t>3,030</a:t>
                      </a:r>
                      <a:endParaRPr sz="600">
                        <a:latin typeface="Microsoft YaHei UI"/>
                        <a:cs typeface="Microsoft YaHei UI"/>
                      </a:endParaRPr>
                    </a:p>
                  </a:txBody>
                  <a:tcPr marL="0" marR="0" marT="26034" marB="0">
                    <a:lnL w="9525">
                      <a:solidFill>
                        <a:srgbClr val="000000"/>
                      </a:solidFill>
                      <a:prstDash val="solid"/>
                    </a:lnL>
                    <a:lnR w="9525">
                      <a:solidFill>
                        <a:srgbClr val="000000"/>
                      </a:solidFill>
                      <a:prstDash val="solid"/>
                    </a:lnR>
                    <a:lnT w="28575">
                      <a:solidFill>
                        <a:srgbClr val="FF0000"/>
                      </a:solidFill>
                      <a:prstDash val="solid"/>
                    </a:lnT>
                    <a:lnB w="6350">
                      <a:solidFill>
                        <a:srgbClr val="000000"/>
                      </a:solidFill>
                      <a:prstDash val="solid"/>
                    </a:lnB>
                    <a:solidFill>
                      <a:srgbClr val="D7E3BB"/>
                    </a:solidFill>
                  </a:tcPr>
                </a:tc>
                <a:tc>
                  <a:txBody>
                    <a:bodyPr/>
                    <a:lstStyle/>
                    <a:p>
                      <a:pPr marR="15240" algn="r">
                        <a:lnSpc>
                          <a:spcPct val="100000"/>
                        </a:lnSpc>
                        <a:spcBef>
                          <a:spcPts val="155"/>
                        </a:spcBef>
                      </a:pPr>
                      <a:r>
                        <a:rPr sz="650" spc="150" dirty="0">
                          <a:latin typeface="MS UI Gothic"/>
                          <a:cs typeface="MS UI Gothic"/>
                        </a:rPr>
                        <a:t>1,200</a:t>
                      </a:r>
                      <a:endParaRPr sz="650">
                        <a:latin typeface="MS UI Gothic"/>
                        <a:cs typeface="MS UI Gothic"/>
                      </a:endParaRPr>
                    </a:p>
                  </a:txBody>
                  <a:tcPr marL="0" marR="0" marT="19685" marB="0">
                    <a:lnL w="9525">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solidFill>
                      <a:srgbClr val="D7E3BB"/>
                    </a:solidFill>
                  </a:tcPr>
                </a:tc>
                <a:tc>
                  <a:txBody>
                    <a:bodyPr/>
                    <a:lstStyle/>
                    <a:p>
                      <a:pPr marR="15240" algn="r">
                        <a:lnSpc>
                          <a:spcPct val="100000"/>
                        </a:lnSpc>
                        <a:spcBef>
                          <a:spcPts val="155"/>
                        </a:spcBef>
                      </a:pPr>
                      <a:r>
                        <a:rPr sz="650" spc="150" dirty="0">
                          <a:latin typeface="MS UI Gothic"/>
                          <a:cs typeface="MS UI Gothic"/>
                        </a:rPr>
                        <a:t>1,000</a:t>
                      </a:r>
                      <a:endParaRPr sz="650">
                        <a:latin typeface="MS UI Gothic"/>
                        <a:cs typeface="MS UI Gothic"/>
                      </a:endParaRPr>
                    </a:p>
                  </a:txBody>
                  <a:tcPr marL="0" marR="0" marT="19685"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solidFill>
                      <a:srgbClr val="D7E3BB"/>
                    </a:solidFill>
                  </a:tcPr>
                </a:tc>
                <a:tc>
                  <a:txBody>
                    <a:bodyPr/>
                    <a:lstStyle/>
                    <a:p>
                      <a:pPr marR="15240" algn="r">
                        <a:lnSpc>
                          <a:spcPct val="100000"/>
                        </a:lnSpc>
                        <a:spcBef>
                          <a:spcPts val="155"/>
                        </a:spcBef>
                      </a:pPr>
                      <a:r>
                        <a:rPr sz="650" spc="150" dirty="0">
                          <a:latin typeface="MS UI Gothic"/>
                          <a:cs typeface="MS UI Gothic"/>
                        </a:rPr>
                        <a:t>1,000</a:t>
                      </a:r>
                      <a:endParaRPr sz="650">
                        <a:latin typeface="MS UI Gothic"/>
                        <a:cs typeface="MS UI Gothic"/>
                      </a:endParaRPr>
                    </a:p>
                  </a:txBody>
                  <a:tcPr marL="0" marR="0" marT="19685"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solidFill>
                      <a:srgbClr val="D7E3BB"/>
                    </a:solidFill>
                  </a:tcPr>
                </a:tc>
                <a:tc>
                  <a:txBody>
                    <a:bodyPr/>
                    <a:lstStyle/>
                    <a:p>
                      <a:pPr marR="15240" algn="r">
                        <a:lnSpc>
                          <a:spcPct val="100000"/>
                        </a:lnSpc>
                        <a:spcBef>
                          <a:spcPts val="155"/>
                        </a:spcBef>
                      </a:pPr>
                      <a:r>
                        <a:rPr sz="650" spc="170" dirty="0">
                          <a:latin typeface="MS UI Gothic"/>
                          <a:cs typeface="MS UI Gothic"/>
                        </a:rPr>
                        <a:t>2,700</a:t>
                      </a:r>
                      <a:endParaRPr sz="650">
                        <a:latin typeface="MS UI Gothic"/>
                        <a:cs typeface="MS UI Gothic"/>
                      </a:endParaRPr>
                    </a:p>
                  </a:txBody>
                  <a:tcPr marL="0" marR="0" marT="19685"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solidFill>
                      <a:srgbClr val="D7E3BB"/>
                    </a:solidFill>
                  </a:tcPr>
                </a:tc>
                <a:tc>
                  <a:txBody>
                    <a:bodyPr/>
                    <a:lstStyle/>
                    <a:p>
                      <a:pPr marR="15240" algn="r">
                        <a:lnSpc>
                          <a:spcPct val="100000"/>
                        </a:lnSpc>
                        <a:spcBef>
                          <a:spcPts val="155"/>
                        </a:spcBef>
                      </a:pPr>
                      <a:r>
                        <a:rPr sz="650" spc="150" dirty="0">
                          <a:latin typeface="MS UI Gothic"/>
                          <a:cs typeface="MS UI Gothic"/>
                        </a:rPr>
                        <a:t>1,000</a:t>
                      </a:r>
                      <a:endParaRPr sz="650">
                        <a:latin typeface="MS UI Gothic"/>
                        <a:cs typeface="MS UI Gothic"/>
                      </a:endParaRPr>
                    </a:p>
                  </a:txBody>
                  <a:tcPr marL="0" marR="0" marT="19685" marB="0">
                    <a:lnL w="6350">
                      <a:solidFill>
                        <a:srgbClr val="000000"/>
                      </a:solidFill>
                      <a:prstDash val="solid"/>
                    </a:lnL>
                    <a:lnR w="6350">
                      <a:solidFill>
                        <a:srgbClr val="000000"/>
                      </a:solidFill>
                      <a:prstDash val="solid"/>
                    </a:lnR>
                    <a:lnT w="28575">
                      <a:solidFill>
                        <a:srgbClr val="FF0000"/>
                      </a:solidFill>
                      <a:prstDash val="solid"/>
                    </a:lnT>
                    <a:lnB w="6350">
                      <a:solidFill>
                        <a:srgbClr val="000000"/>
                      </a:solidFill>
                      <a:prstDash val="solid"/>
                    </a:lnB>
                    <a:solidFill>
                      <a:srgbClr val="D7E3BB"/>
                    </a:solidFill>
                  </a:tcPr>
                </a:tc>
                <a:tc>
                  <a:txBody>
                    <a:bodyPr/>
                    <a:lstStyle/>
                    <a:p>
                      <a:pPr marR="12700" algn="r">
                        <a:lnSpc>
                          <a:spcPct val="100000"/>
                        </a:lnSpc>
                        <a:spcBef>
                          <a:spcPts val="155"/>
                        </a:spcBef>
                      </a:pPr>
                      <a:r>
                        <a:rPr sz="650" spc="150" dirty="0">
                          <a:latin typeface="MS UI Gothic"/>
                          <a:cs typeface="MS UI Gothic"/>
                        </a:rPr>
                        <a:t>1,000</a:t>
                      </a:r>
                      <a:endParaRPr sz="650">
                        <a:latin typeface="MS UI Gothic"/>
                        <a:cs typeface="MS UI Gothic"/>
                      </a:endParaRPr>
                    </a:p>
                  </a:txBody>
                  <a:tcPr marL="0" marR="0" marT="19685" marB="0">
                    <a:lnL w="6350">
                      <a:solidFill>
                        <a:srgbClr val="000000"/>
                      </a:solidFill>
                      <a:prstDash val="solid"/>
                    </a:lnL>
                    <a:lnR w="9525">
                      <a:solidFill>
                        <a:srgbClr val="000000"/>
                      </a:solidFill>
                      <a:prstDash val="solid"/>
                    </a:lnR>
                    <a:lnT w="28575">
                      <a:solidFill>
                        <a:srgbClr val="FF0000"/>
                      </a:solidFill>
                      <a:prstDash val="solid"/>
                    </a:lnT>
                    <a:lnB w="6350">
                      <a:solidFill>
                        <a:srgbClr val="000000"/>
                      </a:solidFill>
                      <a:prstDash val="solid"/>
                    </a:lnB>
                    <a:solidFill>
                      <a:srgbClr val="D7E3BB"/>
                    </a:solidFill>
                  </a:tcPr>
                </a:tc>
                <a:tc>
                  <a:txBody>
                    <a:bodyPr/>
                    <a:lstStyle/>
                    <a:p>
                      <a:pPr marR="12700" algn="r">
                        <a:lnSpc>
                          <a:spcPct val="100000"/>
                        </a:lnSpc>
                        <a:spcBef>
                          <a:spcPts val="155"/>
                        </a:spcBef>
                      </a:pPr>
                      <a:r>
                        <a:rPr sz="650" b="1" spc="100" dirty="0">
                          <a:solidFill>
                            <a:srgbClr val="0033CC"/>
                          </a:solidFill>
                          <a:latin typeface="Microsoft YaHei UI"/>
                          <a:cs typeface="Microsoft YaHei UI"/>
                        </a:rPr>
                        <a:t>7,900</a:t>
                      </a:r>
                      <a:endParaRPr sz="650">
                        <a:latin typeface="Microsoft YaHei UI"/>
                        <a:cs typeface="Microsoft YaHei UI"/>
                      </a:endParaRPr>
                    </a:p>
                  </a:txBody>
                  <a:tcPr marL="0" marR="0" marT="19685" marB="0">
                    <a:lnL w="9525">
                      <a:solidFill>
                        <a:srgbClr val="000000"/>
                      </a:solidFill>
                      <a:prstDash val="solid"/>
                    </a:lnL>
                    <a:lnR w="9525">
                      <a:solidFill>
                        <a:srgbClr val="000000"/>
                      </a:solidFill>
                      <a:prstDash val="solid"/>
                    </a:lnR>
                    <a:lnT w="28575">
                      <a:solidFill>
                        <a:srgbClr val="FF0000"/>
                      </a:solidFill>
                      <a:prstDash val="solid"/>
                    </a:lnT>
                    <a:lnB w="6350">
                      <a:solidFill>
                        <a:srgbClr val="000000"/>
                      </a:solidFill>
                      <a:prstDash val="solid"/>
                    </a:lnB>
                    <a:solidFill>
                      <a:srgbClr val="D7E3BB"/>
                    </a:solidFill>
                  </a:tcPr>
                </a:tc>
                <a:tc>
                  <a:txBody>
                    <a:bodyPr/>
                    <a:lstStyle/>
                    <a:p>
                      <a:pPr marR="17780" algn="r">
                        <a:lnSpc>
                          <a:spcPct val="100000"/>
                        </a:lnSpc>
                        <a:spcBef>
                          <a:spcPts val="155"/>
                        </a:spcBef>
                      </a:pPr>
                      <a:r>
                        <a:rPr sz="650" b="1" spc="100" dirty="0">
                          <a:solidFill>
                            <a:srgbClr val="0033CC"/>
                          </a:solidFill>
                          <a:latin typeface="Microsoft YaHei UI"/>
                          <a:cs typeface="Microsoft YaHei UI"/>
                        </a:rPr>
                        <a:t>7,900</a:t>
                      </a:r>
                      <a:endParaRPr sz="650">
                        <a:latin typeface="Microsoft YaHei UI"/>
                        <a:cs typeface="Microsoft YaHei UI"/>
                      </a:endParaRPr>
                    </a:p>
                  </a:txBody>
                  <a:tcPr marL="0" marR="0" marT="19685" marB="0">
                    <a:lnL w="9525">
                      <a:solidFill>
                        <a:srgbClr val="000000"/>
                      </a:solidFill>
                      <a:prstDash val="solid"/>
                    </a:lnL>
                    <a:lnR w="38100">
                      <a:solidFill>
                        <a:srgbClr val="FF0000"/>
                      </a:solidFill>
                      <a:prstDash val="solid"/>
                    </a:lnR>
                    <a:lnT w="28575">
                      <a:solidFill>
                        <a:srgbClr val="FF0000"/>
                      </a:solidFill>
                      <a:prstDash val="solid"/>
                    </a:lnT>
                    <a:lnB w="6350">
                      <a:solidFill>
                        <a:srgbClr val="000000"/>
                      </a:solidFill>
                      <a:prstDash val="solid"/>
                    </a:lnB>
                    <a:solidFill>
                      <a:srgbClr val="D7E3BB"/>
                    </a:solidFill>
                  </a:tcPr>
                </a:tc>
                <a:extLst>
                  <a:ext uri="{0D108BD9-81ED-4DB2-BD59-A6C34878D82A}">
                    <a16:rowId xmlns:a16="http://schemas.microsoft.com/office/drawing/2014/main" val="10008"/>
                  </a:ext>
                </a:extLst>
              </a:tr>
              <a:tr h="142962">
                <a:tc vMerge="1">
                  <a:txBody>
                    <a:bodyPr/>
                    <a:lstStyle/>
                    <a:p>
                      <a:endParaRPr/>
                    </a:p>
                  </a:txBody>
                  <a:tcPr marL="0" marR="0" marT="5080" marB="0">
                    <a:lnL w="19050">
                      <a:solidFill>
                        <a:srgbClr val="000000"/>
                      </a:solidFill>
                      <a:prstDash val="solid"/>
                    </a:lnL>
                    <a:lnR w="28575">
                      <a:solidFill>
                        <a:srgbClr val="FF0000"/>
                      </a:solidFill>
                      <a:prstDash val="solid"/>
                    </a:lnR>
                    <a:lnB w="12700">
                      <a:solidFill>
                        <a:srgbClr val="000000"/>
                      </a:solidFill>
                      <a:prstDash val="solid"/>
                    </a:lnB>
                    <a:solidFill>
                      <a:srgbClr val="FCE9D9"/>
                    </a:solidFill>
                  </a:tcPr>
                </a:tc>
                <a:tc>
                  <a:txBody>
                    <a:bodyPr/>
                    <a:lstStyle/>
                    <a:p>
                      <a:pPr marL="20955">
                        <a:lnSpc>
                          <a:spcPct val="100000"/>
                        </a:lnSpc>
                        <a:spcBef>
                          <a:spcPts val="245"/>
                        </a:spcBef>
                      </a:pPr>
                      <a:r>
                        <a:rPr sz="600" b="1" spc="50" dirty="0">
                          <a:latin typeface="Microsoft YaHei UI"/>
                          <a:cs typeface="Microsoft YaHei UI"/>
                        </a:rPr>
                        <a:t>⑨LINE</a:t>
                      </a:r>
                      <a:r>
                        <a:rPr sz="600" b="1" spc="-45" dirty="0">
                          <a:latin typeface="Microsoft YaHei UI"/>
                          <a:cs typeface="Microsoft YaHei UI"/>
                        </a:rPr>
                        <a:t>ア</a:t>
                      </a:r>
                      <a:r>
                        <a:rPr sz="600" b="1" spc="-5" dirty="0">
                          <a:latin typeface="Microsoft YaHei UI"/>
                          <a:cs typeface="Microsoft YaHei UI"/>
                        </a:rPr>
                        <a:t>ンケー</a:t>
                      </a:r>
                      <a:r>
                        <a:rPr sz="600" b="1" spc="-120" dirty="0">
                          <a:latin typeface="Microsoft YaHei UI"/>
                          <a:cs typeface="Microsoft YaHei UI"/>
                        </a:rPr>
                        <a:t>ト</a:t>
                      </a:r>
                      <a:r>
                        <a:rPr sz="600" b="1" spc="35" dirty="0">
                          <a:latin typeface="Microsoft YaHei UI"/>
                          <a:cs typeface="Microsoft YaHei UI"/>
                        </a:rPr>
                        <a:t>回</a:t>
                      </a:r>
                      <a:r>
                        <a:rPr sz="600" b="1" spc="30" dirty="0">
                          <a:latin typeface="Microsoft YaHei UI"/>
                          <a:cs typeface="Microsoft YaHei UI"/>
                        </a:rPr>
                        <a:t>答</a:t>
                      </a:r>
                      <a:r>
                        <a:rPr sz="600" b="1" spc="-270" dirty="0">
                          <a:latin typeface="Microsoft YaHei UI"/>
                          <a:cs typeface="Microsoft YaHei UI"/>
                        </a:rPr>
                        <a:t>（</a:t>
                      </a:r>
                      <a:r>
                        <a:rPr sz="600" b="1" spc="35" dirty="0">
                          <a:latin typeface="Microsoft YaHei UI"/>
                          <a:cs typeface="Microsoft YaHei UI"/>
                        </a:rPr>
                        <a:t>登</a:t>
                      </a:r>
                      <a:r>
                        <a:rPr sz="600" b="1" spc="30" dirty="0">
                          <a:latin typeface="Microsoft YaHei UI"/>
                          <a:cs typeface="Microsoft YaHei UI"/>
                        </a:rPr>
                        <a:t>録</a:t>
                      </a:r>
                      <a:r>
                        <a:rPr sz="600" b="1" spc="35" dirty="0">
                          <a:latin typeface="Microsoft YaHei UI"/>
                          <a:cs typeface="Microsoft YaHei UI"/>
                        </a:rPr>
                        <a:t>者</a:t>
                      </a:r>
                      <a:r>
                        <a:rPr sz="600" b="1" spc="30" dirty="0">
                          <a:latin typeface="Microsoft YaHei UI"/>
                          <a:cs typeface="Microsoft YaHei UI"/>
                        </a:rPr>
                        <a:t>か</a:t>
                      </a:r>
                      <a:r>
                        <a:rPr sz="600" b="1" spc="100" dirty="0">
                          <a:latin typeface="Microsoft YaHei UI"/>
                          <a:cs typeface="Microsoft YaHei UI"/>
                        </a:rPr>
                        <a:t>ら</a:t>
                      </a:r>
                      <a:r>
                        <a:rPr sz="600" b="1" spc="-30" dirty="0">
                          <a:latin typeface="Microsoft YaHei UI"/>
                          <a:cs typeface="Microsoft YaHei UI"/>
                        </a:rPr>
                        <a:t>35％）</a:t>
                      </a:r>
                      <a:endParaRPr sz="600">
                        <a:latin typeface="Microsoft YaHei UI"/>
                        <a:cs typeface="Microsoft YaHei UI"/>
                      </a:endParaRPr>
                    </a:p>
                  </a:txBody>
                  <a:tcPr marL="0" marR="0" marT="31115" marB="0">
                    <a:lnL w="28575">
                      <a:solidFill>
                        <a:srgbClr val="FF0000"/>
                      </a:solidFill>
                      <a:prstDash val="solid"/>
                    </a:lnL>
                    <a:lnR w="9525">
                      <a:solidFill>
                        <a:srgbClr val="000000"/>
                      </a:solidFill>
                      <a:prstDash val="solid"/>
                    </a:lnR>
                    <a:lnT w="6350">
                      <a:solidFill>
                        <a:srgbClr val="000000"/>
                      </a:solidFill>
                      <a:prstDash val="solid"/>
                    </a:lnT>
                    <a:lnB w="6350">
                      <a:solidFill>
                        <a:srgbClr val="000000"/>
                      </a:solidFill>
                      <a:prstDash val="solid"/>
                    </a:lnB>
                    <a:solidFill>
                      <a:srgbClr val="D7E3BB"/>
                    </a:solidFill>
                  </a:tcPr>
                </a:tc>
                <a:tc>
                  <a:txBody>
                    <a:bodyPr/>
                    <a:lstStyle/>
                    <a:p>
                      <a:pPr>
                        <a:lnSpc>
                          <a:spcPct val="100000"/>
                        </a:lnSpc>
                      </a:pPr>
                      <a:endParaRPr sz="800">
                        <a:latin typeface="Times New Roman"/>
                        <a:cs typeface="Times New Roman"/>
                      </a:endParaRPr>
                    </a:p>
                  </a:txBody>
                  <a:tcPr marL="0" marR="0" marT="0" marB="0">
                    <a:lnL w="9525">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D7E3BB"/>
                    </a:solidFill>
                  </a:tcPr>
                </a:tc>
                <a:tc>
                  <a:txBody>
                    <a:bodyPr/>
                    <a:lstStyle/>
                    <a:p>
                      <a:pPr>
                        <a:lnSpc>
                          <a:spcPct val="100000"/>
                        </a:lnSpc>
                      </a:pPr>
                      <a:endParaRPr sz="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D7E3BB"/>
                    </a:solidFill>
                  </a:tcPr>
                </a:tc>
                <a:tc>
                  <a:txBody>
                    <a:bodyPr/>
                    <a:lstStyle/>
                    <a:p>
                      <a:pPr marR="13335" algn="r">
                        <a:lnSpc>
                          <a:spcPct val="100000"/>
                        </a:lnSpc>
                        <a:spcBef>
                          <a:spcPts val="195"/>
                        </a:spcBef>
                      </a:pPr>
                      <a:r>
                        <a:rPr sz="650" spc="195" dirty="0">
                          <a:latin typeface="MS UI Gothic"/>
                          <a:cs typeface="MS UI Gothic"/>
                        </a:rPr>
                        <a:t>28</a:t>
                      </a:r>
                      <a:endParaRPr sz="650">
                        <a:latin typeface="MS UI Gothic"/>
                        <a:cs typeface="MS UI Gothic"/>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D7E3BB"/>
                    </a:solidFill>
                  </a:tcPr>
                </a:tc>
                <a:tc>
                  <a:txBody>
                    <a:bodyPr/>
                    <a:lstStyle/>
                    <a:p>
                      <a:pPr marR="14604" algn="r">
                        <a:lnSpc>
                          <a:spcPct val="100000"/>
                        </a:lnSpc>
                        <a:spcBef>
                          <a:spcPts val="195"/>
                        </a:spcBef>
                      </a:pPr>
                      <a:r>
                        <a:rPr sz="650" spc="155" dirty="0">
                          <a:latin typeface="MS UI Gothic"/>
                          <a:cs typeface="MS UI Gothic"/>
                        </a:rPr>
                        <a:t>193</a:t>
                      </a:r>
                      <a:endParaRPr sz="650">
                        <a:latin typeface="MS UI Gothic"/>
                        <a:cs typeface="MS UI Gothic"/>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D7E3BB"/>
                    </a:solidFill>
                  </a:tcPr>
                </a:tc>
                <a:tc>
                  <a:txBody>
                    <a:bodyPr/>
                    <a:lstStyle/>
                    <a:p>
                      <a:pPr marR="13335" algn="r">
                        <a:lnSpc>
                          <a:spcPct val="100000"/>
                        </a:lnSpc>
                        <a:spcBef>
                          <a:spcPts val="195"/>
                        </a:spcBef>
                      </a:pPr>
                      <a:r>
                        <a:rPr sz="650" spc="195" dirty="0">
                          <a:latin typeface="MS UI Gothic"/>
                          <a:cs typeface="MS UI Gothic"/>
                        </a:rPr>
                        <a:t>420</a:t>
                      </a:r>
                      <a:endParaRPr sz="650">
                        <a:latin typeface="MS UI Gothic"/>
                        <a:cs typeface="MS UI Gothic"/>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D7E3BB"/>
                    </a:solidFill>
                  </a:tcPr>
                </a:tc>
                <a:tc>
                  <a:txBody>
                    <a:bodyPr/>
                    <a:lstStyle/>
                    <a:p>
                      <a:pPr marR="11430" algn="r">
                        <a:lnSpc>
                          <a:spcPct val="100000"/>
                        </a:lnSpc>
                        <a:spcBef>
                          <a:spcPts val="195"/>
                        </a:spcBef>
                      </a:pPr>
                      <a:r>
                        <a:rPr sz="650" spc="195" dirty="0">
                          <a:latin typeface="MS UI Gothic"/>
                          <a:cs typeface="MS UI Gothic"/>
                        </a:rPr>
                        <a:t>420</a:t>
                      </a:r>
                      <a:endParaRPr sz="650">
                        <a:latin typeface="MS UI Gothic"/>
                        <a:cs typeface="MS UI Gothic"/>
                      </a:endParaRPr>
                    </a:p>
                  </a:txBody>
                  <a:tcPr marL="0" marR="0" marT="24765" marB="0">
                    <a:lnL w="6350">
                      <a:solidFill>
                        <a:srgbClr val="000000"/>
                      </a:solidFill>
                      <a:prstDash val="solid"/>
                    </a:lnL>
                    <a:lnR w="9525">
                      <a:solidFill>
                        <a:srgbClr val="000000"/>
                      </a:solidFill>
                      <a:prstDash val="solid"/>
                    </a:lnR>
                    <a:lnT w="6350">
                      <a:solidFill>
                        <a:srgbClr val="000000"/>
                      </a:solidFill>
                      <a:prstDash val="solid"/>
                    </a:lnT>
                    <a:lnB w="6350">
                      <a:solidFill>
                        <a:srgbClr val="000000"/>
                      </a:solidFill>
                      <a:prstDash val="solid"/>
                    </a:lnB>
                    <a:solidFill>
                      <a:srgbClr val="D7E3BB"/>
                    </a:solidFill>
                  </a:tcPr>
                </a:tc>
                <a:tc>
                  <a:txBody>
                    <a:bodyPr/>
                    <a:lstStyle/>
                    <a:p>
                      <a:pPr marR="12700" algn="r">
                        <a:lnSpc>
                          <a:spcPct val="100000"/>
                        </a:lnSpc>
                        <a:spcBef>
                          <a:spcPts val="245"/>
                        </a:spcBef>
                      </a:pPr>
                      <a:r>
                        <a:rPr sz="600" b="1" spc="65" dirty="0">
                          <a:solidFill>
                            <a:srgbClr val="0033CC"/>
                          </a:solidFill>
                          <a:latin typeface="Microsoft YaHei UI"/>
                          <a:cs typeface="Microsoft YaHei UI"/>
                        </a:rPr>
                        <a:t>1,061</a:t>
                      </a:r>
                      <a:endParaRPr sz="600">
                        <a:latin typeface="Microsoft YaHei UI"/>
                        <a:cs typeface="Microsoft YaHei UI"/>
                      </a:endParaRPr>
                    </a:p>
                  </a:txBody>
                  <a:tcPr marL="0" marR="0" marT="31115" marB="0">
                    <a:lnL w="9525">
                      <a:solidFill>
                        <a:srgbClr val="000000"/>
                      </a:solidFill>
                      <a:prstDash val="solid"/>
                    </a:lnL>
                    <a:lnR w="9525">
                      <a:solidFill>
                        <a:srgbClr val="000000"/>
                      </a:solidFill>
                      <a:prstDash val="solid"/>
                    </a:lnR>
                    <a:lnT w="6350">
                      <a:solidFill>
                        <a:srgbClr val="000000"/>
                      </a:solidFill>
                      <a:prstDash val="solid"/>
                    </a:lnT>
                    <a:lnB w="6350">
                      <a:solidFill>
                        <a:srgbClr val="000000"/>
                      </a:solidFill>
                      <a:prstDash val="solid"/>
                    </a:lnB>
                    <a:solidFill>
                      <a:srgbClr val="D7E3BB"/>
                    </a:solidFill>
                  </a:tcPr>
                </a:tc>
                <a:tc>
                  <a:txBody>
                    <a:bodyPr/>
                    <a:lstStyle/>
                    <a:p>
                      <a:pPr marR="13335" algn="r">
                        <a:lnSpc>
                          <a:spcPct val="100000"/>
                        </a:lnSpc>
                        <a:spcBef>
                          <a:spcPts val="195"/>
                        </a:spcBef>
                      </a:pPr>
                      <a:r>
                        <a:rPr sz="650" spc="195" dirty="0">
                          <a:latin typeface="MS UI Gothic"/>
                          <a:cs typeface="MS UI Gothic"/>
                        </a:rPr>
                        <a:t>420</a:t>
                      </a:r>
                      <a:endParaRPr sz="650">
                        <a:latin typeface="MS UI Gothic"/>
                        <a:cs typeface="MS UI Gothic"/>
                      </a:endParaRPr>
                    </a:p>
                  </a:txBody>
                  <a:tcPr marL="0" marR="0" marT="24765" marB="0">
                    <a:lnL w="9525">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D7E3BB"/>
                    </a:solidFill>
                  </a:tcPr>
                </a:tc>
                <a:tc>
                  <a:txBody>
                    <a:bodyPr/>
                    <a:lstStyle/>
                    <a:p>
                      <a:pPr marR="13970" algn="r">
                        <a:lnSpc>
                          <a:spcPct val="100000"/>
                        </a:lnSpc>
                        <a:spcBef>
                          <a:spcPts val="195"/>
                        </a:spcBef>
                      </a:pPr>
                      <a:r>
                        <a:rPr sz="650" spc="195" dirty="0">
                          <a:latin typeface="MS UI Gothic"/>
                          <a:cs typeface="MS UI Gothic"/>
                        </a:rPr>
                        <a:t>350</a:t>
                      </a:r>
                      <a:endParaRPr sz="650">
                        <a:latin typeface="MS UI Gothic"/>
                        <a:cs typeface="MS UI Gothic"/>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D7E3BB"/>
                    </a:solidFill>
                  </a:tcPr>
                </a:tc>
                <a:tc>
                  <a:txBody>
                    <a:bodyPr/>
                    <a:lstStyle/>
                    <a:p>
                      <a:pPr marR="13335" algn="r">
                        <a:lnSpc>
                          <a:spcPct val="100000"/>
                        </a:lnSpc>
                        <a:spcBef>
                          <a:spcPts val="195"/>
                        </a:spcBef>
                      </a:pPr>
                      <a:r>
                        <a:rPr sz="650" spc="195" dirty="0">
                          <a:latin typeface="MS UI Gothic"/>
                          <a:cs typeface="MS UI Gothic"/>
                        </a:rPr>
                        <a:t>350</a:t>
                      </a:r>
                      <a:endParaRPr sz="650">
                        <a:latin typeface="MS UI Gothic"/>
                        <a:cs typeface="MS UI Gothic"/>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D7E3BB"/>
                    </a:solidFill>
                  </a:tcPr>
                </a:tc>
                <a:tc>
                  <a:txBody>
                    <a:bodyPr/>
                    <a:lstStyle/>
                    <a:p>
                      <a:pPr marR="13335" algn="r">
                        <a:lnSpc>
                          <a:spcPct val="100000"/>
                        </a:lnSpc>
                        <a:spcBef>
                          <a:spcPts val="195"/>
                        </a:spcBef>
                      </a:pPr>
                      <a:r>
                        <a:rPr sz="650" spc="195" dirty="0">
                          <a:latin typeface="MS UI Gothic"/>
                          <a:cs typeface="MS UI Gothic"/>
                        </a:rPr>
                        <a:t>945</a:t>
                      </a:r>
                      <a:endParaRPr sz="650">
                        <a:latin typeface="MS UI Gothic"/>
                        <a:cs typeface="MS UI Gothic"/>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D7E3BB"/>
                    </a:solidFill>
                  </a:tcPr>
                </a:tc>
                <a:tc>
                  <a:txBody>
                    <a:bodyPr/>
                    <a:lstStyle/>
                    <a:p>
                      <a:pPr marR="13335" algn="r">
                        <a:lnSpc>
                          <a:spcPct val="100000"/>
                        </a:lnSpc>
                        <a:spcBef>
                          <a:spcPts val="195"/>
                        </a:spcBef>
                      </a:pPr>
                      <a:r>
                        <a:rPr sz="650" spc="195" dirty="0">
                          <a:latin typeface="MS UI Gothic"/>
                          <a:cs typeface="MS UI Gothic"/>
                        </a:rPr>
                        <a:t>350</a:t>
                      </a:r>
                      <a:endParaRPr sz="650">
                        <a:latin typeface="MS UI Gothic"/>
                        <a:cs typeface="MS UI Gothic"/>
                      </a:endParaRPr>
                    </a:p>
                  </a:txBody>
                  <a:tcPr marL="0" marR="0" marT="247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D7E3BB"/>
                    </a:solidFill>
                  </a:tcPr>
                </a:tc>
                <a:tc>
                  <a:txBody>
                    <a:bodyPr/>
                    <a:lstStyle/>
                    <a:p>
                      <a:pPr marR="11430" algn="r">
                        <a:lnSpc>
                          <a:spcPct val="100000"/>
                        </a:lnSpc>
                        <a:spcBef>
                          <a:spcPts val="195"/>
                        </a:spcBef>
                      </a:pPr>
                      <a:r>
                        <a:rPr sz="650" spc="195" dirty="0">
                          <a:latin typeface="MS UI Gothic"/>
                          <a:cs typeface="MS UI Gothic"/>
                        </a:rPr>
                        <a:t>350</a:t>
                      </a:r>
                      <a:endParaRPr sz="650">
                        <a:latin typeface="MS UI Gothic"/>
                        <a:cs typeface="MS UI Gothic"/>
                      </a:endParaRPr>
                    </a:p>
                  </a:txBody>
                  <a:tcPr marL="0" marR="0" marT="24765" marB="0">
                    <a:lnL w="6350">
                      <a:solidFill>
                        <a:srgbClr val="000000"/>
                      </a:solidFill>
                      <a:prstDash val="solid"/>
                    </a:lnL>
                    <a:lnR w="9525">
                      <a:solidFill>
                        <a:srgbClr val="000000"/>
                      </a:solidFill>
                      <a:prstDash val="solid"/>
                    </a:lnR>
                    <a:lnT w="6350">
                      <a:solidFill>
                        <a:srgbClr val="000000"/>
                      </a:solidFill>
                      <a:prstDash val="solid"/>
                    </a:lnT>
                    <a:lnB w="6350">
                      <a:solidFill>
                        <a:srgbClr val="000000"/>
                      </a:solidFill>
                      <a:prstDash val="solid"/>
                    </a:lnB>
                    <a:solidFill>
                      <a:srgbClr val="D7E3BB"/>
                    </a:solidFill>
                  </a:tcPr>
                </a:tc>
                <a:tc>
                  <a:txBody>
                    <a:bodyPr/>
                    <a:lstStyle/>
                    <a:p>
                      <a:pPr marR="12700" algn="r">
                        <a:lnSpc>
                          <a:spcPct val="100000"/>
                        </a:lnSpc>
                        <a:spcBef>
                          <a:spcPts val="195"/>
                        </a:spcBef>
                      </a:pPr>
                      <a:r>
                        <a:rPr sz="650" b="1" spc="100" dirty="0">
                          <a:solidFill>
                            <a:srgbClr val="0033CC"/>
                          </a:solidFill>
                          <a:latin typeface="Microsoft YaHei UI"/>
                          <a:cs typeface="Microsoft YaHei UI"/>
                        </a:rPr>
                        <a:t>2,765</a:t>
                      </a:r>
                      <a:endParaRPr sz="650">
                        <a:latin typeface="Microsoft YaHei UI"/>
                        <a:cs typeface="Microsoft YaHei UI"/>
                      </a:endParaRPr>
                    </a:p>
                  </a:txBody>
                  <a:tcPr marL="0" marR="0" marT="24765" marB="0">
                    <a:lnL w="9525">
                      <a:solidFill>
                        <a:srgbClr val="000000"/>
                      </a:solidFill>
                      <a:prstDash val="solid"/>
                    </a:lnL>
                    <a:lnR w="9525">
                      <a:solidFill>
                        <a:srgbClr val="000000"/>
                      </a:solidFill>
                      <a:prstDash val="solid"/>
                    </a:lnR>
                    <a:lnT w="6350">
                      <a:solidFill>
                        <a:srgbClr val="000000"/>
                      </a:solidFill>
                      <a:prstDash val="solid"/>
                    </a:lnT>
                    <a:lnB w="6350">
                      <a:solidFill>
                        <a:srgbClr val="000000"/>
                      </a:solidFill>
                      <a:prstDash val="solid"/>
                    </a:lnB>
                    <a:solidFill>
                      <a:srgbClr val="D7E3BB"/>
                    </a:solidFill>
                  </a:tcPr>
                </a:tc>
                <a:tc>
                  <a:txBody>
                    <a:bodyPr/>
                    <a:lstStyle/>
                    <a:p>
                      <a:pPr marR="17780" algn="r">
                        <a:lnSpc>
                          <a:spcPct val="100000"/>
                        </a:lnSpc>
                        <a:spcBef>
                          <a:spcPts val="195"/>
                        </a:spcBef>
                      </a:pPr>
                      <a:r>
                        <a:rPr sz="650" b="1" spc="100" dirty="0">
                          <a:solidFill>
                            <a:srgbClr val="0033CC"/>
                          </a:solidFill>
                          <a:latin typeface="Microsoft YaHei UI"/>
                          <a:cs typeface="Microsoft YaHei UI"/>
                        </a:rPr>
                        <a:t>2,765</a:t>
                      </a:r>
                      <a:endParaRPr sz="650">
                        <a:latin typeface="Microsoft YaHei UI"/>
                        <a:cs typeface="Microsoft YaHei UI"/>
                      </a:endParaRPr>
                    </a:p>
                  </a:txBody>
                  <a:tcPr marL="0" marR="0" marT="24765" marB="0">
                    <a:lnL w="9525">
                      <a:solidFill>
                        <a:srgbClr val="000000"/>
                      </a:solidFill>
                      <a:prstDash val="solid"/>
                    </a:lnL>
                    <a:lnR w="38100">
                      <a:solidFill>
                        <a:srgbClr val="FF0000"/>
                      </a:solidFill>
                      <a:prstDash val="solid"/>
                    </a:lnR>
                    <a:lnT w="6350">
                      <a:solidFill>
                        <a:srgbClr val="000000"/>
                      </a:solidFill>
                      <a:prstDash val="solid"/>
                    </a:lnT>
                    <a:lnB w="6350">
                      <a:solidFill>
                        <a:srgbClr val="000000"/>
                      </a:solidFill>
                      <a:prstDash val="solid"/>
                    </a:lnB>
                    <a:solidFill>
                      <a:srgbClr val="D7E3BB"/>
                    </a:solidFill>
                  </a:tcPr>
                </a:tc>
                <a:extLst>
                  <a:ext uri="{0D108BD9-81ED-4DB2-BD59-A6C34878D82A}">
                    <a16:rowId xmlns:a16="http://schemas.microsoft.com/office/drawing/2014/main" val="10009"/>
                  </a:ext>
                </a:extLst>
              </a:tr>
              <a:tr h="145893">
                <a:tc vMerge="1">
                  <a:txBody>
                    <a:bodyPr/>
                    <a:lstStyle/>
                    <a:p>
                      <a:endParaRPr/>
                    </a:p>
                  </a:txBody>
                  <a:tcPr marL="0" marR="0" marT="5080" marB="0">
                    <a:lnL w="19050">
                      <a:solidFill>
                        <a:srgbClr val="000000"/>
                      </a:solidFill>
                      <a:prstDash val="solid"/>
                    </a:lnL>
                    <a:lnR w="28575">
                      <a:solidFill>
                        <a:srgbClr val="FF0000"/>
                      </a:solidFill>
                      <a:prstDash val="solid"/>
                    </a:lnR>
                    <a:lnB w="12700">
                      <a:solidFill>
                        <a:srgbClr val="000000"/>
                      </a:solidFill>
                      <a:prstDash val="solid"/>
                    </a:lnB>
                    <a:solidFill>
                      <a:srgbClr val="FCE9D9"/>
                    </a:solidFill>
                  </a:tcPr>
                </a:tc>
                <a:tc>
                  <a:txBody>
                    <a:bodyPr/>
                    <a:lstStyle/>
                    <a:p>
                      <a:pPr marL="20955">
                        <a:lnSpc>
                          <a:spcPct val="100000"/>
                        </a:lnSpc>
                        <a:spcBef>
                          <a:spcPts val="240"/>
                        </a:spcBef>
                      </a:pPr>
                      <a:r>
                        <a:rPr sz="600" b="1" spc="50" dirty="0">
                          <a:latin typeface="Microsoft YaHei UI"/>
                          <a:cs typeface="Microsoft YaHei UI"/>
                        </a:rPr>
                        <a:t>⑩LINE</a:t>
                      </a:r>
                      <a:r>
                        <a:rPr sz="600" b="1" spc="15" dirty="0">
                          <a:latin typeface="Microsoft YaHei UI"/>
                          <a:cs typeface="Microsoft YaHei UI"/>
                        </a:rPr>
                        <a:t>か</a:t>
                      </a:r>
                      <a:r>
                        <a:rPr sz="600" b="1" spc="10" dirty="0">
                          <a:latin typeface="Microsoft YaHei UI"/>
                          <a:cs typeface="Microsoft YaHei UI"/>
                        </a:rPr>
                        <a:t>ら</a:t>
                      </a:r>
                      <a:r>
                        <a:rPr sz="600" b="1" spc="35" dirty="0">
                          <a:latin typeface="Microsoft YaHei UI"/>
                          <a:cs typeface="Microsoft YaHei UI"/>
                        </a:rPr>
                        <a:t>の</a:t>
                      </a:r>
                      <a:r>
                        <a:rPr sz="600" b="1" spc="30" dirty="0">
                          <a:latin typeface="Microsoft YaHei UI"/>
                          <a:cs typeface="Microsoft YaHei UI"/>
                        </a:rPr>
                        <a:t>稼</a:t>
                      </a:r>
                      <a:r>
                        <a:rPr sz="600" b="1" spc="35" dirty="0">
                          <a:latin typeface="Microsoft YaHei UI"/>
                          <a:cs typeface="Microsoft YaHei UI"/>
                        </a:rPr>
                        <a:t>働</a:t>
                      </a:r>
                      <a:r>
                        <a:rPr sz="600" b="1" spc="30" dirty="0">
                          <a:latin typeface="Microsoft YaHei UI"/>
                          <a:cs typeface="Microsoft YaHei UI"/>
                        </a:rPr>
                        <a:t>人</a:t>
                      </a:r>
                      <a:r>
                        <a:rPr sz="600" b="1" spc="-125" dirty="0">
                          <a:latin typeface="Microsoft YaHei UI"/>
                          <a:cs typeface="Microsoft YaHei UI"/>
                        </a:rPr>
                        <a:t>数</a:t>
                      </a:r>
                      <a:r>
                        <a:rPr sz="600" b="1" spc="-110" dirty="0">
                          <a:latin typeface="Microsoft YaHei UI"/>
                          <a:cs typeface="Microsoft YaHei UI"/>
                        </a:rPr>
                        <a:t>（</a:t>
                      </a:r>
                      <a:r>
                        <a:rPr sz="600" b="1" spc="35" dirty="0">
                          <a:latin typeface="Microsoft YaHei UI"/>
                          <a:cs typeface="Microsoft YaHei UI"/>
                        </a:rPr>
                        <a:t>回</a:t>
                      </a:r>
                      <a:r>
                        <a:rPr sz="600" b="1" spc="30" dirty="0">
                          <a:latin typeface="Microsoft YaHei UI"/>
                          <a:cs typeface="Microsoft YaHei UI"/>
                        </a:rPr>
                        <a:t>答</a:t>
                      </a:r>
                      <a:r>
                        <a:rPr sz="600" b="1" spc="35" dirty="0">
                          <a:latin typeface="Microsoft YaHei UI"/>
                          <a:cs typeface="Microsoft YaHei UI"/>
                        </a:rPr>
                        <a:t>者</a:t>
                      </a:r>
                      <a:r>
                        <a:rPr sz="600" b="1" spc="30" dirty="0">
                          <a:latin typeface="Microsoft YaHei UI"/>
                          <a:cs typeface="Microsoft YaHei UI"/>
                        </a:rPr>
                        <a:t>か</a:t>
                      </a:r>
                      <a:r>
                        <a:rPr sz="600" b="1" spc="15" dirty="0">
                          <a:latin typeface="Microsoft YaHei UI"/>
                          <a:cs typeface="Microsoft YaHei UI"/>
                        </a:rPr>
                        <a:t>ら</a:t>
                      </a:r>
                      <a:r>
                        <a:rPr sz="600" b="1" spc="-30" dirty="0">
                          <a:latin typeface="Microsoft YaHei UI"/>
                          <a:cs typeface="Microsoft YaHei UI"/>
                        </a:rPr>
                        <a:t>10％）</a:t>
                      </a:r>
                      <a:endParaRPr sz="600">
                        <a:latin typeface="Microsoft YaHei UI"/>
                        <a:cs typeface="Microsoft YaHei UI"/>
                      </a:endParaRPr>
                    </a:p>
                  </a:txBody>
                  <a:tcPr marL="0" marR="0" marT="30480" marB="0">
                    <a:lnL w="28575">
                      <a:solidFill>
                        <a:srgbClr val="FF0000"/>
                      </a:solidFill>
                      <a:prstDash val="solid"/>
                    </a:lnL>
                    <a:lnR w="9525">
                      <a:solidFill>
                        <a:srgbClr val="000000"/>
                      </a:solidFill>
                      <a:prstDash val="solid"/>
                    </a:lnR>
                    <a:lnT w="6350">
                      <a:solidFill>
                        <a:srgbClr val="000000"/>
                      </a:solidFill>
                      <a:prstDash val="solid"/>
                    </a:lnT>
                    <a:lnB w="28575">
                      <a:solidFill>
                        <a:srgbClr val="FF0000"/>
                      </a:solidFill>
                      <a:prstDash val="solid"/>
                    </a:lnB>
                    <a:solidFill>
                      <a:srgbClr val="D7E3BB"/>
                    </a:solidFill>
                  </a:tcPr>
                </a:tc>
                <a:tc>
                  <a:txBody>
                    <a:bodyPr/>
                    <a:lstStyle/>
                    <a:p>
                      <a:pPr>
                        <a:lnSpc>
                          <a:spcPct val="100000"/>
                        </a:lnSpc>
                      </a:pPr>
                      <a:endParaRPr sz="800">
                        <a:latin typeface="Times New Roman"/>
                        <a:cs typeface="Times New Roman"/>
                      </a:endParaRPr>
                    </a:p>
                  </a:txBody>
                  <a:tcPr marL="0" marR="0" marT="0" marB="0">
                    <a:lnL w="9525">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D7E3BB"/>
                    </a:solidFill>
                  </a:tcPr>
                </a:tc>
                <a:tc>
                  <a:txBody>
                    <a:bodyPr/>
                    <a:lstStyle/>
                    <a:p>
                      <a:pPr>
                        <a:lnSpc>
                          <a:spcPct val="100000"/>
                        </a:lnSpc>
                      </a:pPr>
                      <a:endParaRPr sz="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D7E3BB"/>
                    </a:solidFill>
                  </a:tcPr>
                </a:tc>
                <a:tc>
                  <a:txBody>
                    <a:bodyPr/>
                    <a:lstStyle/>
                    <a:p>
                      <a:pPr marR="14604" algn="r">
                        <a:lnSpc>
                          <a:spcPct val="100000"/>
                        </a:lnSpc>
                        <a:spcBef>
                          <a:spcPts val="190"/>
                        </a:spcBef>
                      </a:pPr>
                      <a:r>
                        <a:rPr sz="650" dirty="0">
                          <a:latin typeface="MS UI Gothic"/>
                          <a:cs typeface="MS UI Gothic"/>
                        </a:rPr>
                        <a:t>3</a:t>
                      </a:r>
                      <a:endParaRPr sz="650">
                        <a:latin typeface="MS UI Gothic"/>
                        <a:cs typeface="MS UI Gothic"/>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D7E3BB"/>
                    </a:solidFill>
                  </a:tcPr>
                </a:tc>
                <a:tc>
                  <a:txBody>
                    <a:bodyPr/>
                    <a:lstStyle/>
                    <a:p>
                      <a:pPr marR="16510" algn="r">
                        <a:lnSpc>
                          <a:spcPct val="100000"/>
                        </a:lnSpc>
                        <a:spcBef>
                          <a:spcPts val="190"/>
                        </a:spcBef>
                      </a:pPr>
                      <a:r>
                        <a:rPr sz="650" spc="125" dirty="0">
                          <a:latin typeface="MS UI Gothic"/>
                          <a:cs typeface="MS UI Gothic"/>
                        </a:rPr>
                        <a:t>19</a:t>
                      </a:r>
                      <a:endParaRPr sz="650">
                        <a:latin typeface="MS UI Gothic"/>
                        <a:cs typeface="MS UI Gothic"/>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D7E3BB"/>
                    </a:solidFill>
                  </a:tcPr>
                </a:tc>
                <a:tc>
                  <a:txBody>
                    <a:bodyPr/>
                    <a:lstStyle/>
                    <a:p>
                      <a:pPr marR="13335" algn="r">
                        <a:lnSpc>
                          <a:spcPct val="100000"/>
                        </a:lnSpc>
                        <a:spcBef>
                          <a:spcPts val="190"/>
                        </a:spcBef>
                      </a:pPr>
                      <a:r>
                        <a:rPr sz="650" spc="195" dirty="0">
                          <a:latin typeface="MS UI Gothic"/>
                          <a:cs typeface="MS UI Gothic"/>
                        </a:rPr>
                        <a:t>42</a:t>
                      </a:r>
                      <a:endParaRPr sz="650">
                        <a:latin typeface="MS UI Gothic"/>
                        <a:cs typeface="MS UI Gothic"/>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D7E3BB"/>
                    </a:solidFill>
                  </a:tcPr>
                </a:tc>
                <a:tc>
                  <a:txBody>
                    <a:bodyPr/>
                    <a:lstStyle/>
                    <a:p>
                      <a:pPr marR="11430" algn="r">
                        <a:lnSpc>
                          <a:spcPct val="100000"/>
                        </a:lnSpc>
                        <a:spcBef>
                          <a:spcPts val="190"/>
                        </a:spcBef>
                      </a:pPr>
                      <a:r>
                        <a:rPr sz="650" spc="195" dirty="0">
                          <a:latin typeface="MS UI Gothic"/>
                          <a:cs typeface="MS UI Gothic"/>
                        </a:rPr>
                        <a:t>42</a:t>
                      </a:r>
                      <a:endParaRPr sz="650">
                        <a:latin typeface="MS UI Gothic"/>
                        <a:cs typeface="MS UI Gothic"/>
                      </a:endParaRPr>
                    </a:p>
                  </a:txBody>
                  <a:tcPr marL="0" marR="0" marT="24130" marB="0">
                    <a:lnL w="6350">
                      <a:solidFill>
                        <a:srgbClr val="000000"/>
                      </a:solidFill>
                      <a:prstDash val="solid"/>
                    </a:lnL>
                    <a:lnR w="9525">
                      <a:solidFill>
                        <a:srgbClr val="000000"/>
                      </a:solidFill>
                      <a:prstDash val="solid"/>
                    </a:lnR>
                    <a:lnT w="6350">
                      <a:solidFill>
                        <a:srgbClr val="000000"/>
                      </a:solidFill>
                      <a:prstDash val="solid"/>
                    </a:lnT>
                    <a:lnB w="28575">
                      <a:solidFill>
                        <a:srgbClr val="FF0000"/>
                      </a:solidFill>
                      <a:prstDash val="solid"/>
                    </a:lnB>
                    <a:solidFill>
                      <a:srgbClr val="D7E3BB"/>
                    </a:solidFill>
                  </a:tcPr>
                </a:tc>
                <a:tc>
                  <a:txBody>
                    <a:bodyPr/>
                    <a:lstStyle/>
                    <a:p>
                      <a:pPr marR="11430" algn="r">
                        <a:lnSpc>
                          <a:spcPct val="100000"/>
                        </a:lnSpc>
                        <a:spcBef>
                          <a:spcPts val="240"/>
                        </a:spcBef>
                      </a:pPr>
                      <a:r>
                        <a:rPr sz="600" b="1" spc="85" dirty="0">
                          <a:solidFill>
                            <a:srgbClr val="0033CC"/>
                          </a:solidFill>
                          <a:latin typeface="Microsoft YaHei UI"/>
                          <a:cs typeface="Microsoft YaHei UI"/>
                        </a:rPr>
                        <a:t>106</a:t>
                      </a:r>
                      <a:endParaRPr sz="600">
                        <a:latin typeface="Microsoft YaHei UI"/>
                        <a:cs typeface="Microsoft YaHei UI"/>
                      </a:endParaRPr>
                    </a:p>
                  </a:txBody>
                  <a:tcPr marL="0" marR="0" marT="30480" marB="0">
                    <a:lnL w="9525">
                      <a:solidFill>
                        <a:srgbClr val="000000"/>
                      </a:solidFill>
                      <a:prstDash val="solid"/>
                    </a:lnL>
                    <a:lnR w="9525">
                      <a:solidFill>
                        <a:srgbClr val="000000"/>
                      </a:solidFill>
                      <a:prstDash val="solid"/>
                    </a:lnR>
                    <a:lnT w="6350">
                      <a:solidFill>
                        <a:srgbClr val="000000"/>
                      </a:solidFill>
                      <a:prstDash val="solid"/>
                    </a:lnT>
                    <a:lnB w="28575">
                      <a:solidFill>
                        <a:srgbClr val="FF0000"/>
                      </a:solidFill>
                      <a:prstDash val="solid"/>
                    </a:lnB>
                    <a:solidFill>
                      <a:srgbClr val="D7E3BB"/>
                    </a:solidFill>
                  </a:tcPr>
                </a:tc>
                <a:tc>
                  <a:txBody>
                    <a:bodyPr/>
                    <a:lstStyle/>
                    <a:p>
                      <a:pPr marR="13335" algn="r">
                        <a:lnSpc>
                          <a:spcPct val="100000"/>
                        </a:lnSpc>
                        <a:spcBef>
                          <a:spcPts val="190"/>
                        </a:spcBef>
                      </a:pPr>
                      <a:r>
                        <a:rPr sz="650" spc="195" dirty="0">
                          <a:latin typeface="MS UI Gothic"/>
                          <a:cs typeface="MS UI Gothic"/>
                        </a:rPr>
                        <a:t>42</a:t>
                      </a:r>
                      <a:endParaRPr sz="650">
                        <a:latin typeface="MS UI Gothic"/>
                        <a:cs typeface="MS UI Gothic"/>
                      </a:endParaRPr>
                    </a:p>
                  </a:txBody>
                  <a:tcPr marL="0" marR="0" marT="24130" marB="0">
                    <a:lnL w="9525">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D7E3BB"/>
                    </a:solidFill>
                  </a:tcPr>
                </a:tc>
                <a:tc>
                  <a:txBody>
                    <a:bodyPr/>
                    <a:lstStyle/>
                    <a:p>
                      <a:pPr marR="13970" algn="r">
                        <a:lnSpc>
                          <a:spcPct val="100000"/>
                        </a:lnSpc>
                        <a:spcBef>
                          <a:spcPts val="190"/>
                        </a:spcBef>
                      </a:pPr>
                      <a:r>
                        <a:rPr sz="650" spc="195" dirty="0">
                          <a:latin typeface="MS UI Gothic"/>
                          <a:cs typeface="MS UI Gothic"/>
                        </a:rPr>
                        <a:t>35</a:t>
                      </a:r>
                      <a:endParaRPr sz="650">
                        <a:latin typeface="MS UI Gothic"/>
                        <a:cs typeface="MS UI Gothic"/>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D7E3BB"/>
                    </a:solidFill>
                  </a:tcPr>
                </a:tc>
                <a:tc>
                  <a:txBody>
                    <a:bodyPr/>
                    <a:lstStyle/>
                    <a:p>
                      <a:pPr marR="13970" algn="r">
                        <a:lnSpc>
                          <a:spcPct val="100000"/>
                        </a:lnSpc>
                        <a:spcBef>
                          <a:spcPts val="190"/>
                        </a:spcBef>
                      </a:pPr>
                      <a:r>
                        <a:rPr sz="650" spc="195" dirty="0">
                          <a:latin typeface="MS UI Gothic"/>
                          <a:cs typeface="MS UI Gothic"/>
                        </a:rPr>
                        <a:t>35</a:t>
                      </a:r>
                      <a:endParaRPr sz="650">
                        <a:latin typeface="MS UI Gothic"/>
                        <a:cs typeface="MS UI Gothic"/>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D7E3BB"/>
                    </a:solidFill>
                  </a:tcPr>
                </a:tc>
                <a:tc>
                  <a:txBody>
                    <a:bodyPr/>
                    <a:lstStyle/>
                    <a:p>
                      <a:pPr marR="13335" algn="r">
                        <a:lnSpc>
                          <a:spcPct val="100000"/>
                        </a:lnSpc>
                        <a:spcBef>
                          <a:spcPts val="190"/>
                        </a:spcBef>
                      </a:pPr>
                      <a:r>
                        <a:rPr sz="650" spc="195" dirty="0">
                          <a:latin typeface="MS UI Gothic"/>
                          <a:cs typeface="MS UI Gothic"/>
                        </a:rPr>
                        <a:t>95</a:t>
                      </a:r>
                      <a:endParaRPr sz="650">
                        <a:latin typeface="MS UI Gothic"/>
                        <a:cs typeface="MS UI Gothic"/>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D7E3BB"/>
                    </a:solidFill>
                  </a:tcPr>
                </a:tc>
                <a:tc>
                  <a:txBody>
                    <a:bodyPr/>
                    <a:lstStyle/>
                    <a:p>
                      <a:pPr marR="13335" algn="r">
                        <a:lnSpc>
                          <a:spcPct val="100000"/>
                        </a:lnSpc>
                        <a:spcBef>
                          <a:spcPts val="190"/>
                        </a:spcBef>
                      </a:pPr>
                      <a:r>
                        <a:rPr sz="650" spc="195" dirty="0">
                          <a:latin typeface="MS UI Gothic"/>
                          <a:cs typeface="MS UI Gothic"/>
                        </a:rPr>
                        <a:t>35</a:t>
                      </a:r>
                      <a:endParaRPr sz="650">
                        <a:latin typeface="MS UI Gothic"/>
                        <a:cs typeface="MS UI Gothic"/>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28575">
                      <a:solidFill>
                        <a:srgbClr val="FF0000"/>
                      </a:solidFill>
                      <a:prstDash val="solid"/>
                    </a:lnB>
                    <a:solidFill>
                      <a:srgbClr val="D7E3BB"/>
                    </a:solidFill>
                  </a:tcPr>
                </a:tc>
                <a:tc>
                  <a:txBody>
                    <a:bodyPr/>
                    <a:lstStyle/>
                    <a:p>
                      <a:pPr marR="11430" algn="r">
                        <a:lnSpc>
                          <a:spcPct val="100000"/>
                        </a:lnSpc>
                        <a:spcBef>
                          <a:spcPts val="190"/>
                        </a:spcBef>
                      </a:pPr>
                      <a:r>
                        <a:rPr sz="650" spc="195" dirty="0">
                          <a:latin typeface="MS UI Gothic"/>
                          <a:cs typeface="MS UI Gothic"/>
                        </a:rPr>
                        <a:t>35</a:t>
                      </a:r>
                      <a:endParaRPr sz="650">
                        <a:latin typeface="MS UI Gothic"/>
                        <a:cs typeface="MS UI Gothic"/>
                      </a:endParaRPr>
                    </a:p>
                  </a:txBody>
                  <a:tcPr marL="0" marR="0" marT="24130" marB="0">
                    <a:lnL w="6350">
                      <a:solidFill>
                        <a:srgbClr val="000000"/>
                      </a:solidFill>
                      <a:prstDash val="solid"/>
                    </a:lnL>
                    <a:lnR w="9525">
                      <a:solidFill>
                        <a:srgbClr val="000000"/>
                      </a:solidFill>
                      <a:prstDash val="solid"/>
                    </a:lnR>
                    <a:lnT w="6350">
                      <a:solidFill>
                        <a:srgbClr val="000000"/>
                      </a:solidFill>
                      <a:prstDash val="solid"/>
                    </a:lnT>
                    <a:lnB w="28575">
                      <a:solidFill>
                        <a:srgbClr val="FF0000"/>
                      </a:solidFill>
                      <a:prstDash val="solid"/>
                    </a:lnB>
                    <a:solidFill>
                      <a:srgbClr val="D7E3BB"/>
                    </a:solidFill>
                  </a:tcPr>
                </a:tc>
                <a:tc>
                  <a:txBody>
                    <a:bodyPr/>
                    <a:lstStyle/>
                    <a:p>
                      <a:pPr marR="10795" algn="r">
                        <a:lnSpc>
                          <a:spcPct val="100000"/>
                        </a:lnSpc>
                        <a:spcBef>
                          <a:spcPts val="190"/>
                        </a:spcBef>
                      </a:pPr>
                      <a:r>
                        <a:rPr sz="650" b="1" spc="120" dirty="0">
                          <a:solidFill>
                            <a:srgbClr val="0033CC"/>
                          </a:solidFill>
                          <a:latin typeface="Microsoft YaHei UI"/>
                          <a:cs typeface="Microsoft YaHei UI"/>
                        </a:rPr>
                        <a:t>277</a:t>
                      </a:r>
                      <a:endParaRPr sz="650">
                        <a:latin typeface="Microsoft YaHei UI"/>
                        <a:cs typeface="Microsoft YaHei UI"/>
                      </a:endParaRPr>
                    </a:p>
                  </a:txBody>
                  <a:tcPr marL="0" marR="0" marT="24130" marB="0">
                    <a:lnL w="9525">
                      <a:solidFill>
                        <a:srgbClr val="000000"/>
                      </a:solidFill>
                      <a:prstDash val="solid"/>
                    </a:lnL>
                    <a:lnR w="9525">
                      <a:solidFill>
                        <a:srgbClr val="000000"/>
                      </a:solidFill>
                      <a:prstDash val="solid"/>
                    </a:lnR>
                    <a:lnT w="6350">
                      <a:solidFill>
                        <a:srgbClr val="000000"/>
                      </a:solidFill>
                      <a:prstDash val="solid"/>
                    </a:lnT>
                    <a:lnB w="28575">
                      <a:solidFill>
                        <a:srgbClr val="FF0000"/>
                      </a:solidFill>
                      <a:prstDash val="solid"/>
                    </a:lnB>
                    <a:solidFill>
                      <a:srgbClr val="D7E3BB"/>
                    </a:solidFill>
                  </a:tcPr>
                </a:tc>
                <a:tc>
                  <a:txBody>
                    <a:bodyPr/>
                    <a:lstStyle/>
                    <a:p>
                      <a:pPr marR="15875" algn="r">
                        <a:lnSpc>
                          <a:spcPct val="100000"/>
                        </a:lnSpc>
                        <a:spcBef>
                          <a:spcPts val="190"/>
                        </a:spcBef>
                      </a:pPr>
                      <a:r>
                        <a:rPr sz="650" b="1" spc="120" dirty="0">
                          <a:solidFill>
                            <a:srgbClr val="0033CC"/>
                          </a:solidFill>
                          <a:latin typeface="Microsoft YaHei UI"/>
                          <a:cs typeface="Microsoft YaHei UI"/>
                        </a:rPr>
                        <a:t>277</a:t>
                      </a:r>
                      <a:endParaRPr sz="650">
                        <a:latin typeface="Microsoft YaHei UI"/>
                        <a:cs typeface="Microsoft YaHei UI"/>
                      </a:endParaRPr>
                    </a:p>
                  </a:txBody>
                  <a:tcPr marL="0" marR="0" marT="24130" marB="0">
                    <a:lnL w="9525">
                      <a:solidFill>
                        <a:srgbClr val="000000"/>
                      </a:solidFill>
                      <a:prstDash val="solid"/>
                    </a:lnL>
                    <a:lnR w="38100">
                      <a:solidFill>
                        <a:srgbClr val="FF0000"/>
                      </a:solidFill>
                      <a:prstDash val="solid"/>
                    </a:lnR>
                    <a:lnT w="6350">
                      <a:solidFill>
                        <a:srgbClr val="000000"/>
                      </a:solidFill>
                      <a:prstDash val="solid"/>
                    </a:lnT>
                    <a:lnB w="28575">
                      <a:solidFill>
                        <a:srgbClr val="FF0000"/>
                      </a:solidFill>
                      <a:prstDash val="solid"/>
                    </a:lnB>
                    <a:solidFill>
                      <a:srgbClr val="D7E3BB"/>
                    </a:solidFill>
                  </a:tcPr>
                </a:tc>
                <a:extLst>
                  <a:ext uri="{0D108BD9-81ED-4DB2-BD59-A6C34878D82A}">
                    <a16:rowId xmlns:a16="http://schemas.microsoft.com/office/drawing/2014/main" val="10010"/>
                  </a:ext>
                </a:extLst>
              </a:tr>
              <a:tr h="147192">
                <a:tc vMerge="1">
                  <a:txBody>
                    <a:bodyPr/>
                    <a:lstStyle/>
                    <a:p>
                      <a:endParaRPr/>
                    </a:p>
                  </a:txBody>
                  <a:tcPr marL="0" marR="0" marT="5080" marB="0">
                    <a:lnL w="19050">
                      <a:solidFill>
                        <a:srgbClr val="000000"/>
                      </a:solidFill>
                      <a:prstDash val="solid"/>
                    </a:lnL>
                    <a:lnR w="28575">
                      <a:solidFill>
                        <a:srgbClr val="FF0000"/>
                      </a:solidFill>
                      <a:prstDash val="solid"/>
                    </a:lnR>
                    <a:lnB w="12700">
                      <a:solidFill>
                        <a:srgbClr val="000000"/>
                      </a:solidFill>
                      <a:prstDash val="solid"/>
                    </a:lnB>
                    <a:solidFill>
                      <a:srgbClr val="FCE9D9"/>
                    </a:solidFill>
                  </a:tcPr>
                </a:tc>
                <a:tc>
                  <a:txBody>
                    <a:bodyPr/>
                    <a:lstStyle/>
                    <a:p>
                      <a:pPr marL="20955">
                        <a:lnSpc>
                          <a:spcPct val="100000"/>
                        </a:lnSpc>
                        <a:spcBef>
                          <a:spcPts val="220"/>
                        </a:spcBef>
                      </a:pPr>
                      <a:r>
                        <a:rPr sz="600" b="1" spc="-5" dirty="0">
                          <a:latin typeface="Microsoft YaHei UI"/>
                          <a:cs typeface="Microsoft YaHei UI"/>
                        </a:rPr>
                        <a:t>そ</a:t>
                      </a:r>
                      <a:r>
                        <a:rPr sz="600" b="1" spc="35" dirty="0">
                          <a:latin typeface="Microsoft YaHei UI"/>
                          <a:cs typeface="Microsoft YaHei UI"/>
                        </a:rPr>
                        <a:t>の</a:t>
                      </a:r>
                      <a:r>
                        <a:rPr sz="600" b="1" spc="30" dirty="0">
                          <a:latin typeface="Microsoft YaHei UI"/>
                          <a:cs typeface="Microsoft YaHei UI"/>
                        </a:rPr>
                        <a:t>他</a:t>
                      </a:r>
                      <a:r>
                        <a:rPr sz="600" b="1" spc="35" dirty="0">
                          <a:latin typeface="Microsoft YaHei UI"/>
                          <a:cs typeface="Microsoft YaHei UI"/>
                        </a:rPr>
                        <a:t>媒</a:t>
                      </a:r>
                      <a:r>
                        <a:rPr sz="600" b="1" spc="30" dirty="0">
                          <a:latin typeface="Microsoft YaHei UI"/>
                          <a:cs typeface="Microsoft YaHei UI"/>
                        </a:rPr>
                        <a:t>体</a:t>
                      </a:r>
                      <a:r>
                        <a:rPr sz="600" b="1" spc="15" dirty="0">
                          <a:latin typeface="Microsoft YaHei UI"/>
                          <a:cs typeface="Microsoft YaHei UI"/>
                        </a:rPr>
                        <a:t>から</a:t>
                      </a:r>
                      <a:endParaRPr sz="600">
                        <a:latin typeface="Microsoft YaHei UI"/>
                        <a:cs typeface="Microsoft YaHei UI"/>
                      </a:endParaRPr>
                    </a:p>
                  </a:txBody>
                  <a:tcPr marL="0" marR="0" marT="27940" marB="0">
                    <a:lnL w="6350">
                      <a:solidFill>
                        <a:srgbClr val="000000"/>
                      </a:solidFill>
                      <a:prstDash val="solid"/>
                    </a:lnL>
                    <a:lnR w="9525">
                      <a:solidFill>
                        <a:srgbClr val="000000"/>
                      </a:solidFill>
                      <a:prstDash val="solid"/>
                    </a:lnR>
                    <a:lnT w="28575">
                      <a:solidFill>
                        <a:srgbClr val="FF0000"/>
                      </a:solidFill>
                      <a:prstDash val="solid"/>
                    </a:lnT>
                    <a:lnB w="19050">
                      <a:solidFill>
                        <a:srgbClr val="000000"/>
                      </a:solidFill>
                      <a:prstDash val="solid"/>
                    </a:lnB>
                  </a:tcPr>
                </a:tc>
                <a:tc>
                  <a:txBody>
                    <a:bodyPr/>
                    <a:lstStyle/>
                    <a:p>
                      <a:pPr>
                        <a:lnSpc>
                          <a:spcPct val="100000"/>
                        </a:lnSpc>
                      </a:pPr>
                      <a:endParaRPr sz="800">
                        <a:latin typeface="Times New Roman"/>
                        <a:cs typeface="Times New Roman"/>
                      </a:endParaRPr>
                    </a:p>
                  </a:txBody>
                  <a:tcPr marL="0" marR="0" marT="0" marB="0">
                    <a:lnL w="9525">
                      <a:solidFill>
                        <a:srgbClr val="000000"/>
                      </a:solidFill>
                      <a:prstDash val="solid"/>
                    </a:lnL>
                    <a:lnR w="6350">
                      <a:solidFill>
                        <a:srgbClr val="000000"/>
                      </a:solidFill>
                      <a:prstDash val="solid"/>
                    </a:lnR>
                    <a:lnT w="28575">
                      <a:solidFill>
                        <a:srgbClr val="FF0000"/>
                      </a:solidFill>
                      <a:prstDash val="solid"/>
                    </a:lnT>
                    <a:lnB w="19050">
                      <a:solidFill>
                        <a:srgbClr val="000000"/>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19050">
                      <a:solidFill>
                        <a:srgbClr val="000000"/>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000000"/>
                      </a:solidFill>
                      <a:prstDash val="solid"/>
                    </a:lnL>
                    <a:lnR w="6350">
                      <a:solidFill>
                        <a:srgbClr val="000000"/>
                      </a:solidFill>
                      <a:prstDash val="solid"/>
                    </a:lnR>
                    <a:lnT w="28575">
                      <a:solidFill>
                        <a:srgbClr val="FF0000"/>
                      </a:solidFill>
                      <a:prstDash val="solid"/>
                    </a:lnT>
                    <a:lnB w="19050">
                      <a:solidFill>
                        <a:srgbClr val="000000"/>
                      </a:solidFill>
                      <a:prstDash val="solid"/>
                    </a:lnB>
                  </a:tcPr>
                </a:tc>
                <a:tc>
                  <a:txBody>
                    <a:bodyPr/>
                    <a:lstStyle/>
                    <a:p>
                      <a:pPr marR="13335" algn="r">
                        <a:lnSpc>
                          <a:spcPct val="100000"/>
                        </a:lnSpc>
                        <a:spcBef>
                          <a:spcPts val="170"/>
                        </a:spcBef>
                      </a:pPr>
                      <a:r>
                        <a:rPr sz="650" spc="195" dirty="0">
                          <a:latin typeface="MS UI Gothic"/>
                          <a:cs typeface="MS UI Gothic"/>
                        </a:rPr>
                        <a:t>28</a:t>
                      </a:r>
                      <a:endParaRPr sz="650">
                        <a:latin typeface="MS UI Gothic"/>
                        <a:cs typeface="MS UI Gothic"/>
                      </a:endParaRPr>
                    </a:p>
                  </a:txBody>
                  <a:tcPr marL="0" marR="0" marT="21590" marB="0">
                    <a:lnL w="6350">
                      <a:solidFill>
                        <a:srgbClr val="000000"/>
                      </a:solidFill>
                      <a:prstDash val="solid"/>
                    </a:lnL>
                    <a:lnR w="6350">
                      <a:solidFill>
                        <a:srgbClr val="000000"/>
                      </a:solidFill>
                      <a:prstDash val="solid"/>
                    </a:lnR>
                    <a:lnT w="28575">
                      <a:solidFill>
                        <a:srgbClr val="FF0000"/>
                      </a:solidFill>
                      <a:prstDash val="solid"/>
                    </a:lnT>
                    <a:lnB w="19050">
                      <a:solidFill>
                        <a:srgbClr val="000000"/>
                      </a:solidFill>
                      <a:prstDash val="solid"/>
                    </a:lnB>
                  </a:tcPr>
                </a:tc>
                <a:tc>
                  <a:txBody>
                    <a:bodyPr/>
                    <a:lstStyle/>
                    <a:p>
                      <a:pPr marR="13335" algn="r">
                        <a:lnSpc>
                          <a:spcPct val="100000"/>
                        </a:lnSpc>
                        <a:spcBef>
                          <a:spcPts val="170"/>
                        </a:spcBef>
                      </a:pPr>
                      <a:r>
                        <a:rPr sz="650" spc="195" dirty="0">
                          <a:latin typeface="MS UI Gothic"/>
                          <a:cs typeface="MS UI Gothic"/>
                        </a:rPr>
                        <a:t>58</a:t>
                      </a:r>
                      <a:endParaRPr sz="650">
                        <a:latin typeface="MS UI Gothic"/>
                        <a:cs typeface="MS UI Gothic"/>
                      </a:endParaRPr>
                    </a:p>
                  </a:txBody>
                  <a:tcPr marL="0" marR="0" marT="21590" marB="0">
                    <a:lnL w="6350">
                      <a:solidFill>
                        <a:srgbClr val="000000"/>
                      </a:solidFill>
                      <a:prstDash val="solid"/>
                    </a:lnL>
                    <a:lnR w="6350">
                      <a:solidFill>
                        <a:srgbClr val="000000"/>
                      </a:solidFill>
                      <a:prstDash val="solid"/>
                    </a:lnR>
                    <a:lnT w="28575">
                      <a:solidFill>
                        <a:srgbClr val="FF0000"/>
                      </a:solidFill>
                      <a:prstDash val="solid"/>
                    </a:lnT>
                    <a:lnB w="19050">
                      <a:solidFill>
                        <a:srgbClr val="000000"/>
                      </a:solidFill>
                      <a:prstDash val="solid"/>
                    </a:lnB>
                  </a:tcPr>
                </a:tc>
                <a:tc>
                  <a:txBody>
                    <a:bodyPr/>
                    <a:lstStyle/>
                    <a:p>
                      <a:pPr marR="12700" algn="r">
                        <a:lnSpc>
                          <a:spcPct val="100000"/>
                        </a:lnSpc>
                        <a:spcBef>
                          <a:spcPts val="170"/>
                        </a:spcBef>
                      </a:pPr>
                      <a:r>
                        <a:rPr sz="650" spc="155" dirty="0">
                          <a:latin typeface="MS UI Gothic"/>
                          <a:cs typeface="MS UI Gothic"/>
                        </a:rPr>
                        <a:t>108</a:t>
                      </a:r>
                      <a:endParaRPr sz="650">
                        <a:latin typeface="MS UI Gothic"/>
                        <a:cs typeface="MS UI Gothic"/>
                      </a:endParaRPr>
                    </a:p>
                  </a:txBody>
                  <a:tcPr marL="0" marR="0" marT="21590" marB="0">
                    <a:lnL w="6350">
                      <a:solidFill>
                        <a:srgbClr val="000000"/>
                      </a:solidFill>
                      <a:prstDash val="solid"/>
                    </a:lnL>
                    <a:lnR w="9525">
                      <a:solidFill>
                        <a:srgbClr val="000000"/>
                      </a:solidFill>
                      <a:prstDash val="solid"/>
                    </a:lnR>
                    <a:lnT w="28575">
                      <a:solidFill>
                        <a:srgbClr val="FF0000"/>
                      </a:solidFill>
                      <a:prstDash val="solid"/>
                    </a:lnT>
                    <a:lnB w="19050">
                      <a:solidFill>
                        <a:srgbClr val="000000"/>
                      </a:solidFill>
                      <a:prstDash val="solid"/>
                    </a:lnB>
                  </a:tcPr>
                </a:tc>
                <a:tc>
                  <a:txBody>
                    <a:bodyPr/>
                    <a:lstStyle/>
                    <a:p>
                      <a:pPr marR="11430" algn="r">
                        <a:lnSpc>
                          <a:spcPct val="100000"/>
                        </a:lnSpc>
                        <a:spcBef>
                          <a:spcPts val="220"/>
                        </a:spcBef>
                      </a:pPr>
                      <a:r>
                        <a:rPr sz="600" b="1" spc="85" dirty="0">
                          <a:solidFill>
                            <a:srgbClr val="0033CC"/>
                          </a:solidFill>
                          <a:latin typeface="Microsoft YaHei UI"/>
                          <a:cs typeface="Microsoft YaHei UI"/>
                        </a:rPr>
                        <a:t>194</a:t>
                      </a:r>
                      <a:endParaRPr sz="600">
                        <a:latin typeface="Microsoft YaHei UI"/>
                        <a:cs typeface="Microsoft YaHei UI"/>
                      </a:endParaRPr>
                    </a:p>
                  </a:txBody>
                  <a:tcPr marL="0" marR="0" marT="27940" marB="0">
                    <a:lnL w="9525">
                      <a:solidFill>
                        <a:srgbClr val="000000"/>
                      </a:solidFill>
                      <a:prstDash val="solid"/>
                    </a:lnL>
                    <a:lnR w="9525">
                      <a:solidFill>
                        <a:srgbClr val="000000"/>
                      </a:solidFill>
                      <a:prstDash val="solid"/>
                    </a:lnR>
                    <a:lnT w="28575">
                      <a:solidFill>
                        <a:srgbClr val="FF0000"/>
                      </a:solidFill>
                      <a:prstDash val="solid"/>
                    </a:lnT>
                    <a:lnB w="19050">
                      <a:solidFill>
                        <a:srgbClr val="000000"/>
                      </a:solidFill>
                      <a:prstDash val="solid"/>
                    </a:lnB>
                  </a:tcPr>
                </a:tc>
                <a:tc>
                  <a:txBody>
                    <a:bodyPr/>
                    <a:lstStyle/>
                    <a:p>
                      <a:pPr marR="15240" algn="r">
                        <a:lnSpc>
                          <a:spcPct val="100000"/>
                        </a:lnSpc>
                        <a:spcBef>
                          <a:spcPts val="170"/>
                        </a:spcBef>
                      </a:pPr>
                      <a:r>
                        <a:rPr sz="650" spc="155" dirty="0">
                          <a:latin typeface="MS UI Gothic"/>
                          <a:cs typeface="MS UI Gothic"/>
                        </a:rPr>
                        <a:t>108</a:t>
                      </a:r>
                      <a:endParaRPr sz="650">
                        <a:latin typeface="MS UI Gothic"/>
                        <a:cs typeface="MS UI Gothic"/>
                      </a:endParaRPr>
                    </a:p>
                  </a:txBody>
                  <a:tcPr marL="0" marR="0" marT="21590" marB="0">
                    <a:lnL w="9525">
                      <a:solidFill>
                        <a:srgbClr val="000000"/>
                      </a:solidFill>
                      <a:prstDash val="solid"/>
                    </a:lnL>
                    <a:lnR w="6350">
                      <a:solidFill>
                        <a:srgbClr val="000000"/>
                      </a:solidFill>
                      <a:prstDash val="solid"/>
                    </a:lnR>
                    <a:lnT w="28575">
                      <a:solidFill>
                        <a:srgbClr val="FF0000"/>
                      </a:solidFill>
                      <a:prstDash val="solid"/>
                    </a:lnT>
                    <a:lnB w="19050">
                      <a:solidFill>
                        <a:srgbClr val="000000"/>
                      </a:solidFill>
                      <a:prstDash val="solid"/>
                    </a:lnB>
                  </a:tcPr>
                </a:tc>
                <a:tc>
                  <a:txBody>
                    <a:bodyPr/>
                    <a:lstStyle/>
                    <a:p>
                      <a:pPr marR="16510" algn="r">
                        <a:lnSpc>
                          <a:spcPct val="100000"/>
                        </a:lnSpc>
                        <a:spcBef>
                          <a:spcPts val="170"/>
                        </a:spcBef>
                      </a:pPr>
                      <a:r>
                        <a:rPr sz="650" spc="110" dirty="0">
                          <a:latin typeface="MS UI Gothic"/>
                          <a:cs typeface="MS UI Gothic"/>
                        </a:rPr>
                        <a:t>115</a:t>
                      </a:r>
                      <a:endParaRPr sz="650">
                        <a:latin typeface="MS UI Gothic"/>
                        <a:cs typeface="MS UI Gothic"/>
                      </a:endParaRPr>
                    </a:p>
                  </a:txBody>
                  <a:tcPr marL="0" marR="0" marT="21590" marB="0">
                    <a:lnL w="6350">
                      <a:solidFill>
                        <a:srgbClr val="000000"/>
                      </a:solidFill>
                      <a:prstDash val="solid"/>
                    </a:lnL>
                    <a:lnR w="6350">
                      <a:solidFill>
                        <a:srgbClr val="000000"/>
                      </a:solidFill>
                      <a:prstDash val="solid"/>
                    </a:lnR>
                    <a:lnT w="28575">
                      <a:solidFill>
                        <a:srgbClr val="FF0000"/>
                      </a:solidFill>
                      <a:prstDash val="solid"/>
                    </a:lnT>
                    <a:lnB w="19050">
                      <a:solidFill>
                        <a:srgbClr val="000000"/>
                      </a:solidFill>
                      <a:prstDash val="solid"/>
                    </a:lnB>
                  </a:tcPr>
                </a:tc>
                <a:tc>
                  <a:txBody>
                    <a:bodyPr/>
                    <a:lstStyle/>
                    <a:p>
                      <a:pPr marR="15240" algn="r">
                        <a:lnSpc>
                          <a:spcPct val="100000"/>
                        </a:lnSpc>
                        <a:spcBef>
                          <a:spcPts val="170"/>
                        </a:spcBef>
                      </a:pPr>
                      <a:r>
                        <a:rPr sz="650" spc="155" dirty="0">
                          <a:latin typeface="MS UI Gothic"/>
                          <a:cs typeface="MS UI Gothic"/>
                        </a:rPr>
                        <a:t>215</a:t>
                      </a:r>
                      <a:endParaRPr sz="650">
                        <a:latin typeface="MS UI Gothic"/>
                        <a:cs typeface="MS UI Gothic"/>
                      </a:endParaRPr>
                    </a:p>
                  </a:txBody>
                  <a:tcPr marL="0" marR="0" marT="21590" marB="0">
                    <a:lnL w="6350">
                      <a:solidFill>
                        <a:srgbClr val="000000"/>
                      </a:solidFill>
                      <a:prstDash val="solid"/>
                    </a:lnL>
                    <a:lnR w="6350">
                      <a:solidFill>
                        <a:srgbClr val="000000"/>
                      </a:solidFill>
                      <a:prstDash val="solid"/>
                    </a:lnR>
                    <a:lnT w="28575">
                      <a:solidFill>
                        <a:srgbClr val="FF0000"/>
                      </a:solidFill>
                      <a:prstDash val="solid"/>
                    </a:lnT>
                    <a:lnB w="19050">
                      <a:solidFill>
                        <a:srgbClr val="000000"/>
                      </a:solidFill>
                      <a:prstDash val="solid"/>
                    </a:lnB>
                  </a:tcPr>
                </a:tc>
                <a:tc>
                  <a:txBody>
                    <a:bodyPr/>
                    <a:lstStyle/>
                    <a:p>
                      <a:pPr marR="13335" algn="r">
                        <a:lnSpc>
                          <a:spcPct val="100000"/>
                        </a:lnSpc>
                        <a:spcBef>
                          <a:spcPts val="170"/>
                        </a:spcBef>
                      </a:pPr>
                      <a:r>
                        <a:rPr sz="650" spc="195" dirty="0">
                          <a:latin typeface="MS UI Gothic"/>
                          <a:cs typeface="MS UI Gothic"/>
                        </a:rPr>
                        <a:t>56</a:t>
                      </a:r>
                      <a:endParaRPr sz="650">
                        <a:latin typeface="MS UI Gothic"/>
                        <a:cs typeface="MS UI Gothic"/>
                      </a:endParaRPr>
                    </a:p>
                  </a:txBody>
                  <a:tcPr marL="0" marR="0" marT="21590" marB="0">
                    <a:lnL w="6350">
                      <a:solidFill>
                        <a:srgbClr val="000000"/>
                      </a:solidFill>
                      <a:prstDash val="solid"/>
                    </a:lnL>
                    <a:lnR w="6350">
                      <a:solidFill>
                        <a:srgbClr val="000000"/>
                      </a:solidFill>
                      <a:prstDash val="solid"/>
                    </a:lnR>
                    <a:lnT w="28575">
                      <a:solidFill>
                        <a:srgbClr val="FF0000"/>
                      </a:solidFill>
                      <a:prstDash val="solid"/>
                    </a:lnT>
                    <a:lnB w="19050">
                      <a:solidFill>
                        <a:srgbClr val="000000"/>
                      </a:solidFill>
                      <a:prstDash val="solid"/>
                    </a:lnB>
                  </a:tcPr>
                </a:tc>
                <a:tc>
                  <a:txBody>
                    <a:bodyPr/>
                    <a:lstStyle/>
                    <a:p>
                      <a:pPr marR="16510" algn="r">
                        <a:lnSpc>
                          <a:spcPct val="100000"/>
                        </a:lnSpc>
                        <a:spcBef>
                          <a:spcPts val="170"/>
                        </a:spcBef>
                      </a:pPr>
                      <a:r>
                        <a:rPr sz="650" spc="125" dirty="0">
                          <a:latin typeface="MS UI Gothic"/>
                          <a:cs typeface="MS UI Gothic"/>
                        </a:rPr>
                        <a:t>15</a:t>
                      </a:r>
                      <a:endParaRPr sz="650">
                        <a:latin typeface="MS UI Gothic"/>
                        <a:cs typeface="MS UI Gothic"/>
                      </a:endParaRPr>
                    </a:p>
                  </a:txBody>
                  <a:tcPr marL="0" marR="0" marT="21590" marB="0">
                    <a:lnL w="6350">
                      <a:solidFill>
                        <a:srgbClr val="000000"/>
                      </a:solidFill>
                      <a:prstDash val="solid"/>
                    </a:lnL>
                    <a:lnR w="6350">
                      <a:solidFill>
                        <a:srgbClr val="000000"/>
                      </a:solidFill>
                      <a:prstDash val="solid"/>
                    </a:lnR>
                    <a:lnT w="28575">
                      <a:solidFill>
                        <a:srgbClr val="FF0000"/>
                      </a:solidFill>
                      <a:prstDash val="solid"/>
                    </a:lnT>
                    <a:lnB w="19050">
                      <a:solidFill>
                        <a:srgbClr val="000000"/>
                      </a:solidFill>
                      <a:prstDash val="solid"/>
                    </a:lnB>
                  </a:tcPr>
                </a:tc>
                <a:tc>
                  <a:txBody>
                    <a:bodyPr/>
                    <a:lstStyle/>
                    <a:p>
                      <a:pPr marR="13970" algn="r">
                        <a:lnSpc>
                          <a:spcPct val="100000"/>
                        </a:lnSpc>
                        <a:spcBef>
                          <a:spcPts val="170"/>
                        </a:spcBef>
                      </a:pPr>
                      <a:r>
                        <a:rPr sz="650" spc="125" dirty="0">
                          <a:latin typeface="MS UI Gothic"/>
                          <a:cs typeface="MS UI Gothic"/>
                        </a:rPr>
                        <a:t>15</a:t>
                      </a:r>
                      <a:endParaRPr sz="650">
                        <a:latin typeface="MS UI Gothic"/>
                        <a:cs typeface="MS UI Gothic"/>
                      </a:endParaRPr>
                    </a:p>
                  </a:txBody>
                  <a:tcPr marL="0" marR="0" marT="21590" marB="0">
                    <a:lnL w="6350">
                      <a:solidFill>
                        <a:srgbClr val="000000"/>
                      </a:solidFill>
                      <a:prstDash val="solid"/>
                    </a:lnL>
                    <a:lnR w="9525">
                      <a:solidFill>
                        <a:srgbClr val="000000"/>
                      </a:solidFill>
                      <a:prstDash val="solid"/>
                    </a:lnR>
                    <a:lnT w="28575">
                      <a:solidFill>
                        <a:srgbClr val="FF0000"/>
                      </a:solidFill>
                      <a:prstDash val="solid"/>
                    </a:lnT>
                    <a:lnB w="19050">
                      <a:solidFill>
                        <a:srgbClr val="000000"/>
                      </a:solidFill>
                      <a:prstDash val="solid"/>
                    </a:lnB>
                  </a:tcPr>
                </a:tc>
                <a:tc>
                  <a:txBody>
                    <a:bodyPr/>
                    <a:lstStyle/>
                    <a:p>
                      <a:pPr marR="8255" algn="r">
                        <a:lnSpc>
                          <a:spcPct val="100000"/>
                        </a:lnSpc>
                        <a:spcBef>
                          <a:spcPts val="170"/>
                        </a:spcBef>
                      </a:pPr>
                      <a:r>
                        <a:rPr sz="650" b="1" spc="90" dirty="0">
                          <a:solidFill>
                            <a:srgbClr val="0033CC"/>
                          </a:solidFill>
                          <a:latin typeface="Microsoft YaHei UI"/>
                          <a:cs typeface="Microsoft YaHei UI"/>
                        </a:rPr>
                        <a:t>821</a:t>
                      </a:r>
                      <a:endParaRPr sz="650">
                        <a:latin typeface="Microsoft YaHei UI"/>
                        <a:cs typeface="Microsoft YaHei UI"/>
                      </a:endParaRPr>
                    </a:p>
                  </a:txBody>
                  <a:tcPr marL="0" marR="0" marT="21590" marB="0">
                    <a:lnL w="9525">
                      <a:solidFill>
                        <a:srgbClr val="000000"/>
                      </a:solidFill>
                      <a:prstDash val="solid"/>
                    </a:lnL>
                    <a:lnR w="9525">
                      <a:solidFill>
                        <a:srgbClr val="000000"/>
                      </a:solidFill>
                      <a:prstDash val="solid"/>
                    </a:lnR>
                    <a:lnT w="28575">
                      <a:solidFill>
                        <a:srgbClr val="FF0000"/>
                      </a:solidFill>
                      <a:prstDash val="solid"/>
                    </a:lnT>
                    <a:lnB w="19050">
                      <a:solidFill>
                        <a:srgbClr val="000000"/>
                      </a:solidFill>
                      <a:prstDash val="solid"/>
                    </a:lnB>
                  </a:tcPr>
                </a:tc>
                <a:tc>
                  <a:txBody>
                    <a:bodyPr/>
                    <a:lstStyle/>
                    <a:p>
                      <a:pPr marR="12700" algn="r">
                        <a:lnSpc>
                          <a:spcPct val="100000"/>
                        </a:lnSpc>
                        <a:spcBef>
                          <a:spcPts val="170"/>
                        </a:spcBef>
                      </a:pPr>
                      <a:r>
                        <a:rPr sz="650" b="1" spc="90" dirty="0">
                          <a:solidFill>
                            <a:srgbClr val="0033CC"/>
                          </a:solidFill>
                          <a:latin typeface="Microsoft YaHei UI"/>
                          <a:cs typeface="Microsoft YaHei UI"/>
                        </a:rPr>
                        <a:t>821</a:t>
                      </a:r>
                      <a:endParaRPr sz="650">
                        <a:latin typeface="Microsoft YaHei UI"/>
                        <a:cs typeface="Microsoft YaHei UI"/>
                      </a:endParaRPr>
                    </a:p>
                  </a:txBody>
                  <a:tcPr marL="0" marR="0" marT="21590" marB="0">
                    <a:lnL w="9525">
                      <a:solidFill>
                        <a:srgbClr val="000000"/>
                      </a:solidFill>
                      <a:prstDash val="solid"/>
                    </a:lnL>
                    <a:lnR w="19050">
                      <a:solidFill>
                        <a:srgbClr val="000000"/>
                      </a:solidFill>
                      <a:prstDash val="solid"/>
                    </a:lnR>
                    <a:lnT w="28575">
                      <a:solidFill>
                        <a:srgbClr val="FF0000"/>
                      </a:solidFill>
                      <a:prstDash val="solid"/>
                    </a:lnT>
                    <a:lnB w="19050">
                      <a:solidFill>
                        <a:srgbClr val="000000"/>
                      </a:solidFill>
                      <a:prstDash val="solid"/>
                    </a:lnB>
                  </a:tcPr>
                </a:tc>
                <a:extLst>
                  <a:ext uri="{0D108BD9-81ED-4DB2-BD59-A6C34878D82A}">
                    <a16:rowId xmlns:a16="http://schemas.microsoft.com/office/drawing/2014/main" val="10011"/>
                  </a:ext>
                </a:extLst>
              </a:tr>
            </a:tbl>
          </a:graphicData>
        </a:graphic>
      </p:graphicFrame>
      <p:sp>
        <p:nvSpPr>
          <p:cNvPr id="11" name="object 11"/>
          <p:cNvSpPr txBox="1">
            <a:spLocks noGrp="1"/>
          </p:cNvSpPr>
          <p:nvPr>
            <p:ph type="title"/>
          </p:nvPr>
        </p:nvSpPr>
        <p:spPr>
          <a:xfrm>
            <a:off x="78739" y="327645"/>
            <a:ext cx="2438400" cy="173766"/>
          </a:xfrm>
          <a:prstGeom prst="rect">
            <a:avLst/>
          </a:prstGeom>
        </p:spPr>
        <p:txBody>
          <a:bodyPr vert="horz" wrap="square" lIns="0" tIns="12065" rIns="0" bIns="0" rtlCol="0">
            <a:spAutoFit/>
          </a:bodyPr>
          <a:lstStyle/>
          <a:p>
            <a:pPr marL="12700">
              <a:lnSpc>
                <a:spcPct val="100000"/>
              </a:lnSpc>
              <a:spcBef>
                <a:spcPts val="95"/>
              </a:spcBef>
            </a:pPr>
            <a:r>
              <a:rPr sz="1050" spc="254" dirty="0"/>
              <a:t>6.KPI</a:t>
            </a:r>
            <a:r>
              <a:rPr sz="1050" spc="-5" dirty="0"/>
              <a:t>設定</a:t>
            </a:r>
            <a:r>
              <a:rPr sz="1050" spc="125" dirty="0"/>
              <a:t>の</a:t>
            </a:r>
            <a:r>
              <a:rPr sz="1050" spc="155" dirty="0"/>
              <a:t>変</a:t>
            </a:r>
            <a:r>
              <a:rPr sz="1050" spc="260" dirty="0"/>
              <a:t>更</a:t>
            </a:r>
            <a:r>
              <a:rPr sz="1050" spc="204" dirty="0"/>
              <a:t>につ</a:t>
            </a:r>
            <a:r>
              <a:rPr sz="1050" spc="210" dirty="0"/>
              <a:t>い</a:t>
            </a:r>
            <a:r>
              <a:rPr sz="1050" spc="290" dirty="0"/>
              <a:t>て</a:t>
            </a:r>
          </a:p>
        </p:txBody>
      </p:sp>
      <p:sp>
        <p:nvSpPr>
          <p:cNvPr id="12" name="object 12"/>
          <p:cNvSpPr txBox="1"/>
          <p:nvPr/>
        </p:nvSpPr>
        <p:spPr>
          <a:xfrm>
            <a:off x="330200" y="990346"/>
            <a:ext cx="5083175" cy="299720"/>
          </a:xfrm>
          <a:prstGeom prst="rect">
            <a:avLst/>
          </a:prstGeom>
        </p:spPr>
        <p:txBody>
          <a:bodyPr vert="horz" wrap="square" lIns="0" tIns="12700" rIns="0" bIns="0" rtlCol="0">
            <a:spAutoFit/>
          </a:bodyPr>
          <a:lstStyle/>
          <a:p>
            <a:pPr marL="12700">
              <a:lnSpc>
                <a:spcPct val="100000"/>
              </a:lnSpc>
              <a:spcBef>
                <a:spcPts val="100"/>
              </a:spcBef>
            </a:pPr>
            <a:r>
              <a:rPr sz="1800" spc="240" dirty="0">
                <a:solidFill>
                  <a:srgbClr val="FF0000"/>
                </a:solidFill>
                <a:latin typeface="MS UI Gothic"/>
                <a:cs typeface="MS UI Gothic"/>
              </a:rPr>
              <a:t>LINEを</a:t>
            </a:r>
            <a:r>
              <a:rPr sz="1800" spc="315" dirty="0">
                <a:solidFill>
                  <a:srgbClr val="FF0000"/>
                </a:solidFill>
                <a:latin typeface="MS UI Gothic"/>
                <a:cs typeface="MS UI Gothic"/>
              </a:rPr>
              <a:t>用</a:t>
            </a:r>
            <a:r>
              <a:rPr sz="1800" spc="260" dirty="0">
                <a:solidFill>
                  <a:srgbClr val="FF0000"/>
                </a:solidFill>
                <a:latin typeface="MS UI Gothic"/>
                <a:cs typeface="MS UI Gothic"/>
              </a:rPr>
              <a:t>い</a:t>
            </a:r>
            <a:r>
              <a:rPr sz="1800" spc="250" dirty="0">
                <a:solidFill>
                  <a:srgbClr val="FF0000"/>
                </a:solidFill>
                <a:latin typeface="MS UI Gothic"/>
                <a:cs typeface="MS UI Gothic"/>
              </a:rPr>
              <a:t>て</a:t>
            </a:r>
            <a:r>
              <a:rPr sz="1800" spc="80" dirty="0">
                <a:solidFill>
                  <a:srgbClr val="FF0000"/>
                </a:solidFill>
                <a:latin typeface="MS UI Gothic"/>
                <a:cs typeface="MS UI Gothic"/>
              </a:rPr>
              <a:t>獲得</a:t>
            </a:r>
            <a:r>
              <a:rPr sz="1800" spc="60" dirty="0">
                <a:solidFill>
                  <a:srgbClr val="FF0000"/>
                </a:solidFill>
                <a:latin typeface="MS UI Gothic"/>
                <a:cs typeface="MS UI Gothic"/>
              </a:rPr>
              <a:t>し</a:t>
            </a:r>
            <a:r>
              <a:rPr sz="1800" spc="220" dirty="0">
                <a:solidFill>
                  <a:srgbClr val="FF0000"/>
                </a:solidFill>
                <a:latin typeface="MS UI Gothic"/>
                <a:cs typeface="MS UI Gothic"/>
              </a:rPr>
              <a:t>な</a:t>
            </a:r>
            <a:r>
              <a:rPr sz="1800" spc="210" dirty="0">
                <a:solidFill>
                  <a:srgbClr val="FF0000"/>
                </a:solidFill>
                <a:latin typeface="MS UI Gothic"/>
                <a:cs typeface="MS UI Gothic"/>
              </a:rPr>
              <a:t>け</a:t>
            </a:r>
            <a:r>
              <a:rPr sz="1800" spc="229" dirty="0">
                <a:solidFill>
                  <a:srgbClr val="FF0000"/>
                </a:solidFill>
                <a:latin typeface="MS UI Gothic"/>
                <a:cs typeface="MS UI Gothic"/>
              </a:rPr>
              <a:t>れば</a:t>
            </a:r>
            <a:r>
              <a:rPr sz="1800" spc="170" dirty="0">
                <a:solidFill>
                  <a:srgbClr val="FF0000"/>
                </a:solidFill>
                <a:latin typeface="MS UI Gothic"/>
                <a:cs typeface="MS UI Gothic"/>
              </a:rPr>
              <a:t>な</a:t>
            </a:r>
            <a:r>
              <a:rPr sz="1800" spc="135" dirty="0">
                <a:solidFill>
                  <a:srgbClr val="FF0000"/>
                </a:solidFill>
                <a:latin typeface="MS UI Gothic"/>
                <a:cs typeface="MS UI Gothic"/>
              </a:rPr>
              <a:t>ら</a:t>
            </a:r>
            <a:r>
              <a:rPr sz="1800" spc="170" dirty="0">
                <a:solidFill>
                  <a:srgbClr val="FF0000"/>
                </a:solidFill>
                <a:latin typeface="MS UI Gothic"/>
                <a:cs typeface="MS UI Gothic"/>
              </a:rPr>
              <a:t>な</a:t>
            </a:r>
            <a:r>
              <a:rPr sz="1800" spc="160" dirty="0">
                <a:solidFill>
                  <a:srgbClr val="FF0000"/>
                </a:solidFill>
                <a:latin typeface="MS UI Gothic"/>
                <a:cs typeface="MS UI Gothic"/>
              </a:rPr>
              <a:t>い</a:t>
            </a:r>
            <a:r>
              <a:rPr sz="1800" spc="200" dirty="0">
                <a:solidFill>
                  <a:srgbClr val="FF0000"/>
                </a:solidFill>
                <a:latin typeface="MS UI Gothic"/>
                <a:cs typeface="MS UI Gothic"/>
              </a:rPr>
              <a:t>人数</a:t>
            </a:r>
            <a:r>
              <a:rPr sz="1800" spc="150" dirty="0">
                <a:solidFill>
                  <a:srgbClr val="FF0000"/>
                </a:solidFill>
                <a:latin typeface="MS UI Gothic"/>
                <a:cs typeface="MS UI Gothic"/>
              </a:rPr>
              <a:t>を</a:t>
            </a:r>
            <a:r>
              <a:rPr sz="1800" spc="200" dirty="0">
                <a:solidFill>
                  <a:srgbClr val="FF0000"/>
                </a:solidFill>
                <a:latin typeface="MS UI Gothic"/>
                <a:cs typeface="MS UI Gothic"/>
              </a:rPr>
              <a:t>算出</a:t>
            </a:r>
            <a:endParaRPr sz="1800">
              <a:latin typeface="MS UI Gothic"/>
              <a:cs typeface="MS UI Gothic"/>
            </a:endParaRPr>
          </a:p>
        </p:txBody>
      </p:sp>
      <p:grpSp>
        <p:nvGrpSpPr>
          <p:cNvPr id="13" name="object 13"/>
          <p:cNvGrpSpPr/>
          <p:nvPr/>
        </p:nvGrpSpPr>
        <p:grpSpPr>
          <a:xfrm>
            <a:off x="68834" y="3586226"/>
            <a:ext cx="8954770" cy="2880360"/>
            <a:chOff x="68834" y="3586226"/>
            <a:chExt cx="8954770" cy="2880360"/>
          </a:xfrm>
        </p:grpSpPr>
        <p:sp>
          <p:nvSpPr>
            <p:cNvPr id="14" name="object 14"/>
            <p:cNvSpPr/>
            <p:nvPr/>
          </p:nvSpPr>
          <p:spPr>
            <a:xfrm>
              <a:off x="81534" y="3598926"/>
              <a:ext cx="8929370" cy="2854960"/>
            </a:xfrm>
            <a:custGeom>
              <a:avLst/>
              <a:gdLst/>
              <a:ahLst/>
              <a:cxnLst/>
              <a:rect l="l" t="t" r="r" b="b"/>
              <a:pathLst>
                <a:path w="8929370" h="2854960">
                  <a:moveTo>
                    <a:pt x="8929116" y="0"/>
                  </a:moveTo>
                  <a:lnTo>
                    <a:pt x="0" y="0"/>
                  </a:lnTo>
                  <a:lnTo>
                    <a:pt x="0" y="2854452"/>
                  </a:lnTo>
                  <a:lnTo>
                    <a:pt x="8929116" y="2854452"/>
                  </a:lnTo>
                  <a:lnTo>
                    <a:pt x="8929116" y="0"/>
                  </a:lnTo>
                  <a:close/>
                </a:path>
              </a:pathLst>
            </a:custGeom>
            <a:solidFill>
              <a:srgbClr val="FFFFCC"/>
            </a:solidFill>
          </p:spPr>
          <p:txBody>
            <a:bodyPr wrap="square" lIns="0" tIns="0" rIns="0" bIns="0" rtlCol="0"/>
            <a:lstStyle/>
            <a:p>
              <a:endParaRPr/>
            </a:p>
          </p:txBody>
        </p:sp>
        <p:sp>
          <p:nvSpPr>
            <p:cNvPr id="15" name="object 15"/>
            <p:cNvSpPr/>
            <p:nvPr/>
          </p:nvSpPr>
          <p:spPr>
            <a:xfrm>
              <a:off x="81534" y="3598926"/>
              <a:ext cx="8929370" cy="2854960"/>
            </a:xfrm>
            <a:custGeom>
              <a:avLst/>
              <a:gdLst/>
              <a:ahLst/>
              <a:cxnLst/>
              <a:rect l="l" t="t" r="r" b="b"/>
              <a:pathLst>
                <a:path w="8929370" h="2854960">
                  <a:moveTo>
                    <a:pt x="0" y="2854452"/>
                  </a:moveTo>
                  <a:lnTo>
                    <a:pt x="8929116" y="2854452"/>
                  </a:lnTo>
                  <a:lnTo>
                    <a:pt x="8929116" y="0"/>
                  </a:lnTo>
                  <a:lnTo>
                    <a:pt x="0" y="0"/>
                  </a:lnTo>
                  <a:lnTo>
                    <a:pt x="0" y="2854452"/>
                  </a:lnTo>
                  <a:close/>
                </a:path>
              </a:pathLst>
            </a:custGeom>
            <a:ln w="25400">
              <a:solidFill>
                <a:srgbClr val="000000"/>
              </a:solidFill>
            </a:ln>
          </p:spPr>
          <p:txBody>
            <a:bodyPr wrap="square" lIns="0" tIns="0" rIns="0" bIns="0" rtlCol="0"/>
            <a:lstStyle/>
            <a:p>
              <a:endParaRPr/>
            </a:p>
          </p:txBody>
        </p:sp>
      </p:grpSp>
      <p:sp>
        <p:nvSpPr>
          <p:cNvPr id="16" name="object 16"/>
          <p:cNvSpPr txBox="1"/>
          <p:nvPr/>
        </p:nvSpPr>
        <p:spPr>
          <a:xfrm>
            <a:off x="168655" y="3665042"/>
            <a:ext cx="8699500" cy="2738120"/>
          </a:xfrm>
          <a:prstGeom prst="rect">
            <a:avLst/>
          </a:prstGeom>
        </p:spPr>
        <p:txBody>
          <a:bodyPr vert="horz" wrap="square" lIns="0" tIns="13335" rIns="0" bIns="0" rtlCol="0">
            <a:spAutoFit/>
          </a:bodyPr>
          <a:lstStyle/>
          <a:p>
            <a:pPr marL="12700">
              <a:lnSpc>
                <a:spcPct val="100000"/>
              </a:lnSpc>
              <a:spcBef>
                <a:spcPts val="105"/>
              </a:spcBef>
            </a:pPr>
            <a:r>
              <a:rPr sz="1100" spc="40" dirty="0">
                <a:latin typeface="MS UI Gothic"/>
                <a:cs typeface="MS UI Gothic"/>
              </a:rPr>
              <a:t>ＬＩＮＥ</a:t>
            </a:r>
            <a:r>
              <a:rPr sz="1100" spc="5" dirty="0">
                <a:latin typeface="MS UI Gothic"/>
                <a:cs typeface="MS UI Gothic"/>
              </a:rPr>
              <a:t>導</a:t>
            </a:r>
            <a:r>
              <a:rPr sz="1100" dirty="0">
                <a:latin typeface="MS UI Gothic"/>
                <a:cs typeface="MS UI Gothic"/>
              </a:rPr>
              <a:t>入</a:t>
            </a:r>
            <a:r>
              <a:rPr sz="1100" spc="95" dirty="0">
                <a:latin typeface="MS UI Gothic"/>
                <a:cs typeface="MS UI Gothic"/>
              </a:rPr>
              <a:t>の</a:t>
            </a:r>
            <a:r>
              <a:rPr sz="1100" spc="110" dirty="0">
                <a:latin typeface="MS UI Gothic"/>
                <a:cs typeface="MS UI Gothic"/>
              </a:rPr>
              <a:t>目</a:t>
            </a:r>
            <a:r>
              <a:rPr sz="1100" spc="85" dirty="0">
                <a:latin typeface="MS UI Gothic"/>
                <a:cs typeface="MS UI Gothic"/>
              </a:rPr>
              <a:t>的</a:t>
            </a:r>
            <a:r>
              <a:rPr sz="1100" spc="60" dirty="0">
                <a:latin typeface="MS UI Gothic"/>
                <a:cs typeface="MS UI Gothic"/>
              </a:rPr>
              <a:t>は</a:t>
            </a:r>
            <a:r>
              <a:rPr sz="1100" dirty="0">
                <a:latin typeface="MS UI Gothic"/>
                <a:cs typeface="MS UI Gothic"/>
              </a:rPr>
              <a:t>「人</a:t>
            </a:r>
            <a:r>
              <a:rPr sz="1100" spc="335" dirty="0">
                <a:latin typeface="MS UI Gothic"/>
                <a:cs typeface="MS UI Gothic"/>
              </a:rPr>
              <a:t>と</a:t>
            </a:r>
            <a:r>
              <a:rPr sz="1100" spc="5" dirty="0">
                <a:latin typeface="MS UI Gothic"/>
                <a:cs typeface="MS UI Gothic"/>
              </a:rPr>
              <a:t>仕</a:t>
            </a:r>
            <a:r>
              <a:rPr sz="1100" dirty="0">
                <a:latin typeface="MS UI Gothic"/>
                <a:cs typeface="MS UI Gothic"/>
              </a:rPr>
              <a:t>事</a:t>
            </a:r>
            <a:r>
              <a:rPr sz="1100" spc="265" dirty="0">
                <a:latin typeface="MS UI Gothic"/>
                <a:cs typeface="MS UI Gothic"/>
              </a:rPr>
              <a:t>の</a:t>
            </a:r>
            <a:r>
              <a:rPr sz="1100" spc="245" dirty="0">
                <a:latin typeface="MS UI Gothic"/>
                <a:cs typeface="MS UI Gothic"/>
              </a:rPr>
              <a:t>マ</a:t>
            </a:r>
            <a:r>
              <a:rPr sz="1100" spc="180" dirty="0">
                <a:latin typeface="MS UI Gothic"/>
                <a:cs typeface="MS UI Gothic"/>
              </a:rPr>
              <a:t>ッ</a:t>
            </a:r>
            <a:r>
              <a:rPr sz="1100" spc="165" dirty="0">
                <a:latin typeface="MS UI Gothic"/>
                <a:cs typeface="MS UI Gothic"/>
              </a:rPr>
              <a:t>チ</a:t>
            </a:r>
            <a:r>
              <a:rPr sz="1100" spc="195" dirty="0">
                <a:latin typeface="MS UI Gothic"/>
                <a:cs typeface="MS UI Gothic"/>
              </a:rPr>
              <a:t>ン</a:t>
            </a:r>
            <a:r>
              <a:rPr sz="1100" spc="185" dirty="0">
                <a:latin typeface="MS UI Gothic"/>
                <a:cs typeface="MS UI Gothic"/>
              </a:rPr>
              <a:t>グ</a:t>
            </a:r>
            <a:r>
              <a:rPr sz="1100" spc="5" dirty="0">
                <a:latin typeface="MS UI Gothic"/>
                <a:cs typeface="MS UI Gothic"/>
              </a:rPr>
              <a:t>数</a:t>
            </a:r>
            <a:r>
              <a:rPr sz="1100" spc="-15" dirty="0">
                <a:latin typeface="MS UI Gothic"/>
                <a:cs typeface="MS UI Gothic"/>
              </a:rPr>
              <a:t>向</a:t>
            </a:r>
            <a:r>
              <a:rPr sz="1100" spc="5" dirty="0">
                <a:latin typeface="MS UI Gothic"/>
                <a:cs typeface="MS UI Gothic"/>
              </a:rPr>
              <a:t>上</a:t>
            </a:r>
            <a:r>
              <a:rPr sz="1100" spc="-5" dirty="0">
                <a:latin typeface="MS UI Gothic"/>
                <a:cs typeface="MS UI Gothic"/>
              </a:rPr>
              <a:t>」</a:t>
            </a:r>
            <a:r>
              <a:rPr sz="1100" spc="215" dirty="0">
                <a:latin typeface="MS UI Gothic"/>
                <a:cs typeface="MS UI Gothic"/>
              </a:rPr>
              <a:t>の</a:t>
            </a:r>
            <a:r>
              <a:rPr sz="1100" spc="190" dirty="0">
                <a:latin typeface="MS UI Gothic"/>
                <a:cs typeface="MS UI Gothic"/>
              </a:rPr>
              <a:t>た</a:t>
            </a:r>
            <a:r>
              <a:rPr sz="1100" spc="180" dirty="0">
                <a:latin typeface="MS UI Gothic"/>
                <a:cs typeface="MS UI Gothic"/>
              </a:rPr>
              <a:t>め</a:t>
            </a:r>
            <a:r>
              <a:rPr sz="1100" spc="185" dirty="0">
                <a:latin typeface="MS UI Gothic"/>
                <a:cs typeface="MS UI Gothic"/>
              </a:rPr>
              <a:t>に</a:t>
            </a:r>
            <a:r>
              <a:rPr sz="1100" spc="220" dirty="0">
                <a:latin typeface="MS UI Gothic"/>
                <a:cs typeface="MS UI Gothic"/>
              </a:rPr>
              <a:t>行</a:t>
            </a:r>
            <a:r>
              <a:rPr sz="1100" spc="114" dirty="0">
                <a:latin typeface="MS UI Gothic"/>
                <a:cs typeface="MS UI Gothic"/>
              </a:rPr>
              <a:t>う</a:t>
            </a:r>
            <a:r>
              <a:rPr sz="1100" spc="-70" dirty="0">
                <a:latin typeface="MS UI Gothic"/>
                <a:cs typeface="MS UI Gothic"/>
              </a:rPr>
              <a:t>。</a:t>
            </a:r>
            <a:endParaRPr sz="1100">
              <a:latin typeface="MS UI Gothic"/>
              <a:cs typeface="MS UI Gothic"/>
            </a:endParaRPr>
          </a:p>
          <a:p>
            <a:pPr marL="12700">
              <a:lnSpc>
                <a:spcPct val="100000"/>
              </a:lnSpc>
            </a:pPr>
            <a:r>
              <a:rPr sz="1100" spc="180" dirty="0">
                <a:latin typeface="MS UI Gothic"/>
                <a:cs typeface="MS UI Gothic"/>
              </a:rPr>
              <a:t>友</a:t>
            </a:r>
            <a:r>
              <a:rPr sz="1100" spc="140" dirty="0">
                <a:latin typeface="MS UI Gothic"/>
                <a:cs typeface="MS UI Gothic"/>
              </a:rPr>
              <a:t>だ</a:t>
            </a:r>
            <a:r>
              <a:rPr sz="1100" spc="130" dirty="0">
                <a:latin typeface="MS UI Gothic"/>
                <a:cs typeface="MS UI Gothic"/>
              </a:rPr>
              <a:t>ち</a:t>
            </a:r>
            <a:r>
              <a:rPr sz="1100" spc="65" dirty="0">
                <a:latin typeface="MS UI Gothic"/>
                <a:cs typeface="MS UI Gothic"/>
              </a:rPr>
              <a:t>登録者</a:t>
            </a:r>
            <a:r>
              <a:rPr sz="1100" spc="50" dirty="0">
                <a:latin typeface="MS UI Gothic"/>
                <a:cs typeface="MS UI Gothic"/>
              </a:rPr>
              <a:t>の</a:t>
            </a:r>
            <a:r>
              <a:rPr sz="1100" spc="65" dirty="0">
                <a:latin typeface="MS UI Gothic"/>
                <a:cs typeface="MS UI Gothic"/>
              </a:rPr>
              <a:t>囲</a:t>
            </a:r>
            <a:r>
              <a:rPr sz="1100" spc="50" dirty="0">
                <a:latin typeface="MS UI Gothic"/>
                <a:cs typeface="MS UI Gothic"/>
              </a:rPr>
              <a:t>い込</a:t>
            </a:r>
            <a:r>
              <a:rPr sz="1100" spc="190" dirty="0">
                <a:latin typeface="MS UI Gothic"/>
                <a:cs typeface="MS UI Gothic"/>
              </a:rPr>
              <a:t>み</a:t>
            </a:r>
            <a:r>
              <a:rPr sz="1100" spc="160" dirty="0">
                <a:latin typeface="MS UI Gothic"/>
                <a:cs typeface="MS UI Gothic"/>
              </a:rPr>
              <a:t>を</a:t>
            </a:r>
            <a:r>
              <a:rPr sz="1100" spc="30" dirty="0">
                <a:latin typeface="MS UI Gothic"/>
                <a:cs typeface="MS UI Gothic"/>
              </a:rPr>
              <a:t>し、</a:t>
            </a:r>
            <a:r>
              <a:rPr sz="1100" dirty="0">
                <a:latin typeface="MS UI Gothic"/>
                <a:cs typeface="MS UI Gothic"/>
              </a:rPr>
              <a:t>今</a:t>
            </a:r>
            <a:r>
              <a:rPr sz="1100" spc="-15" dirty="0">
                <a:latin typeface="MS UI Gothic"/>
                <a:cs typeface="MS UI Gothic"/>
              </a:rPr>
              <a:t>後</a:t>
            </a:r>
            <a:r>
              <a:rPr sz="1100" dirty="0">
                <a:latin typeface="MS UI Gothic"/>
                <a:cs typeface="MS UI Gothic"/>
              </a:rPr>
              <a:t>就業</a:t>
            </a:r>
            <a:r>
              <a:rPr sz="1100" spc="-15" dirty="0">
                <a:latin typeface="MS UI Gothic"/>
                <a:cs typeface="MS UI Gothic"/>
              </a:rPr>
              <a:t>出</a:t>
            </a:r>
            <a:r>
              <a:rPr sz="1100" spc="125" dirty="0">
                <a:latin typeface="MS UI Gothic"/>
                <a:cs typeface="MS UI Gothic"/>
              </a:rPr>
              <a:t>来</a:t>
            </a:r>
            <a:r>
              <a:rPr sz="1100" spc="90" dirty="0">
                <a:latin typeface="MS UI Gothic"/>
                <a:cs typeface="MS UI Gothic"/>
              </a:rPr>
              <a:t>る</a:t>
            </a:r>
            <a:r>
              <a:rPr sz="1100" spc="-15" dirty="0">
                <a:latin typeface="MS UI Gothic"/>
                <a:cs typeface="MS UI Gothic"/>
              </a:rPr>
              <a:t>人</a:t>
            </a:r>
            <a:r>
              <a:rPr sz="1100" spc="75" dirty="0">
                <a:latin typeface="MS UI Gothic"/>
                <a:cs typeface="MS UI Gothic"/>
              </a:rPr>
              <a:t>材</a:t>
            </a:r>
            <a:r>
              <a:rPr sz="1100" spc="60" dirty="0">
                <a:latin typeface="MS UI Gothic"/>
                <a:cs typeface="MS UI Gothic"/>
              </a:rPr>
              <a:t>の母</a:t>
            </a:r>
            <a:r>
              <a:rPr sz="1100" spc="145" dirty="0">
                <a:latin typeface="MS UI Gothic"/>
                <a:cs typeface="MS UI Gothic"/>
              </a:rPr>
              <a:t>数</a:t>
            </a:r>
            <a:r>
              <a:rPr sz="1100" spc="95" dirty="0">
                <a:latin typeface="MS UI Gothic"/>
                <a:cs typeface="MS UI Gothic"/>
              </a:rPr>
              <a:t>を</a:t>
            </a:r>
            <a:r>
              <a:rPr sz="1100" spc="110" dirty="0">
                <a:latin typeface="MS UI Gothic"/>
                <a:cs typeface="MS UI Gothic"/>
              </a:rPr>
              <a:t>増</a:t>
            </a:r>
            <a:r>
              <a:rPr sz="1100" spc="90" dirty="0">
                <a:latin typeface="MS UI Gothic"/>
                <a:cs typeface="MS UI Gothic"/>
              </a:rPr>
              <a:t>や</a:t>
            </a:r>
            <a:r>
              <a:rPr sz="1100" spc="70" dirty="0">
                <a:latin typeface="MS UI Gothic"/>
                <a:cs typeface="MS UI Gothic"/>
              </a:rPr>
              <a:t>し</a:t>
            </a:r>
            <a:r>
              <a:rPr sz="1100" spc="-15" dirty="0">
                <a:latin typeface="MS UI Gothic"/>
                <a:cs typeface="MS UI Gothic"/>
              </a:rPr>
              <a:t>採</a:t>
            </a:r>
            <a:r>
              <a:rPr sz="1100" dirty="0">
                <a:latin typeface="MS UI Gothic"/>
                <a:cs typeface="MS UI Gothic"/>
              </a:rPr>
              <a:t>用募</a:t>
            </a:r>
            <a:r>
              <a:rPr sz="1100" spc="-15" dirty="0">
                <a:latin typeface="MS UI Gothic"/>
                <a:cs typeface="MS UI Gothic"/>
              </a:rPr>
              <a:t>集</a:t>
            </a:r>
            <a:r>
              <a:rPr sz="1100" spc="75" dirty="0">
                <a:latin typeface="MS UI Gothic"/>
                <a:cs typeface="MS UI Gothic"/>
              </a:rPr>
              <a:t>費</a:t>
            </a:r>
            <a:r>
              <a:rPr sz="1100" spc="60" dirty="0">
                <a:latin typeface="MS UI Gothic"/>
                <a:cs typeface="MS UI Gothic"/>
              </a:rPr>
              <a:t>の低</a:t>
            </a:r>
            <a:r>
              <a:rPr sz="1100" spc="15" dirty="0">
                <a:latin typeface="MS UI Gothic"/>
                <a:cs typeface="MS UI Gothic"/>
              </a:rPr>
              <a:t>減</a:t>
            </a:r>
            <a:r>
              <a:rPr sz="1100" spc="10" dirty="0">
                <a:latin typeface="MS UI Gothic"/>
                <a:cs typeface="MS UI Gothic"/>
              </a:rPr>
              <a:t>、</a:t>
            </a:r>
            <a:r>
              <a:rPr sz="1100" spc="15" dirty="0">
                <a:latin typeface="MS UI Gothic"/>
                <a:cs typeface="MS UI Gothic"/>
              </a:rPr>
              <a:t>迅速</a:t>
            </a:r>
            <a:r>
              <a:rPr sz="1100" spc="-5" dirty="0">
                <a:latin typeface="MS UI Gothic"/>
                <a:cs typeface="MS UI Gothic"/>
              </a:rPr>
              <a:t>な</a:t>
            </a:r>
            <a:r>
              <a:rPr sz="1100" dirty="0">
                <a:latin typeface="MS UI Gothic"/>
                <a:cs typeface="MS UI Gothic"/>
              </a:rPr>
              <a:t>人材</a:t>
            </a:r>
            <a:r>
              <a:rPr sz="1100" spc="-15" dirty="0">
                <a:latin typeface="MS UI Gothic"/>
                <a:cs typeface="MS UI Gothic"/>
              </a:rPr>
              <a:t>充</a:t>
            </a:r>
            <a:r>
              <a:rPr sz="1100" spc="210" dirty="0">
                <a:latin typeface="MS UI Gothic"/>
                <a:cs typeface="MS UI Gothic"/>
              </a:rPr>
              <a:t>足</a:t>
            </a:r>
            <a:r>
              <a:rPr sz="1100" spc="125" dirty="0">
                <a:latin typeface="MS UI Gothic"/>
                <a:cs typeface="MS UI Gothic"/>
              </a:rPr>
              <a:t>と</a:t>
            </a:r>
            <a:r>
              <a:rPr sz="1100" spc="90" dirty="0">
                <a:latin typeface="MS UI Gothic"/>
                <a:cs typeface="MS UI Gothic"/>
              </a:rPr>
              <a:t>稼働</a:t>
            </a:r>
            <a:r>
              <a:rPr sz="1100" spc="55" dirty="0">
                <a:latin typeface="MS UI Gothic"/>
                <a:cs typeface="MS UI Gothic"/>
              </a:rPr>
              <a:t>を</a:t>
            </a:r>
            <a:r>
              <a:rPr sz="1100" spc="40" dirty="0">
                <a:latin typeface="MS UI Gothic"/>
                <a:cs typeface="MS UI Gothic"/>
              </a:rPr>
              <a:t>目指</a:t>
            </a:r>
            <a:r>
              <a:rPr sz="1100" spc="30" dirty="0">
                <a:latin typeface="MS UI Gothic"/>
                <a:cs typeface="MS UI Gothic"/>
              </a:rPr>
              <a:t>す</a:t>
            </a:r>
            <a:r>
              <a:rPr sz="1100" spc="-70" dirty="0">
                <a:latin typeface="MS UI Gothic"/>
                <a:cs typeface="MS UI Gothic"/>
              </a:rPr>
              <a:t>。</a:t>
            </a:r>
            <a:endParaRPr sz="1100">
              <a:latin typeface="MS UI Gothic"/>
              <a:cs typeface="MS UI Gothic"/>
            </a:endParaRPr>
          </a:p>
          <a:p>
            <a:pPr>
              <a:lnSpc>
                <a:spcPct val="100000"/>
              </a:lnSpc>
              <a:spcBef>
                <a:spcPts val="40"/>
              </a:spcBef>
            </a:pPr>
            <a:endParaRPr sz="1000">
              <a:latin typeface="MS UI Gothic"/>
              <a:cs typeface="MS UI Gothic"/>
            </a:endParaRPr>
          </a:p>
          <a:p>
            <a:pPr marL="12700">
              <a:lnSpc>
                <a:spcPct val="100000"/>
              </a:lnSpc>
            </a:pPr>
            <a:r>
              <a:rPr sz="1100" spc="90" dirty="0">
                <a:latin typeface="MS UI Gothic"/>
                <a:cs typeface="MS UI Gothic"/>
              </a:rPr>
              <a:t>上記表に</a:t>
            </a:r>
            <a:r>
              <a:rPr sz="1100" spc="70" dirty="0">
                <a:latin typeface="MS UI Gothic"/>
                <a:cs typeface="MS UI Gothic"/>
              </a:rPr>
              <a:t>つ</a:t>
            </a:r>
            <a:r>
              <a:rPr sz="1100" spc="204" dirty="0">
                <a:latin typeface="MS UI Gothic"/>
                <a:cs typeface="MS UI Gothic"/>
              </a:rPr>
              <a:t>いて</a:t>
            </a:r>
            <a:endParaRPr sz="1100">
              <a:latin typeface="MS UI Gothic"/>
              <a:cs typeface="MS UI Gothic"/>
            </a:endParaRPr>
          </a:p>
          <a:p>
            <a:pPr marL="12700">
              <a:lnSpc>
                <a:spcPct val="100000"/>
              </a:lnSpc>
            </a:pPr>
            <a:r>
              <a:rPr sz="1100" dirty="0">
                <a:latin typeface="MS UI Gothic"/>
                <a:cs typeface="MS UI Gothic"/>
              </a:rPr>
              <a:t>【</a:t>
            </a:r>
            <a:r>
              <a:rPr sz="1100" spc="140" dirty="0">
                <a:latin typeface="MS UI Gothic"/>
                <a:cs typeface="MS UI Gothic"/>
              </a:rPr>
              <a:t>A</a:t>
            </a:r>
            <a:r>
              <a:rPr sz="1100" dirty="0">
                <a:latin typeface="MS UI Gothic"/>
                <a:cs typeface="MS UI Gothic"/>
              </a:rPr>
              <a:t>】</a:t>
            </a:r>
            <a:r>
              <a:rPr sz="1100" spc="370" dirty="0">
                <a:latin typeface="MS UI Gothic"/>
                <a:cs typeface="MS UI Gothic"/>
              </a:rPr>
              <a:t> </a:t>
            </a:r>
            <a:r>
              <a:rPr sz="1100" b="1" dirty="0">
                <a:latin typeface="Microsoft YaHei UI"/>
                <a:cs typeface="Microsoft YaHei UI"/>
              </a:rPr>
              <a:t>④～⑤</a:t>
            </a:r>
            <a:r>
              <a:rPr sz="1100" b="1" spc="370" dirty="0">
                <a:latin typeface="Microsoft YaHei UI"/>
                <a:cs typeface="Microsoft YaHei UI"/>
              </a:rPr>
              <a:t> </a:t>
            </a:r>
            <a:r>
              <a:rPr sz="1100" b="1" spc="-5" dirty="0">
                <a:latin typeface="Microsoft YaHei UI"/>
                <a:cs typeface="Microsoft YaHei UI"/>
              </a:rPr>
              <a:t>必要工数</a:t>
            </a:r>
            <a:r>
              <a:rPr sz="1100" b="1" spc="-10" dirty="0">
                <a:latin typeface="Microsoft YaHei UI"/>
                <a:cs typeface="Microsoft YaHei UI"/>
              </a:rPr>
              <a:t>と</a:t>
            </a:r>
            <a:r>
              <a:rPr sz="1100" b="1" dirty="0">
                <a:latin typeface="Microsoft YaHei UI"/>
                <a:cs typeface="Microsoft YaHei UI"/>
              </a:rPr>
              <a:t>人数を算出算出</a:t>
            </a:r>
            <a:endParaRPr sz="1100">
              <a:latin typeface="Microsoft YaHei UI"/>
              <a:cs typeface="Microsoft YaHei UI"/>
            </a:endParaRPr>
          </a:p>
          <a:p>
            <a:pPr marL="105410">
              <a:lnSpc>
                <a:spcPct val="100000"/>
              </a:lnSpc>
            </a:pPr>
            <a:r>
              <a:rPr sz="1100" spc="40" dirty="0">
                <a:latin typeface="MS UI Gothic"/>
                <a:cs typeface="MS UI Gothic"/>
              </a:rPr>
              <a:t>①</a:t>
            </a:r>
            <a:r>
              <a:rPr sz="1100" spc="20" dirty="0">
                <a:latin typeface="MS UI Gothic"/>
                <a:cs typeface="MS UI Gothic"/>
              </a:rPr>
              <a:t>「</a:t>
            </a:r>
            <a:r>
              <a:rPr sz="1100" spc="40" dirty="0">
                <a:latin typeface="MS UI Gothic"/>
                <a:cs typeface="MS UI Gothic"/>
              </a:rPr>
              <a:t>外部清掃売上</a:t>
            </a:r>
            <a:r>
              <a:rPr sz="1100" spc="20" dirty="0">
                <a:latin typeface="MS UI Gothic"/>
                <a:cs typeface="MS UI Gothic"/>
              </a:rPr>
              <a:t>」と</a:t>
            </a:r>
            <a:r>
              <a:rPr sz="1100" dirty="0">
                <a:latin typeface="MS UI Gothic"/>
                <a:cs typeface="MS UI Gothic"/>
              </a:rPr>
              <a:t>②「売上原</a:t>
            </a:r>
            <a:r>
              <a:rPr sz="1100" spc="-10" dirty="0">
                <a:latin typeface="MS UI Gothic"/>
                <a:cs typeface="MS UI Gothic"/>
              </a:rPr>
              <a:t>価</a:t>
            </a:r>
            <a:r>
              <a:rPr sz="1100" spc="75" dirty="0">
                <a:latin typeface="MS UI Gothic"/>
                <a:cs typeface="MS UI Gothic"/>
              </a:rPr>
              <a:t>（</a:t>
            </a:r>
            <a:r>
              <a:rPr sz="1100" spc="130" dirty="0">
                <a:latin typeface="MS UI Gothic"/>
                <a:cs typeface="MS UI Gothic"/>
              </a:rPr>
              <a:t>パ</a:t>
            </a:r>
            <a:r>
              <a:rPr sz="1100" spc="110" dirty="0">
                <a:latin typeface="MS UI Gothic"/>
                <a:cs typeface="MS UI Gothic"/>
              </a:rPr>
              <a:t>ー</a:t>
            </a:r>
            <a:r>
              <a:rPr sz="1100" spc="10" dirty="0">
                <a:latin typeface="MS UI Gothic"/>
                <a:cs typeface="MS UI Gothic"/>
              </a:rPr>
              <a:t>ト</a:t>
            </a:r>
            <a:r>
              <a:rPr sz="1100" spc="15" dirty="0">
                <a:latin typeface="MS UI Gothic"/>
                <a:cs typeface="MS UI Gothic"/>
              </a:rPr>
              <a:t>人件</a:t>
            </a:r>
            <a:r>
              <a:rPr sz="1100" spc="5" dirty="0">
                <a:latin typeface="MS UI Gothic"/>
                <a:cs typeface="MS UI Gothic"/>
              </a:rPr>
              <a:t>費</a:t>
            </a:r>
            <a:r>
              <a:rPr sz="1100" spc="50" dirty="0">
                <a:latin typeface="MS UI Gothic"/>
                <a:cs typeface="MS UI Gothic"/>
              </a:rPr>
              <a:t>）」</a:t>
            </a:r>
            <a:r>
              <a:rPr sz="1100" spc="70" dirty="0">
                <a:latin typeface="MS UI Gothic"/>
                <a:cs typeface="MS UI Gothic"/>
              </a:rPr>
              <a:t>か</a:t>
            </a:r>
            <a:r>
              <a:rPr sz="1100" spc="260" dirty="0">
                <a:latin typeface="MS UI Gothic"/>
                <a:cs typeface="MS UI Gothic"/>
              </a:rPr>
              <a:t>ら</a:t>
            </a:r>
            <a:r>
              <a:rPr sz="1100" dirty="0">
                <a:latin typeface="MS UI Gothic"/>
                <a:cs typeface="MS UI Gothic"/>
              </a:rPr>
              <a:t>連</a:t>
            </a:r>
            <a:r>
              <a:rPr sz="1100" spc="-10" dirty="0">
                <a:latin typeface="MS UI Gothic"/>
                <a:cs typeface="MS UI Gothic"/>
              </a:rPr>
              <a:t>動</a:t>
            </a:r>
            <a:r>
              <a:rPr sz="1100" spc="165" dirty="0">
                <a:latin typeface="MS UI Gothic"/>
                <a:cs typeface="MS UI Gothic"/>
              </a:rPr>
              <a:t>し</a:t>
            </a:r>
            <a:r>
              <a:rPr sz="1100" spc="175" dirty="0">
                <a:latin typeface="MS UI Gothic"/>
                <a:cs typeface="MS UI Gothic"/>
              </a:rPr>
              <a:t>て</a:t>
            </a:r>
            <a:r>
              <a:rPr sz="1100" spc="220" dirty="0">
                <a:latin typeface="MS UI Gothic"/>
                <a:cs typeface="MS UI Gothic"/>
              </a:rPr>
              <a:t>い</a:t>
            </a:r>
            <a:r>
              <a:rPr sz="1100" spc="190" dirty="0">
                <a:latin typeface="MS UI Gothic"/>
                <a:cs typeface="MS UI Gothic"/>
              </a:rPr>
              <a:t>る</a:t>
            </a:r>
            <a:r>
              <a:rPr sz="1100" spc="75" dirty="0">
                <a:latin typeface="MS UI Gothic"/>
                <a:cs typeface="MS UI Gothic"/>
              </a:rPr>
              <a:t>④</a:t>
            </a:r>
            <a:r>
              <a:rPr sz="1100" spc="35" dirty="0">
                <a:latin typeface="MS UI Gothic"/>
                <a:cs typeface="MS UI Gothic"/>
              </a:rPr>
              <a:t>「</a:t>
            </a:r>
            <a:r>
              <a:rPr sz="1100" spc="50" dirty="0">
                <a:latin typeface="MS UI Gothic"/>
                <a:cs typeface="MS UI Gothic"/>
              </a:rPr>
              <a:t>パ</a:t>
            </a:r>
            <a:r>
              <a:rPr sz="1100" spc="155" dirty="0">
                <a:latin typeface="MS UI Gothic"/>
                <a:cs typeface="MS UI Gothic"/>
              </a:rPr>
              <a:t>ー</a:t>
            </a:r>
            <a:r>
              <a:rPr sz="1100" spc="50" dirty="0">
                <a:latin typeface="MS UI Gothic"/>
                <a:cs typeface="MS UI Gothic"/>
              </a:rPr>
              <a:t>ト</a:t>
            </a:r>
            <a:r>
              <a:rPr sz="1100" dirty="0">
                <a:latin typeface="MS UI Gothic"/>
                <a:cs typeface="MS UI Gothic"/>
              </a:rPr>
              <a:t>人件</a:t>
            </a:r>
            <a:r>
              <a:rPr sz="1100" spc="-10" dirty="0">
                <a:latin typeface="MS UI Gothic"/>
                <a:cs typeface="MS UI Gothic"/>
              </a:rPr>
              <a:t>費</a:t>
            </a:r>
            <a:r>
              <a:rPr sz="1100" spc="240" dirty="0">
                <a:latin typeface="MS UI Gothic"/>
                <a:cs typeface="MS UI Gothic"/>
              </a:rPr>
              <a:t>か</a:t>
            </a:r>
            <a:r>
              <a:rPr sz="1100" spc="195" dirty="0">
                <a:latin typeface="MS UI Gothic"/>
                <a:cs typeface="MS UI Gothic"/>
              </a:rPr>
              <a:t>ら</a:t>
            </a:r>
            <a:r>
              <a:rPr sz="1100" spc="50" dirty="0">
                <a:latin typeface="MS UI Gothic"/>
                <a:cs typeface="MS UI Gothic"/>
              </a:rPr>
              <a:t>必要</a:t>
            </a:r>
            <a:r>
              <a:rPr sz="1100" spc="25" dirty="0">
                <a:latin typeface="MS UI Gothic"/>
                <a:cs typeface="MS UI Gothic"/>
              </a:rPr>
              <a:t>な</a:t>
            </a:r>
            <a:r>
              <a:rPr sz="1100" spc="80" dirty="0">
                <a:latin typeface="MS UI Gothic"/>
                <a:cs typeface="MS UI Gothic"/>
              </a:rPr>
              <a:t>工数</a:t>
            </a:r>
            <a:r>
              <a:rPr sz="1100" spc="40" dirty="0">
                <a:latin typeface="MS UI Gothic"/>
                <a:cs typeface="MS UI Gothic"/>
              </a:rPr>
              <a:t>」</a:t>
            </a:r>
            <a:r>
              <a:rPr sz="1100" spc="45" dirty="0">
                <a:latin typeface="MS UI Gothic"/>
                <a:cs typeface="MS UI Gothic"/>
              </a:rPr>
              <a:t>を</a:t>
            </a:r>
            <a:r>
              <a:rPr sz="1100" dirty="0">
                <a:latin typeface="MS UI Gothic"/>
                <a:cs typeface="MS UI Gothic"/>
              </a:rPr>
              <a:t>“時</a:t>
            </a:r>
            <a:r>
              <a:rPr sz="1100" spc="-125" dirty="0">
                <a:latin typeface="MS UI Gothic"/>
                <a:cs typeface="MS UI Gothic"/>
              </a:rPr>
              <a:t>給</a:t>
            </a:r>
            <a:r>
              <a:rPr sz="1100" spc="190" dirty="0">
                <a:latin typeface="MS UI Gothic"/>
                <a:cs typeface="MS UI Gothic"/>
              </a:rPr>
              <a:t>1,100</a:t>
            </a:r>
            <a:r>
              <a:rPr sz="1100" spc="-15" dirty="0">
                <a:latin typeface="MS UI Gothic"/>
                <a:cs typeface="MS UI Gothic"/>
              </a:rPr>
              <a:t>円</a:t>
            </a:r>
            <a:r>
              <a:rPr sz="1100" spc="150" dirty="0">
                <a:latin typeface="MS UI Gothic"/>
                <a:cs typeface="MS UI Gothic"/>
              </a:rPr>
              <a:t>“</a:t>
            </a:r>
            <a:r>
              <a:rPr sz="1100" spc="180" dirty="0">
                <a:latin typeface="MS UI Gothic"/>
                <a:cs typeface="MS UI Gothic"/>
              </a:rPr>
              <a:t>と</a:t>
            </a:r>
            <a:r>
              <a:rPr sz="1100" spc="30" dirty="0">
                <a:latin typeface="MS UI Gothic"/>
                <a:cs typeface="MS UI Gothic"/>
              </a:rPr>
              <a:t>仮定</a:t>
            </a:r>
            <a:r>
              <a:rPr sz="1100" spc="20" dirty="0">
                <a:latin typeface="MS UI Gothic"/>
                <a:cs typeface="MS UI Gothic"/>
              </a:rPr>
              <a:t>し</a:t>
            </a:r>
            <a:r>
              <a:rPr sz="1100" spc="30" dirty="0">
                <a:latin typeface="MS UI Gothic"/>
                <a:cs typeface="MS UI Gothic"/>
              </a:rPr>
              <a:t>算</a:t>
            </a:r>
            <a:r>
              <a:rPr sz="1100" spc="15" dirty="0">
                <a:latin typeface="MS UI Gothic"/>
                <a:cs typeface="MS UI Gothic"/>
              </a:rPr>
              <a:t>出</a:t>
            </a:r>
            <a:r>
              <a:rPr sz="1100" spc="-40" dirty="0">
                <a:latin typeface="MS UI Gothic"/>
                <a:cs typeface="MS UI Gothic"/>
              </a:rPr>
              <a:t>後</a:t>
            </a:r>
            <a:r>
              <a:rPr sz="1100" spc="-30" dirty="0">
                <a:latin typeface="MS UI Gothic"/>
                <a:cs typeface="MS UI Gothic"/>
              </a:rPr>
              <a:t>、</a:t>
            </a:r>
            <a:endParaRPr sz="1100">
              <a:latin typeface="MS UI Gothic"/>
              <a:cs typeface="MS UI Gothic"/>
            </a:endParaRPr>
          </a:p>
          <a:p>
            <a:pPr marL="12700" marR="5080" indent="92710">
              <a:lnSpc>
                <a:spcPct val="100000"/>
              </a:lnSpc>
            </a:pPr>
            <a:r>
              <a:rPr sz="1100" dirty="0">
                <a:latin typeface="MS UI Gothic"/>
                <a:cs typeface="MS UI Gothic"/>
              </a:rPr>
              <a:t>⑤「今期稼働</a:t>
            </a:r>
            <a:r>
              <a:rPr sz="1100" spc="135" dirty="0">
                <a:latin typeface="MS UI Gothic"/>
                <a:cs typeface="MS UI Gothic"/>
              </a:rPr>
              <a:t>し</a:t>
            </a:r>
            <a:r>
              <a:rPr sz="1100" spc="145" dirty="0">
                <a:latin typeface="MS UI Gothic"/>
                <a:cs typeface="MS UI Gothic"/>
              </a:rPr>
              <a:t>て</a:t>
            </a:r>
            <a:r>
              <a:rPr sz="1100" spc="150" dirty="0">
                <a:latin typeface="MS UI Gothic"/>
                <a:cs typeface="MS UI Gothic"/>
              </a:rPr>
              <a:t>い</a:t>
            </a:r>
            <a:r>
              <a:rPr sz="1100" spc="160" dirty="0">
                <a:latin typeface="MS UI Gothic"/>
                <a:cs typeface="MS UI Gothic"/>
              </a:rPr>
              <a:t>な</a:t>
            </a:r>
            <a:r>
              <a:rPr sz="1100" spc="150" dirty="0">
                <a:latin typeface="MS UI Gothic"/>
                <a:cs typeface="MS UI Gothic"/>
              </a:rPr>
              <a:t>け</a:t>
            </a:r>
            <a:r>
              <a:rPr sz="1100" spc="165" dirty="0">
                <a:latin typeface="MS UI Gothic"/>
                <a:cs typeface="MS UI Gothic"/>
              </a:rPr>
              <a:t>れ</a:t>
            </a:r>
            <a:r>
              <a:rPr sz="1100" spc="155" dirty="0">
                <a:latin typeface="MS UI Gothic"/>
                <a:cs typeface="MS UI Gothic"/>
              </a:rPr>
              <a:t>ば</a:t>
            </a:r>
            <a:r>
              <a:rPr sz="1100" spc="215" dirty="0">
                <a:latin typeface="MS UI Gothic"/>
                <a:cs typeface="MS UI Gothic"/>
              </a:rPr>
              <a:t>な</a:t>
            </a:r>
            <a:r>
              <a:rPr sz="1100" spc="170" dirty="0">
                <a:latin typeface="MS UI Gothic"/>
                <a:cs typeface="MS UI Gothic"/>
              </a:rPr>
              <a:t>ら</a:t>
            </a:r>
            <a:r>
              <a:rPr sz="1100" spc="175" dirty="0">
                <a:latin typeface="MS UI Gothic"/>
                <a:cs typeface="MS UI Gothic"/>
              </a:rPr>
              <a:t>な</a:t>
            </a:r>
            <a:r>
              <a:rPr sz="1100" spc="155" dirty="0">
                <a:latin typeface="MS UI Gothic"/>
                <a:cs typeface="MS UI Gothic"/>
              </a:rPr>
              <a:t>い</a:t>
            </a:r>
            <a:r>
              <a:rPr sz="1100" dirty="0">
                <a:latin typeface="MS UI Gothic"/>
                <a:cs typeface="MS UI Gothic"/>
              </a:rPr>
              <a:t>人数</a:t>
            </a:r>
            <a:r>
              <a:rPr sz="1100" spc="100" dirty="0">
                <a:latin typeface="MS UI Gothic"/>
                <a:cs typeface="MS UI Gothic"/>
              </a:rPr>
              <a:t>」</a:t>
            </a:r>
            <a:r>
              <a:rPr sz="1100" spc="140" dirty="0">
                <a:latin typeface="MS UI Gothic"/>
                <a:cs typeface="MS UI Gothic"/>
              </a:rPr>
              <a:t>を</a:t>
            </a:r>
            <a:r>
              <a:rPr sz="1100" dirty="0">
                <a:latin typeface="MS UI Gothic"/>
                <a:cs typeface="MS UI Gothic"/>
              </a:rPr>
              <a:t>算出</a:t>
            </a:r>
            <a:r>
              <a:rPr sz="1100" spc="-10" dirty="0">
                <a:latin typeface="MS UI Gothic"/>
                <a:cs typeface="MS UI Gothic"/>
              </a:rPr>
              <a:t>＝</a:t>
            </a:r>
            <a:r>
              <a:rPr sz="1100" dirty="0">
                <a:latin typeface="MS UI Gothic"/>
                <a:cs typeface="MS UI Gothic"/>
              </a:rPr>
              <a:t>外販</a:t>
            </a:r>
            <a:r>
              <a:rPr sz="1100" spc="75" dirty="0">
                <a:latin typeface="MS UI Gothic"/>
                <a:cs typeface="MS UI Gothic"/>
              </a:rPr>
              <a:t>３</a:t>
            </a:r>
            <a:r>
              <a:rPr sz="1100" dirty="0">
                <a:latin typeface="MS UI Gothic"/>
                <a:cs typeface="MS UI Gothic"/>
              </a:rPr>
              <a:t>億円</a:t>
            </a:r>
            <a:r>
              <a:rPr sz="1100" spc="235" dirty="0">
                <a:latin typeface="MS UI Gothic"/>
                <a:cs typeface="MS UI Gothic"/>
              </a:rPr>
              <a:t>をや</a:t>
            </a:r>
            <a:r>
              <a:rPr sz="1100" spc="160" dirty="0">
                <a:latin typeface="MS UI Gothic"/>
                <a:cs typeface="MS UI Gothic"/>
              </a:rPr>
              <a:t>り</a:t>
            </a:r>
            <a:r>
              <a:rPr sz="1100" spc="235" dirty="0">
                <a:latin typeface="MS UI Gothic"/>
                <a:cs typeface="MS UI Gothic"/>
              </a:rPr>
              <a:t>き</a:t>
            </a:r>
            <a:r>
              <a:rPr sz="1100" spc="220" dirty="0">
                <a:latin typeface="MS UI Gothic"/>
                <a:cs typeface="MS UI Gothic"/>
              </a:rPr>
              <a:t>る</a:t>
            </a:r>
            <a:r>
              <a:rPr sz="1100" spc="195" dirty="0">
                <a:latin typeface="MS UI Gothic"/>
                <a:cs typeface="MS UI Gothic"/>
              </a:rPr>
              <a:t>た</a:t>
            </a:r>
            <a:r>
              <a:rPr sz="1100" spc="190" dirty="0">
                <a:latin typeface="MS UI Gothic"/>
                <a:cs typeface="MS UI Gothic"/>
              </a:rPr>
              <a:t>め</a:t>
            </a:r>
            <a:r>
              <a:rPr sz="1100" spc="165" dirty="0">
                <a:latin typeface="MS UI Gothic"/>
                <a:cs typeface="MS UI Gothic"/>
              </a:rPr>
              <a:t>に</a:t>
            </a:r>
            <a:r>
              <a:rPr sz="1100" spc="170" dirty="0">
                <a:latin typeface="MS UI Gothic"/>
                <a:cs typeface="MS UI Gothic"/>
              </a:rPr>
              <a:t>は</a:t>
            </a:r>
            <a:r>
              <a:rPr sz="1100" dirty="0">
                <a:latin typeface="MS UI Gothic"/>
                <a:cs typeface="MS UI Gothic"/>
              </a:rPr>
              <a:t>稼働</a:t>
            </a:r>
            <a:r>
              <a:rPr sz="1100" spc="160" dirty="0">
                <a:latin typeface="MS UI Gothic"/>
                <a:cs typeface="MS UI Gothic"/>
              </a:rPr>
              <a:t>し</a:t>
            </a:r>
            <a:r>
              <a:rPr sz="1100" spc="165" dirty="0">
                <a:latin typeface="MS UI Gothic"/>
                <a:cs typeface="MS UI Gothic"/>
              </a:rPr>
              <a:t>て</a:t>
            </a:r>
            <a:r>
              <a:rPr sz="1100" spc="135" dirty="0">
                <a:latin typeface="MS UI Gothic"/>
                <a:cs typeface="MS UI Gothic"/>
              </a:rPr>
              <a:t>い</a:t>
            </a:r>
            <a:r>
              <a:rPr sz="1100" spc="125" dirty="0">
                <a:latin typeface="MS UI Gothic"/>
                <a:cs typeface="MS UI Gothic"/>
              </a:rPr>
              <a:t>る</a:t>
            </a:r>
            <a:r>
              <a:rPr sz="1100" spc="155" dirty="0">
                <a:latin typeface="MS UI Gothic"/>
                <a:cs typeface="MS UI Gothic"/>
              </a:rPr>
              <a:t>人</a:t>
            </a:r>
            <a:r>
              <a:rPr sz="1100" spc="105" dirty="0">
                <a:latin typeface="MS UI Gothic"/>
                <a:cs typeface="MS UI Gothic"/>
              </a:rPr>
              <a:t>数</a:t>
            </a:r>
            <a:r>
              <a:rPr sz="1100" spc="85" dirty="0">
                <a:latin typeface="MS UI Gothic"/>
                <a:cs typeface="MS UI Gothic"/>
              </a:rPr>
              <a:t>が</a:t>
            </a:r>
            <a:r>
              <a:rPr sz="1100" spc="-10" dirty="0">
                <a:latin typeface="MS UI Gothic"/>
                <a:cs typeface="MS UI Gothic"/>
              </a:rPr>
              <a:t>年</a:t>
            </a:r>
            <a:r>
              <a:rPr sz="1100" dirty="0">
                <a:latin typeface="MS UI Gothic"/>
                <a:cs typeface="MS UI Gothic"/>
              </a:rPr>
              <a:t>度末</a:t>
            </a:r>
            <a:r>
              <a:rPr sz="1100" spc="70" dirty="0">
                <a:latin typeface="MS UI Gothic"/>
                <a:cs typeface="MS UI Gothic"/>
              </a:rPr>
              <a:t>で</a:t>
            </a:r>
            <a:r>
              <a:rPr sz="1100" spc="245" dirty="0">
                <a:latin typeface="MS UI Gothic"/>
                <a:cs typeface="MS UI Gothic"/>
              </a:rPr>
              <a:t>1638</a:t>
            </a:r>
            <a:r>
              <a:rPr sz="1100" dirty="0">
                <a:latin typeface="MS UI Gothic"/>
                <a:cs typeface="MS UI Gothic"/>
              </a:rPr>
              <a:t>名</a:t>
            </a:r>
            <a:r>
              <a:rPr sz="1100" spc="-15" dirty="0">
                <a:latin typeface="MS UI Gothic"/>
                <a:cs typeface="MS UI Gothic"/>
              </a:rPr>
              <a:t>稼</a:t>
            </a:r>
            <a:r>
              <a:rPr sz="1100" spc="140" dirty="0">
                <a:latin typeface="MS UI Gothic"/>
                <a:cs typeface="MS UI Gothic"/>
              </a:rPr>
              <a:t>働</a:t>
            </a:r>
            <a:r>
              <a:rPr sz="1100" spc="100" dirty="0">
                <a:latin typeface="MS UI Gothic"/>
                <a:cs typeface="MS UI Gothic"/>
              </a:rPr>
              <a:t>して</a:t>
            </a:r>
            <a:r>
              <a:rPr sz="1100" spc="190" dirty="0">
                <a:latin typeface="MS UI Gothic"/>
                <a:cs typeface="MS UI Gothic"/>
              </a:rPr>
              <a:t>い</a:t>
            </a:r>
            <a:r>
              <a:rPr sz="1100" spc="150" dirty="0">
                <a:latin typeface="MS UI Gothic"/>
                <a:cs typeface="MS UI Gothic"/>
              </a:rPr>
              <a:t>な</a:t>
            </a:r>
            <a:r>
              <a:rPr sz="1100" spc="125" dirty="0">
                <a:latin typeface="MS UI Gothic"/>
                <a:cs typeface="MS UI Gothic"/>
              </a:rPr>
              <a:t>け</a:t>
            </a:r>
            <a:r>
              <a:rPr sz="1100" spc="130" dirty="0">
                <a:latin typeface="MS UI Gothic"/>
                <a:cs typeface="MS UI Gothic"/>
              </a:rPr>
              <a:t>れ</a:t>
            </a:r>
            <a:r>
              <a:rPr sz="1100" spc="125" dirty="0">
                <a:latin typeface="MS UI Gothic"/>
                <a:cs typeface="MS UI Gothic"/>
              </a:rPr>
              <a:t>ば </a:t>
            </a:r>
            <a:r>
              <a:rPr sz="1100" spc="145" dirty="0">
                <a:latin typeface="MS UI Gothic"/>
                <a:cs typeface="MS UI Gothic"/>
              </a:rPr>
              <a:t>な</a:t>
            </a:r>
            <a:r>
              <a:rPr sz="1100" spc="120" dirty="0">
                <a:latin typeface="MS UI Gothic"/>
                <a:cs typeface="MS UI Gothic"/>
              </a:rPr>
              <a:t>ら</a:t>
            </a:r>
            <a:r>
              <a:rPr sz="1100" spc="145" dirty="0">
                <a:latin typeface="MS UI Gothic"/>
                <a:cs typeface="MS UI Gothic"/>
              </a:rPr>
              <a:t>な</a:t>
            </a:r>
            <a:r>
              <a:rPr sz="1100" spc="140" dirty="0">
                <a:latin typeface="MS UI Gothic"/>
                <a:cs typeface="MS UI Gothic"/>
              </a:rPr>
              <a:t>い</a:t>
            </a:r>
            <a:r>
              <a:rPr sz="1100" spc="114" dirty="0">
                <a:latin typeface="MS UI Gothic"/>
                <a:cs typeface="MS UI Gothic"/>
              </a:rPr>
              <a:t>。</a:t>
            </a:r>
            <a:endParaRPr sz="1100">
              <a:latin typeface="MS UI Gothic"/>
              <a:cs typeface="MS UI Gothic"/>
            </a:endParaRPr>
          </a:p>
          <a:p>
            <a:pPr>
              <a:lnSpc>
                <a:spcPct val="100000"/>
              </a:lnSpc>
              <a:spcBef>
                <a:spcPts val="40"/>
              </a:spcBef>
            </a:pPr>
            <a:endParaRPr sz="1000">
              <a:latin typeface="MS UI Gothic"/>
              <a:cs typeface="MS UI Gothic"/>
            </a:endParaRPr>
          </a:p>
          <a:p>
            <a:pPr marL="12700">
              <a:lnSpc>
                <a:spcPct val="100000"/>
              </a:lnSpc>
            </a:pPr>
            <a:r>
              <a:rPr sz="1100" dirty="0">
                <a:latin typeface="MS UI Gothic"/>
                <a:cs typeface="MS UI Gothic"/>
              </a:rPr>
              <a:t>【</a:t>
            </a:r>
            <a:r>
              <a:rPr sz="1100" spc="-5" dirty="0">
                <a:latin typeface="MS UI Gothic"/>
                <a:cs typeface="MS UI Gothic"/>
              </a:rPr>
              <a:t>Ｂ</a:t>
            </a:r>
            <a:r>
              <a:rPr sz="1100" dirty="0">
                <a:latin typeface="MS UI Gothic"/>
                <a:cs typeface="MS UI Gothic"/>
              </a:rPr>
              <a:t>】</a:t>
            </a:r>
            <a:r>
              <a:rPr sz="1100" spc="395" dirty="0">
                <a:latin typeface="MS UI Gothic"/>
                <a:cs typeface="MS UI Gothic"/>
              </a:rPr>
              <a:t> </a:t>
            </a:r>
            <a:r>
              <a:rPr sz="1100" b="1" dirty="0">
                <a:latin typeface="Microsoft YaHei UI"/>
                <a:cs typeface="Microsoft YaHei UI"/>
              </a:rPr>
              <a:t>⑧～⑩</a:t>
            </a:r>
            <a:r>
              <a:rPr sz="1100" b="1" spc="390" dirty="0">
                <a:latin typeface="Microsoft YaHei UI"/>
                <a:cs typeface="Microsoft YaHei UI"/>
              </a:rPr>
              <a:t> </a:t>
            </a:r>
            <a:r>
              <a:rPr sz="1100" b="1" spc="75" dirty="0">
                <a:latin typeface="Microsoft YaHei UI"/>
                <a:cs typeface="Microsoft YaHei UI"/>
              </a:rPr>
              <a:t>LINE</a:t>
            </a:r>
            <a:r>
              <a:rPr sz="1100" b="1" spc="-10" dirty="0">
                <a:latin typeface="Microsoft YaHei UI"/>
                <a:cs typeface="Microsoft YaHei UI"/>
              </a:rPr>
              <a:t>での友だち登録者か</a:t>
            </a:r>
            <a:r>
              <a:rPr sz="1100" b="1" spc="-20" dirty="0">
                <a:latin typeface="Microsoft YaHei UI"/>
                <a:cs typeface="Microsoft YaHei UI"/>
              </a:rPr>
              <a:t>ら</a:t>
            </a:r>
            <a:r>
              <a:rPr sz="1100" b="1" spc="-15" dirty="0">
                <a:latin typeface="Microsoft YaHei UI"/>
                <a:cs typeface="Microsoft YaHei UI"/>
              </a:rPr>
              <a:t>稼働</a:t>
            </a:r>
            <a:r>
              <a:rPr sz="1100" b="1" spc="-20" dirty="0">
                <a:latin typeface="Microsoft YaHei UI"/>
                <a:cs typeface="Microsoft YaHei UI"/>
              </a:rPr>
              <a:t>ま</a:t>
            </a:r>
            <a:r>
              <a:rPr sz="1100" b="1" dirty="0">
                <a:latin typeface="Microsoft YaHei UI"/>
                <a:cs typeface="Microsoft YaHei UI"/>
              </a:rPr>
              <a:t>での人数</a:t>
            </a:r>
            <a:r>
              <a:rPr sz="1100" b="1" spc="-15" dirty="0">
                <a:latin typeface="Microsoft YaHei UI"/>
                <a:cs typeface="Microsoft YaHei UI"/>
              </a:rPr>
              <a:t>を</a:t>
            </a:r>
            <a:r>
              <a:rPr sz="1100" b="1" dirty="0">
                <a:latin typeface="Microsoft YaHei UI"/>
                <a:cs typeface="Microsoft YaHei UI"/>
              </a:rPr>
              <a:t>算出</a:t>
            </a:r>
            <a:endParaRPr sz="1100">
              <a:latin typeface="Microsoft YaHei UI"/>
              <a:cs typeface="Microsoft YaHei UI"/>
            </a:endParaRPr>
          </a:p>
          <a:p>
            <a:pPr marL="200025">
              <a:lnSpc>
                <a:spcPct val="100000"/>
              </a:lnSpc>
            </a:pPr>
            <a:r>
              <a:rPr sz="1100" dirty="0">
                <a:latin typeface="MS UI Gothic"/>
                <a:cs typeface="MS UI Gothic"/>
              </a:rPr>
              <a:t>上記</a:t>
            </a:r>
            <a:r>
              <a:rPr sz="1100" spc="60" dirty="0">
                <a:latin typeface="MS UI Gothic"/>
                <a:cs typeface="MS UI Gothic"/>
              </a:rPr>
              <a:t>必要稼働人数か</a:t>
            </a:r>
            <a:r>
              <a:rPr sz="1100" spc="30" dirty="0">
                <a:latin typeface="MS UI Gothic"/>
                <a:cs typeface="MS UI Gothic"/>
              </a:rPr>
              <a:t>ら</a:t>
            </a:r>
            <a:r>
              <a:rPr sz="1100" spc="145" dirty="0">
                <a:latin typeface="MS UI Gothic"/>
                <a:cs typeface="MS UI Gothic"/>
              </a:rPr>
              <a:t>LINE</a:t>
            </a:r>
            <a:r>
              <a:rPr sz="1100" spc="95" dirty="0">
                <a:latin typeface="MS UI Gothic"/>
                <a:cs typeface="MS UI Gothic"/>
              </a:rPr>
              <a:t>での必</a:t>
            </a:r>
            <a:r>
              <a:rPr sz="1100" spc="90" dirty="0">
                <a:latin typeface="MS UI Gothic"/>
                <a:cs typeface="MS UI Gothic"/>
              </a:rPr>
              <a:t>要</a:t>
            </a:r>
            <a:r>
              <a:rPr sz="1100" spc="160" dirty="0">
                <a:latin typeface="MS UI Gothic"/>
                <a:cs typeface="MS UI Gothic"/>
              </a:rPr>
              <a:t>友だ</a:t>
            </a:r>
            <a:r>
              <a:rPr sz="1100" spc="114" dirty="0">
                <a:latin typeface="MS UI Gothic"/>
                <a:cs typeface="MS UI Gothic"/>
              </a:rPr>
              <a:t>ち</a:t>
            </a:r>
            <a:r>
              <a:rPr sz="1100" dirty="0">
                <a:latin typeface="MS UI Gothic"/>
                <a:cs typeface="MS UI Gothic"/>
              </a:rPr>
              <a:t>登</a:t>
            </a:r>
            <a:r>
              <a:rPr sz="1100" spc="-15" dirty="0">
                <a:latin typeface="MS UI Gothic"/>
                <a:cs typeface="MS UI Gothic"/>
              </a:rPr>
              <a:t>録</a:t>
            </a:r>
            <a:r>
              <a:rPr sz="1100" spc="80" dirty="0">
                <a:latin typeface="MS UI Gothic"/>
                <a:cs typeface="MS UI Gothic"/>
              </a:rPr>
              <a:t>者を</a:t>
            </a:r>
            <a:r>
              <a:rPr sz="1100" spc="75" dirty="0">
                <a:latin typeface="MS UI Gothic"/>
                <a:cs typeface="MS UI Gothic"/>
              </a:rPr>
              <a:t>算</a:t>
            </a:r>
            <a:r>
              <a:rPr sz="1100" dirty="0">
                <a:latin typeface="MS UI Gothic"/>
                <a:cs typeface="MS UI Gothic"/>
              </a:rPr>
              <a:t>出</a:t>
            </a:r>
            <a:endParaRPr sz="1100">
              <a:latin typeface="MS UI Gothic"/>
              <a:cs typeface="MS UI Gothic"/>
            </a:endParaRPr>
          </a:p>
          <a:p>
            <a:pPr marL="198755">
              <a:lnSpc>
                <a:spcPct val="100000"/>
              </a:lnSpc>
            </a:pPr>
            <a:r>
              <a:rPr sz="1100" spc="145" dirty="0">
                <a:latin typeface="MS UI Gothic"/>
                <a:cs typeface="MS UI Gothic"/>
              </a:rPr>
              <a:t>LINE</a:t>
            </a:r>
            <a:r>
              <a:rPr sz="1100" spc="160" dirty="0">
                <a:latin typeface="MS UI Gothic"/>
                <a:cs typeface="MS UI Gothic"/>
              </a:rPr>
              <a:t>のシ</a:t>
            </a:r>
            <a:r>
              <a:rPr sz="1100" spc="155" dirty="0">
                <a:latin typeface="MS UI Gothic"/>
                <a:cs typeface="MS UI Gothic"/>
              </a:rPr>
              <a:t>ス</a:t>
            </a:r>
            <a:r>
              <a:rPr sz="1100" spc="185" dirty="0">
                <a:latin typeface="MS UI Gothic"/>
                <a:cs typeface="MS UI Gothic"/>
              </a:rPr>
              <a:t>テ</a:t>
            </a:r>
            <a:r>
              <a:rPr sz="1100" spc="95" dirty="0">
                <a:latin typeface="MS UI Gothic"/>
                <a:cs typeface="MS UI Gothic"/>
              </a:rPr>
              <a:t>ム</a:t>
            </a:r>
            <a:r>
              <a:rPr sz="1100" spc="90" dirty="0">
                <a:latin typeface="MS UI Gothic"/>
                <a:cs typeface="MS UI Gothic"/>
              </a:rPr>
              <a:t>を</a:t>
            </a:r>
            <a:r>
              <a:rPr sz="1100" spc="120" dirty="0">
                <a:latin typeface="MS UI Gothic"/>
                <a:cs typeface="MS UI Gothic"/>
              </a:rPr>
              <a:t>用</a:t>
            </a:r>
            <a:r>
              <a:rPr sz="1100" spc="95" dirty="0">
                <a:latin typeface="MS UI Gothic"/>
                <a:cs typeface="MS UI Gothic"/>
              </a:rPr>
              <a:t>い</a:t>
            </a:r>
            <a:r>
              <a:rPr sz="1100" spc="75" dirty="0">
                <a:latin typeface="MS UI Gothic"/>
                <a:cs typeface="MS UI Gothic"/>
              </a:rPr>
              <a:t>、</a:t>
            </a:r>
            <a:r>
              <a:rPr sz="1100" spc="145" dirty="0">
                <a:latin typeface="MS UI Gothic"/>
                <a:cs typeface="MS UI Gothic"/>
              </a:rPr>
              <a:t>LINE</a:t>
            </a:r>
            <a:r>
              <a:rPr sz="1100" spc="180" dirty="0">
                <a:latin typeface="MS UI Gothic"/>
                <a:cs typeface="MS UI Gothic"/>
              </a:rPr>
              <a:t>友</a:t>
            </a:r>
            <a:r>
              <a:rPr sz="1100" spc="140" dirty="0">
                <a:latin typeface="MS UI Gothic"/>
                <a:cs typeface="MS UI Gothic"/>
              </a:rPr>
              <a:t>だ</a:t>
            </a:r>
            <a:r>
              <a:rPr sz="1100" spc="130" dirty="0">
                <a:latin typeface="MS UI Gothic"/>
                <a:cs typeface="MS UI Gothic"/>
              </a:rPr>
              <a:t>ち</a:t>
            </a:r>
            <a:r>
              <a:rPr sz="1100" spc="-15" dirty="0">
                <a:latin typeface="MS UI Gothic"/>
                <a:cs typeface="MS UI Gothic"/>
              </a:rPr>
              <a:t>登</a:t>
            </a:r>
            <a:r>
              <a:rPr sz="1100" spc="180" dirty="0">
                <a:latin typeface="MS UI Gothic"/>
                <a:cs typeface="MS UI Gothic"/>
              </a:rPr>
              <a:t>録</a:t>
            </a:r>
            <a:r>
              <a:rPr sz="1100" spc="145" dirty="0">
                <a:latin typeface="MS UI Gothic"/>
                <a:cs typeface="MS UI Gothic"/>
              </a:rPr>
              <a:t>か</a:t>
            </a:r>
            <a:r>
              <a:rPr sz="1100" spc="114" dirty="0">
                <a:latin typeface="MS UI Gothic"/>
                <a:cs typeface="MS UI Gothic"/>
              </a:rPr>
              <a:t>ら</a:t>
            </a:r>
            <a:r>
              <a:rPr sz="1100" spc="60" dirty="0">
                <a:latin typeface="MS UI Gothic"/>
                <a:cs typeface="MS UI Gothic"/>
              </a:rPr>
              <a:t>「</a:t>
            </a:r>
            <a:r>
              <a:rPr sz="1100" spc="75" dirty="0">
                <a:latin typeface="MS UI Gothic"/>
                <a:cs typeface="MS UI Gothic"/>
              </a:rPr>
              <a:t>ア</a:t>
            </a:r>
            <a:r>
              <a:rPr sz="1100" spc="170" dirty="0">
                <a:latin typeface="MS UI Gothic"/>
                <a:cs typeface="MS UI Gothic"/>
              </a:rPr>
              <a:t>ン</a:t>
            </a:r>
            <a:r>
              <a:rPr sz="1100" spc="160" dirty="0">
                <a:latin typeface="MS UI Gothic"/>
                <a:cs typeface="MS UI Gothic"/>
              </a:rPr>
              <a:t>ケ</a:t>
            </a:r>
            <a:r>
              <a:rPr sz="1100" spc="155" dirty="0">
                <a:latin typeface="MS UI Gothic"/>
                <a:cs typeface="MS UI Gothic"/>
              </a:rPr>
              <a:t>ー</a:t>
            </a:r>
            <a:r>
              <a:rPr sz="1100" spc="15" dirty="0">
                <a:latin typeface="MS UI Gothic"/>
                <a:cs typeface="MS UI Gothic"/>
              </a:rPr>
              <a:t>ト</a:t>
            </a:r>
            <a:r>
              <a:rPr sz="1100" spc="25" dirty="0">
                <a:latin typeface="MS UI Gothic"/>
                <a:cs typeface="MS UI Gothic"/>
              </a:rPr>
              <a:t>収</a:t>
            </a:r>
            <a:r>
              <a:rPr sz="1100" spc="10" dirty="0">
                <a:latin typeface="MS UI Gothic"/>
                <a:cs typeface="MS UI Gothic"/>
              </a:rPr>
              <a:t>集</a:t>
            </a:r>
            <a:r>
              <a:rPr sz="1100" dirty="0">
                <a:latin typeface="MS UI Gothic"/>
                <a:cs typeface="MS UI Gothic"/>
              </a:rPr>
              <a:t>」「仕</a:t>
            </a:r>
            <a:r>
              <a:rPr sz="1100" spc="-15" dirty="0">
                <a:latin typeface="MS UI Gothic"/>
                <a:cs typeface="MS UI Gothic"/>
              </a:rPr>
              <a:t>事</a:t>
            </a:r>
            <a:r>
              <a:rPr sz="1100" dirty="0">
                <a:latin typeface="MS UI Gothic"/>
                <a:cs typeface="MS UI Gothic"/>
              </a:rPr>
              <a:t>情報</a:t>
            </a:r>
            <a:r>
              <a:rPr sz="1100" spc="-15" dirty="0">
                <a:latin typeface="MS UI Gothic"/>
                <a:cs typeface="MS UI Gothic"/>
              </a:rPr>
              <a:t>配</a:t>
            </a:r>
            <a:r>
              <a:rPr sz="1100" dirty="0">
                <a:latin typeface="MS UI Gothic"/>
                <a:cs typeface="MS UI Gothic"/>
              </a:rPr>
              <a:t>信」→</a:t>
            </a:r>
            <a:r>
              <a:rPr sz="1100" spc="-15" dirty="0">
                <a:latin typeface="MS UI Gothic"/>
                <a:cs typeface="MS UI Gothic"/>
              </a:rPr>
              <a:t>属</a:t>
            </a:r>
            <a:r>
              <a:rPr sz="1100" spc="70" dirty="0">
                <a:latin typeface="MS UI Gothic"/>
                <a:cs typeface="MS UI Gothic"/>
              </a:rPr>
              <a:t>性</a:t>
            </a:r>
            <a:r>
              <a:rPr sz="1100" spc="45" dirty="0">
                <a:latin typeface="MS UI Gothic"/>
                <a:cs typeface="MS UI Gothic"/>
              </a:rPr>
              <a:t>セ</a:t>
            </a:r>
            <a:r>
              <a:rPr sz="1100" spc="245" dirty="0">
                <a:latin typeface="MS UI Gothic"/>
                <a:cs typeface="MS UI Gothic"/>
              </a:rPr>
              <a:t>グ</a:t>
            </a:r>
            <a:r>
              <a:rPr sz="1100" spc="210" dirty="0">
                <a:latin typeface="MS UI Gothic"/>
                <a:cs typeface="MS UI Gothic"/>
              </a:rPr>
              <a:t>メ</a:t>
            </a:r>
            <a:r>
              <a:rPr sz="1100" spc="180" dirty="0">
                <a:latin typeface="MS UI Gothic"/>
                <a:cs typeface="MS UI Gothic"/>
              </a:rPr>
              <a:t>ン</a:t>
            </a:r>
            <a:r>
              <a:rPr sz="1100" spc="45" dirty="0">
                <a:latin typeface="MS UI Gothic"/>
                <a:cs typeface="MS UI Gothic"/>
              </a:rPr>
              <a:t>ト</a:t>
            </a:r>
            <a:r>
              <a:rPr sz="1100" spc="200" dirty="0">
                <a:latin typeface="MS UI Gothic"/>
                <a:cs typeface="MS UI Gothic"/>
              </a:rPr>
              <a:t>を</a:t>
            </a:r>
            <a:r>
              <a:rPr sz="1100" spc="185" dirty="0">
                <a:latin typeface="MS UI Gothic"/>
                <a:cs typeface="MS UI Gothic"/>
              </a:rPr>
              <a:t>し</a:t>
            </a:r>
            <a:r>
              <a:rPr sz="1100" spc="165" dirty="0">
                <a:latin typeface="MS UI Gothic"/>
                <a:cs typeface="MS UI Gothic"/>
              </a:rPr>
              <a:t>な</a:t>
            </a:r>
            <a:r>
              <a:rPr sz="1100" spc="145" dirty="0">
                <a:latin typeface="MS UI Gothic"/>
                <a:cs typeface="MS UI Gothic"/>
              </a:rPr>
              <a:t>が</a:t>
            </a:r>
            <a:r>
              <a:rPr sz="1100" spc="254" dirty="0">
                <a:latin typeface="MS UI Gothic"/>
                <a:cs typeface="MS UI Gothic"/>
              </a:rPr>
              <a:t>ら</a:t>
            </a:r>
            <a:r>
              <a:rPr sz="1100" spc="-15" dirty="0">
                <a:latin typeface="MS UI Gothic"/>
                <a:cs typeface="MS UI Gothic"/>
              </a:rPr>
              <a:t>運</a:t>
            </a:r>
            <a:r>
              <a:rPr sz="1100" spc="140" dirty="0">
                <a:latin typeface="MS UI Gothic"/>
                <a:cs typeface="MS UI Gothic"/>
              </a:rPr>
              <a:t>用</a:t>
            </a:r>
            <a:r>
              <a:rPr sz="1100" spc="100" dirty="0">
                <a:latin typeface="MS UI Gothic"/>
                <a:cs typeface="MS UI Gothic"/>
              </a:rPr>
              <a:t>し</a:t>
            </a:r>
            <a:r>
              <a:rPr sz="1100" spc="105" dirty="0">
                <a:latin typeface="MS UI Gothic"/>
                <a:cs typeface="MS UI Gothic"/>
              </a:rPr>
              <a:t>て</a:t>
            </a:r>
            <a:r>
              <a:rPr sz="1100" spc="345" dirty="0">
                <a:latin typeface="MS UI Gothic"/>
                <a:cs typeface="MS UI Gothic"/>
              </a:rPr>
              <a:t>い</a:t>
            </a:r>
            <a:r>
              <a:rPr sz="1100" spc="210" dirty="0">
                <a:latin typeface="MS UI Gothic"/>
                <a:cs typeface="MS UI Gothic"/>
              </a:rPr>
              <a:t>く</a:t>
            </a:r>
            <a:endParaRPr sz="1100">
              <a:latin typeface="MS UI Gothic"/>
              <a:cs typeface="MS UI Gothic"/>
            </a:endParaRPr>
          </a:p>
          <a:p>
            <a:pPr>
              <a:lnSpc>
                <a:spcPct val="100000"/>
              </a:lnSpc>
              <a:spcBef>
                <a:spcPts val="60"/>
              </a:spcBef>
            </a:pPr>
            <a:endParaRPr sz="1050">
              <a:latin typeface="MS UI Gothic"/>
              <a:cs typeface="MS UI Gothic"/>
            </a:endParaRPr>
          </a:p>
          <a:p>
            <a:pPr marL="165100">
              <a:lnSpc>
                <a:spcPct val="100000"/>
              </a:lnSpc>
            </a:pPr>
            <a:r>
              <a:rPr sz="800" spc="5" dirty="0">
                <a:latin typeface="MS UI Gothic"/>
                <a:cs typeface="MS UI Gothic"/>
              </a:rPr>
              <a:t>（</a:t>
            </a:r>
            <a:r>
              <a:rPr sz="800" dirty="0">
                <a:latin typeface="MS UI Gothic"/>
                <a:cs typeface="MS UI Gothic"/>
              </a:rPr>
              <a:t>参考）</a:t>
            </a:r>
            <a:endParaRPr sz="800">
              <a:latin typeface="MS UI Gothic"/>
              <a:cs typeface="MS UI Gothic"/>
            </a:endParaRPr>
          </a:p>
          <a:p>
            <a:pPr marL="165100">
              <a:lnSpc>
                <a:spcPct val="100000"/>
              </a:lnSpc>
              <a:spcBef>
                <a:spcPts val="70"/>
              </a:spcBef>
            </a:pPr>
            <a:r>
              <a:rPr sz="850" spc="40" dirty="0">
                <a:latin typeface="MS UI Gothic"/>
                <a:cs typeface="MS UI Gothic"/>
              </a:rPr>
              <a:t>一般的</a:t>
            </a:r>
            <a:r>
              <a:rPr sz="850" spc="25" dirty="0">
                <a:latin typeface="MS UI Gothic"/>
                <a:cs typeface="MS UI Gothic"/>
              </a:rPr>
              <a:t>に</a:t>
            </a:r>
            <a:r>
              <a:rPr sz="850" spc="50" dirty="0">
                <a:latin typeface="MS UI Gothic"/>
                <a:cs typeface="MS UI Gothic"/>
              </a:rPr>
              <a:t>L</a:t>
            </a:r>
            <a:r>
              <a:rPr sz="850" spc="135" dirty="0">
                <a:latin typeface="MS UI Gothic"/>
                <a:cs typeface="MS UI Gothic"/>
              </a:rPr>
              <a:t>INE</a:t>
            </a:r>
            <a:r>
              <a:rPr sz="850" spc="80" dirty="0">
                <a:latin typeface="MS UI Gothic"/>
                <a:cs typeface="MS UI Gothic"/>
              </a:rPr>
              <a:t>の友だち登録者</a:t>
            </a:r>
            <a:r>
              <a:rPr sz="850" spc="65" dirty="0">
                <a:latin typeface="MS UI Gothic"/>
                <a:cs typeface="MS UI Gothic"/>
              </a:rPr>
              <a:t>か</a:t>
            </a:r>
            <a:r>
              <a:rPr sz="850" spc="190" dirty="0">
                <a:latin typeface="MS UI Gothic"/>
                <a:cs typeface="MS UI Gothic"/>
              </a:rPr>
              <a:t>ら</a:t>
            </a:r>
            <a:r>
              <a:rPr sz="850" spc="60" dirty="0">
                <a:latin typeface="MS UI Gothic"/>
                <a:cs typeface="MS UI Gothic"/>
              </a:rPr>
              <a:t>の各段階へ</a:t>
            </a:r>
            <a:r>
              <a:rPr sz="850" spc="55" dirty="0">
                <a:latin typeface="MS UI Gothic"/>
                <a:cs typeface="MS UI Gothic"/>
              </a:rPr>
              <a:t>の移行率</a:t>
            </a:r>
            <a:r>
              <a:rPr sz="850" spc="45" dirty="0">
                <a:latin typeface="MS UI Gothic"/>
                <a:cs typeface="MS UI Gothic"/>
              </a:rPr>
              <a:t>は</a:t>
            </a:r>
            <a:r>
              <a:rPr sz="850" spc="100" dirty="0">
                <a:latin typeface="MS UI Gothic"/>
                <a:cs typeface="MS UI Gothic"/>
              </a:rPr>
              <a:t>以下</a:t>
            </a:r>
            <a:r>
              <a:rPr sz="850" spc="50" dirty="0">
                <a:latin typeface="MS UI Gothic"/>
                <a:cs typeface="MS UI Gothic"/>
              </a:rPr>
              <a:t>と</a:t>
            </a:r>
            <a:r>
              <a:rPr sz="850" spc="105" dirty="0">
                <a:latin typeface="MS UI Gothic"/>
                <a:cs typeface="MS UI Gothic"/>
              </a:rPr>
              <a:t>な</a:t>
            </a:r>
            <a:r>
              <a:rPr sz="850" spc="55" dirty="0">
                <a:latin typeface="MS UI Gothic"/>
                <a:cs typeface="MS UI Gothic"/>
              </a:rPr>
              <a:t>る。</a:t>
            </a:r>
            <a:endParaRPr sz="850">
              <a:latin typeface="MS UI Gothic"/>
              <a:cs typeface="MS UI Gothic"/>
            </a:endParaRPr>
          </a:p>
          <a:p>
            <a:pPr marL="227329">
              <a:lnSpc>
                <a:spcPct val="100000"/>
              </a:lnSpc>
              <a:spcBef>
                <a:spcPts val="15"/>
              </a:spcBef>
            </a:pPr>
            <a:r>
              <a:rPr sz="850" spc="5" dirty="0">
                <a:latin typeface="MS UI Gothic"/>
                <a:cs typeface="MS UI Gothic"/>
              </a:rPr>
              <a:t>▶</a:t>
            </a:r>
            <a:r>
              <a:rPr sz="850" spc="140" dirty="0">
                <a:latin typeface="MS UI Gothic"/>
                <a:cs typeface="MS UI Gothic"/>
              </a:rPr>
              <a:t>友</a:t>
            </a:r>
            <a:r>
              <a:rPr sz="850" spc="110" dirty="0">
                <a:latin typeface="MS UI Gothic"/>
                <a:cs typeface="MS UI Gothic"/>
              </a:rPr>
              <a:t>だ</a:t>
            </a:r>
            <a:r>
              <a:rPr sz="850" spc="100" dirty="0">
                <a:latin typeface="MS UI Gothic"/>
                <a:cs typeface="MS UI Gothic"/>
              </a:rPr>
              <a:t>ち</a:t>
            </a:r>
            <a:r>
              <a:rPr sz="850" spc="40" dirty="0">
                <a:latin typeface="MS UI Gothic"/>
                <a:cs typeface="MS UI Gothic"/>
              </a:rPr>
              <a:t>登録者</a:t>
            </a:r>
            <a:r>
              <a:rPr sz="850" spc="25" dirty="0">
                <a:latin typeface="MS UI Gothic"/>
                <a:cs typeface="MS UI Gothic"/>
              </a:rPr>
              <a:t>か</a:t>
            </a:r>
            <a:r>
              <a:rPr sz="850" spc="190" dirty="0">
                <a:latin typeface="MS UI Gothic"/>
                <a:cs typeface="MS UI Gothic"/>
              </a:rPr>
              <a:t>ら</a:t>
            </a:r>
            <a:r>
              <a:rPr sz="850" spc="140" dirty="0">
                <a:latin typeface="MS UI Gothic"/>
                <a:cs typeface="MS UI Gothic"/>
              </a:rPr>
              <a:t>の</a:t>
            </a:r>
            <a:r>
              <a:rPr sz="850" spc="130" dirty="0">
                <a:latin typeface="MS UI Gothic"/>
                <a:cs typeface="MS UI Gothic"/>
              </a:rPr>
              <a:t>アン</a:t>
            </a:r>
            <a:r>
              <a:rPr sz="850" spc="135" dirty="0">
                <a:latin typeface="MS UI Gothic"/>
                <a:cs typeface="MS UI Gothic"/>
              </a:rPr>
              <a:t>ケ</a:t>
            </a:r>
            <a:r>
              <a:rPr sz="850" spc="90" dirty="0">
                <a:latin typeface="MS UI Gothic"/>
                <a:cs typeface="MS UI Gothic"/>
              </a:rPr>
              <a:t>ー</a:t>
            </a:r>
            <a:r>
              <a:rPr sz="850" spc="70" dirty="0">
                <a:latin typeface="MS UI Gothic"/>
                <a:cs typeface="MS UI Gothic"/>
              </a:rPr>
              <a:t>ト</a:t>
            </a:r>
            <a:r>
              <a:rPr sz="850" dirty="0">
                <a:latin typeface="MS UI Gothic"/>
                <a:cs typeface="MS UI Gothic"/>
              </a:rPr>
              <a:t>回答</a:t>
            </a:r>
            <a:r>
              <a:rPr sz="850" spc="50" dirty="0">
                <a:latin typeface="MS UI Gothic"/>
                <a:cs typeface="MS UI Gothic"/>
              </a:rPr>
              <a:t>率</a:t>
            </a:r>
            <a:r>
              <a:rPr sz="850" spc="40" dirty="0">
                <a:latin typeface="MS UI Gothic"/>
                <a:cs typeface="MS UI Gothic"/>
              </a:rPr>
              <a:t>は</a:t>
            </a:r>
            <a:r>
              <a:rPr sz="850" spc="30" dirty="0">
                <a:latin typeface="MS UI Gothic"/>
                <a:cs typeface="MS UI Gothic"/>
              </a:rPr>
              <a:t>・</a:t>
            </a:r>
            <a:r>
              <a:rPr sz="850" spc="-5" dirty="0">
                <a:latin typeface="MS UI Gothic"/>
                <a:cs typeface="MS UI Gothic"/>
              </a:rPr>
              <a:t>・・</a:t>
            </a:r>
            <a:r>
              <a:rPr sz="850" spc="-15" dirty="0">
                <a:latin typeface="MS UI Gothic"/>
                <a:cs typeface="MS UI Gothic"/>
              </a:rPr>
              <a:t>約</a:t>
            </a:r>
            <a:r>
              <a:rPr sz="850" spc="145" dirty="0">
                <a:latin typeface="MS UI Gothic"/>
                <a:cs typeface="MS UI Gothic"/>
              </a:rPr>
              <a:t>35～50％</a:t>
            </a:r>
            <a:endParaRPr sz="850">
              <a:latin typeface="MS UI Gothic"/>
              <a:cs typeface="MS UI Gothic"/>
            </a:endParaRPr>
          </a:p>
          <a:p>
            <a:pPr marL="227329">
              <a:lnSpc>
                <a:spcPct val="100000"/>
              </a:lnSpc>
            </a:pPr>
            <a:r>
              <a:rPr sz="850" spc="5" dirty="0">
                <a:latin typeface="MS UI Gothic"/>
                <a:cs typeface="MS UI Gothic"/>
              </a:rPr>
              <a:t>▶</a:t>
            </a:r>
            <a:r>
              <a:rPr sz="850" spc="120" dirty="0">
                <a:latin typeface="MS UI Gothic"/>
                <a:cs typeface="MS UI Gothic"/>
              </a:rPr>
              <a:t>アン</a:t>
            </a:r>
            <a:r>
              <a:rPr sz="850" spc="130" dirty="0">
                <a:latin typeface="MS UI Gothic"/>
                <a:cs typeface="MS UI Gothic"/>
              </a:rPr>
              <a:t>ケ</a:t>
            </a:r>
            <a:r>
              <a:rPr sz="850" spc="45" dirty="0">
                <a:latin typeface="MS UI Gothic"/>
                <a:cs typeface="MS UI Gothic"/>
              </a:rPr>
              <a:t>ー</a:t>
            </a:r>
            <a:r>
              <a:rPr sz="850" spc="40" dirty="0">
                <a:latin typeface="MS UI Gothic"/>
                <a:cs typeface="MS UI Gothic"/>
              </a:rPr>
              <a:t>ト</a:t>
            </a:r>
            <a:r>
              <a:rPr sz="850" spc="60" dirty="0">
                <a:latin typeface="MS UI Gothic"/>
                <a:cs typeface="MS UI Gothic"/>
              </a:rPr>
              <a:t>回答者</a:t>
            </a:r>
            <a:r>
              <a:rPr sz="850" spc="35" dirty="0">
                <a:latin typeface="MS UI Gothic"/>
                <a:cs typeface="MS UI Gothic"/>
              </a:rPr>
              <a:t>か</a:t>
            </a:r>
            <a:r>
              <a:rPr sz="850" spc="190" dirty="0">
                <a:latin typeface="MS UI Gothic"/>
                <a:cs typeface="MS UI Gothic"/>
              </a:rPr>
              <a:t>ら</a:t>
            </a:r>
            <a:r>
              <a:rPr sz="850" spc="135" dirty="0">
                <a:latin typeface="MS UI Gothic"/>
                <a:cs typeface="MS UI Gothic"/>
              </a:rPr>
              <a:t>の</a:t>
            </a:r>
            <a:r>
              <a:rPr sz="850" spc="165" dirty="0">
                <a:latin typeface="MS UI Gothic"/>
                <a:cs typeface="MS UI Gothic"/>
              </a:rPr>
              <a:t>次</a:t>
            </a:r>
            <a:r>
              <a:rPr sz="850" spc="125" dirty="0">
                <a:latin typeface="MS UI Gothic"/>
                <a:cs typeface="MS UI Gothic"/>
              </a:rPr>
              <a:t>ア</a:t>
            </a:r>
            <a:r>
              <a:rPr sz="850" spc="114" dirty="0">
                <a:latin typeface="MS UI Gothic"/>
                <a:cs typeface="MS UI Gothic"/>
              </a:rPr>
              <a:t>ク</a:t>
            </a:r>
            <a:r>
              <a:rPr sz="850" spc="135" dirty="0">
                <a:latin typeface="MS UI Gothic"/>
                <a:cs typeface="MS UI Gothic"/>
              </a:rPr>
              <a:t>シ</a:t>
            </a:r>
            <a:r>
              <a:rPr sz="850" spc="75" dirty="0">
                <a:latin typeface="MS UI Gothic"/>
                <a:cs typeface="MS UI Gothic"/>
              </a:rPr>
              <a:t>ョ</a:t>
            </a:r>
            <a:r>
              <a:rPr sz="850" spc="140" dirty="0">
                <a:latin typeface="MS UI Gothic"/>
                <a:cs typeface="MS UI Gothic"/>
              </a:rPr>
              <a:t>ンへ</a:t>
            </a:r>
            <a:r>
              <a:rPr sz="850" spc="30" dirty="0">
                <a:latin typeface="MS UI Gothic"/>
                <a:cs typeface="MS UI Gothic"/>
              </a:rPr>
              <a:t>の</a:t>
            </a:r>
            <a:r>
              <a:rPr sz="850" spc="35" dirty="0">
                <a:latin typeface="MS UI Gothic"/>
                <a:cs typeface="MS UI Gothic"/>
              </a:rPr>
              <a:t>移行率</a:t>
            </a:r>
            <a:r>
              <a:rPr sz="850" spc="20" dirty="0">
                <a:latin typeface="MS UI Gothic"/>
                <a:cs typeface="MS UI Gothic"/>
              </a:rPr>
              <a:t>（</a:t>
            </a:r>
            <a:r>
              <a:rPr sz="850" spc="50" dirty="0">
                <a:latin typeface="MS UI Gothic"/>
                <a:cs typeface="MS UI Gothic"/>
              </a:rPr>
              <a:t>当社</a:t>
            </a:r>
            <a:r>
              <a:rPr sz="850" spc="40" dirty="0">
                <a:latin typeface="MS UI Gothic"/>
                <a:cs typeface="MS UI Gothic"/>
              </a:rPr>
              <a:t>で</a:t>
            </a:r>
            <a:r>
              <a:rPr sz="850" spc="245" dirty="0">
                <a:latin typeface="MS UI Gothic"/>
                <a:cs typeface="MS UI Gothic"/>
              </a:rPr>
              <a:t>い</a:t>
            </a:r>
            <a:r>
              <a:rPr sz="850" spc="165" dirty="0">
                <a:latin typeface="MS UI Gothic"/>
                <a:cs typeface="MS UI Gothic"/>
              </a:rPr>
              <a:t>う</a:t>
            </a:r>
            <a:r>
              <a:rPr sz="850" spc="5" dirty="0">
                <a:latin typeface="MS UI Gothic"/>
                <a:cs typeface="MS UI Gothic"/>
              </a:rPr>
              <a:t>「</a:t>
            </a:r>
            <a:r>
              <a:rPr sz="850" spc="-15" dirty="0">
                <a:latin typeface="MS UI Gothic"/>
                <a:cs typeface="MS UI Gothic"/>
              </a:rPr>
              <a:t>就</a:t>
            </a:r>
            <a:r>
              <a:rPr sz="850" dirty="0">
                <a:latin typeface="MS UI Gothic"/>
                <a:cs typeface="MS UI Gothic"/>
              </a:rPr>
              <a:t>業</a:t>
            </a:r>
            <a:r>
              <a:rPr sz="850" spc="10" dirty="0">
                <a:latin typeface="MS UI Gothic"/>
                <a:cs typeface="MS UI Gothic"/>
              </a:rPr>
              <a:t>」</a:t>
            </a:r>
            <a:r>
              <a:rPr sz="850" spc="-5" dirty="0">
                <a:latin typeface="MS UI Gothic"/>
                <a:cs typeface="MS UI Gothic"/>
              </a:rPr>
              <a:t>）</a:t>
            </a:r>
            <a:r>
              <a:rPr sz="850" spc="5" dirty="0">
                <a:latin typeface="MS UI Gothic"/>
                <a:cs typeface="MS UI Gothic"/>
              </a:rPr>
              <a:t>・</a:t>
            </a:r>
            <a:r>
              <a:rPr sz="850" spc="-10" dirty="0">
                <a:latin typeface="MS UI Gothic"/>
                <a:cs typeface="MS UI Gothic"/>
              </a:rPr>
              <a:t>・・</a:t>
            </a:r>
            <a:r>
              <a:rPr sz="850" spc="150" dirty="0">
                <a:latin typeface="MS UI Gothic"/>
                <a:cs typeface="MS UI Gothic"/>
              </a:rPr>
              <a:t>10％</a:t>
            </a:r>
            <a:r>
              <a:rPr sz="850" spc="95" dirty="0">
                <a:latin typeface="MS UI Gothic"/>
                <a:cs typeface="MS UI Gothic"/>
              </a:rPr>
              <a:t>にて</a:t>
            </a:r>
            <a:r>
              <a:rPr sz="850" spc="-15" dirty="0">
                <a:latin typeface="MS UI Gothic"/>
                <a:cs typeface="MS UI Gothic"/>
              </a:rPr>
              <a:t>算出</a:t>
            </a:r>
            <a:endParaRPr sz="850">
              <a:latin typeface="MS UI Gothic"/>
              <a:cs typeface="MS UI Gothic"/>
            </a:endParaRPr>
          </a:p>
        </p:txBody>
      </p:sp>
      <p:sp>
        <p:nvSpPr>
          <p:cNvPr id="17" name="object 17"/>
          <p:cNvSpPr txBox="1"/>
          <p:nvPr/>
        </p:nvSpPr>
        <p:spPr>
          <a:xfrm>
            <a:off x="5946775" y="215011"/>
            <a:ext cx="2216150" cy="361315"/>
          </a:xfrm>
          <a:prstGeom prst="rect">
            <a:avLst/>
          </a:prstGeom>
        </p:spPr>
        <p:txBody>
          <a:bodyPr vert="horz" wrap="square" lIns="0" tIns="12700" rIns="0" bIns="0" rtlCol="0">
            <a:spAutoFit/>
          </a:bodyPr>
          <a:lstStyle/>
          <a:p>
            <a:pPr marL="12700" marR="5080" indent="671830">
              <a:lnSpc>
                <a:spcPct val="100000"/>
              </a:lnSpc>
              <a:spcBef>
                <a:spcPts val="100"/>
              </a:spcBef>
            </a:pPr>
            <a:r>
              <a:rPr sz="1100" dirty="0">
                <a:latin typeface="MS UI Gothic"/>
                <a:cs typeface="MS UI Gothic"/>
              </a:rPr>
              <a:t>更新：</a:t>
            </a:r>
            <a:r>
              <a:rPr sz="1100" spc="285" dirty="0">
                <a:latin typeface="MS UI Gothic"/>
                <a:cs typeface="MS UI Gothic"/>
              </a:rPr>
              <a:t>2022</a:t>
            </a:r>
            <a:r>
              <a:rPr sz="1100" dirty="0">
                <a:latin typeface="MS UI Gothic"/>
                <a:cs typeface="MS UI Gothic"/>
              </a:rPr>
              <a:t>年</a:t>
            </a:r>
            <a:r>
              <a:rPr sz="1100" spc="285" dirty="0">
                <a:latin typeface="MS UI Gothic"/>
                <a:cs typeface="MS UI Gothic"/>
              </a:rPr>
              <a:t>6</a:t>
            </a:r>
            <a:r>
              <a:rPr sz="1100" dirty="0">
                <a:latin typeface="MS UI Gothic"/>
                <a:cs typeface="MS UI Gothic"/>
              </a:rPr>
              <a:t>月</a:t>
            </a:r>
            <a:r>
              <a:rPr sz="1100" spc="285" dirty="0">
                <a:latin typeface="MS UI Gothic"/>
                <a:cs typeface="MS UI Gothic"/>
              </a:rPr>
              <a:t>20</a:t>
            </a:r>
            <a:r>
              <a:rPr sz="1100" dirty="0">
                <a:latin typeface="MS UI Gothic"/>
                <a:cs typeface="MS UI Gothic"/>
              </a:rPr>
              <a:t>日 </a:t>
            </a:r>
            <a:r>
              <a:rPr sz="1100" spc="55" dirty="0">
                <a:latin typeface="MS UI Gothic"/>
                <a:cs typeface="MS UI Gothic"/>
              </a:rPr>
              <a:t>株式会社エム</a:t>
            </a:r>
            <a:r>
              <a:rPr sz="1100" spc="35" dirty="0">
                <a:latin typeface="MS UI Gothic"/>
                <a:cs typeface="MS UI Gothic"/>
              </a:rPr>
              <a:t>エ</a:t>
            </a:r>
            <a:r>
              <a:rPr sz="1100" spc="90" dirty="0">
                <a:latin typeface="MS UI Gothic"/>
                <a:cs typeface="MS UI Gothic"/>
              </a:rPr>
              <a:t>ム</a:t>
            </a:r>
            <a:r>
              <a:rPr sz="1100" spc="85" dirty="0">
                <a:latin typeface="MS UI Gothic"/>
                <a:cs typeface="MS UI Gothic"/>
              </a:rPr>
              <a:t>イ</a:t>
            </a:r>
            <a:r>
              <a:rPr sz="1100" spc="170" dirty="0">
                <a:latin typeface="MS UI Gothic"/>
                <a:cs typeface="MS UI Gothic"/>
              </a:rPr>
              <a:t>ン</a:t>
            </a:r>
            <a:r>
              <a:rPr sz="1100" spc="195" dirty="0">
                <a:latin typeface="MS UI Gothic"/>
                <a:cs typeface="MS UI Gothic"/>
              </a:rPr>
              <a:t>タ</a:t>
            </a:r>
            <a:r>
              <a:rPr sz="1100" spc="155" dirty="0">
                <a:latin typeface="MS UI Gothic"/>
                <a:cs typeface="MS UI Gothic"/>
              </a:rPr>
              <a:t>ー</a:t>
            </a:r>
            <a:r>
              <a:rPr sz="1100" spc="145" dirty="0">
                <a:latin typeface="MS UI Gothic"/>
                <a:cs typeface="MS UI Gothic"/>
              </a:rPr>
              <a:t>ナ</a:t>
            </a:r>
            <a:r>
              <a:rPr sz="1100" spc="65" dirty="0">
                <a:latin typeface="MS UI Gothic"/>
                <a:cs typeface="MS UI Gothic"/>
              </a:rPr>
              <a:t>シ</a:t>
            </a:r>
            <a:r>
              <a:rPr sz="1100" spc="340" dirty="0">
                <a:latin typeface="MS UI Gothic"/>
                <a:cs typeface="MS UI Gothic"/>
              </a:rPr>
              <a:t>ョ</a:t>
            </a:r>
            <a:r>
              <a:rPr sz="1100" spc="145" dirty="0">
                <a:latin typeface="MS UI Gothic"/>
                <a:cs typeface="MS UI Gothic"/>
              </a:rPr>
              <a:t>ナ</a:t>
            </a:r>
            <a:r>
              <a:rPr sz="1100" spc="180" dirty="0">
                <a:latin typeface="MS UI Gothic"/>
                <a:cs typeface="MS UI Gothic"/>
              </a:rPr>
              <a:t>ル</a:t>
            </a:r>
            <a:endParaRPr sz="1100">
              <a:latin typeface="MS UI Gothic"/>
              <a:cs typeface="MS UI Gothic"/>
            </a:endParaRPr>
          </a:p>
        </p:txBody>
      </p:sp>
      <p:sp>
        <p:nvSpPr>
          <p:cNvPr id="18" name="Text Box 31">
            <a:extLst>
              <a:ext uri="{FF2B5EF4-FFF2-40B4-BE49-F238E27FC236}">
                <a16:creationId xmlns:a16="http://schemas.microsoft.com/office/drawing/2014/main" id="{9EB39392-2342-D7E5-AB61-FF545C459F5B}"/>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19</a:t>
            </a:fld>
            <a:r>
              <a:rPr lang="ja-JP" altLang="en-US" sz="1050" dirty="0">
                <a:latin typeface="Helvetica" pitchFamily="34" charset="0"/>
                <a:ea typeface="中ゴシックBBB" pitchFamily="49" charset="-128"/>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3200" b="1" kern="0" spc="-1" dirty="0"/>
              <a:t>参考</a:t>
            </a:r>
            <a:endParaRPr kumimoji="0" lang="en-US" altLang="ja-JP" sz="3200" b="1" i="0" u="none" strike="noStrike" kern="0" cap="none" spc="-1" normalizeH="0" baseline="0" noProof="0" dirty="0">
              <a:ln>
                <a:noFill/>
              </a:ln>
              <a:effectLst/>
              <a:uLnTx/>
              <a:uFillTx/>
            </a:endParaRPr>
          </a:p>
        </p:txBody>
      </p:sp>
      <p:sp>
        <p:nvSpPr>
          <p:cNvPr id="9" name="タイトル 1">
            <a:extLst>
              <a:ext uri="{FF2B5EF4-FFF2-40B4-BE49-F238E27FC236}">
                <a16:creationId xmlns:a16="http://schemas.microsoft.com/office/drawing/2014/main" id="{8908CA69-F7CA-4D47-9E4A-931439FE8AB8}"/>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endParaRPr lang="en-US" altLang="ja-JP" sz="1100" dirty="0">
              <a:latin typeface="BIZ UDPゴシック" panose="020B0400000000000000" pitchFamily="50" charset="-128"/>
              <a:ea typeface="BIZ UDPゴシック" panose="020B0400000000000000" pitchFamily="50" charset="-128"/>
            </a:endParaRPr>
          </a:p>
        </p:txBody>
      </p:sp>
      <p:sp>
        <p:nvSpPr>
          <p:cNvPr id="2" name="正方形/長方形 1">
            <a:extLst>
              <a:ext uri="{FF2B5EF4-FFF2-40B4-BE49-F238E27FC236}">
                <a16:creationId xmlns:a16="http://schemas.microsoft.com/office/drawing/2014/main" id="{D5A65735-0799-5A52-B38A-277A9DB5A7AF}"/>
              </a:ext>
            </a:extLst>
          </p:cNvPr>
          <p:cNvSpPr/>
          <p:nvPr/>
        </p:nvSpPr>
        <p:spPr>
          <a:xfrm>
            <a:off x="176297" y="1484784"/>
            <a:ext cx="8791405" cy="2448272"/>
          </a:xfrm>
          <a:prstGeom prst="rect">
            <a:avLst/>
          </a:prstGeom>
          <a:solidFill>
            <a:schemeClr val="accent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
            <a:r>
              <a:rPr lang="ja-JP" altLang="en-US" sz="2400" b="1" spc="5" dirty="0">
                <a:solidFill>
                  <a:schemeClr val="bg1"/>
                </a:solidFill>
                <a:latin typeface="MS UI Gothic"/>
                <a:cs typeface="MS UI Gothic"/>
              </a:rPr>
              <a:t>初版：</a:t>
            </a:r>
            <a:r>
              <a:rPr lang="en-US" altLang="ja-JP" sz="2400" b="1" spc="365" dirty="0">
                <a:solidFill>
                  <a:schemeClr val="bg1"/>
                </a:solidFill>
                <a:latin typeface="MS UI Gothic"/>
                <a:cs typeface="MS UI Gothic"/>
              </a:rPr>
              <a:t>2023</a:t>
            </a:r>
            <a:r>
              <a:rPr lang="ja-JP" altLang="en-US" sz="2400" b="1" spc="365" dirty="0">
                <a:solidFill>
                  <a:schemeClr val="bg1"/>
                </a:solidFill>
                <a:latin typeface="MS UI Gothic"/>
                <a:cs typeface="MS UI Gothic"/>
              </a:rPr>
              <a:t>年</a:t>
            </a:r>
            <a:r>
              <a:rPr lang="en-US" altLang="ja-JP" sz="2400" b="1" spc="365" dirty="0">
                <a:solidFill>
                  <a:schemeClr val="bg1"/>
                </a:solidFill>
                <a:latin typeface="MS UI Gothic"/>
                <a:cs typeface="MS UI Gothic"/>
              </a:rPr>
              <a:t>7</a:t>
            </a:r>
            <a:r>
              <a:rPr lang="ja-JP" altLang="en-US" sz="2400" b="1" spc="365" dirty="0">
                <a:solidFill>
                  <a:schemeClr val="bg1"/>
                </a:solidFill>
                <a:latin typeface="MS UI Gothic"/>
                <a:cs typeface="MS UI Gothic"/>
              </a:rPr>
              <a:t>月</a:t>
            </a:r>
            <a:r>
              <a:rPr lang="en-US" altLang="ja-JP" sz="2400" b="1" spc="365" dirty="0">
                <a:solidFill>
                  <a:schemeClr val="bg1"/>
                </a:solidFill>
                <a:latin typeface="MS UI Gothic"/>
                <a:cs typeface="MS UI Gothic"/>
              </a:rPr>
              <a:t>10</a:t>
            </a:r>
            <a:r>
              <a:rPr lang="ja-JP" altLang="en-US" sz="2400" b="1" spc="365" dirty="0">
                <a:solidFill>
                  <a:schemeClr val="bg1"/>
                </a:solidFill>
                <a:latin typeface="MS UI Gothic"/>
                <a:cs typeface="MS UI Gothic"/>
              </a:rPr>
              <a:t>日</a:t>
            </a:r>
          </a:p>
          <a:p>
            <a:pPr algn="ctr" fontAlgn="b"/>
            <a:r>
              <a:rPr lang="ja-JP" altLang="en-US" sz="2400" b="1" spc="365" dirty="0">
                <a:solidFill>
                  <a:schemeClr val="bg1"/>
                </a:solidFill>
                <a:latin typeface="MS UI Gothic"/>
                <a:cs typeface="MS UI Gothic"/>
              </a:rPr>
              <a:t>株式会社エムエムインターナショナル　幹部会</a:t>
            </a:r>
          </a:p>
        </p:txBody>
      </p:sp>
      <p:sp>
        <p:nvSpPr>
          <p:cNvPr id="3" name="Text Box 31">
            <a:extLst>
              <a:ext uri="{FF2B5EF4-FFF2-40B4-BE49-F238E27FC236}">
                <a16:creationId xmlns:a16="http://schemas.microsoft.com/office/drawing/2014/main" id="{C513ACEF-0B78-F011-8597-793C083EB0D3}"/>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20</a:t>
            </a:fld>
            <a:r>
              <a:rPr lang="ja-JP" altLang="en-US" sz="1050" dirty="0">
                <a:latin typeface="Helvetica" pitchFamily="34" charset="0"/>
                <a:ea typeface="中ゴシックBBB" pitchFamily="49" charset="-128"/>
              </a:rPr>
              <a:t>－</a:t>
            </a:r>
          </a:p>
        </p:txBody>
      </p:sp>
    </p:spTree>
    <p:extLst>
      <p:ext uri="{BB962C8B-B14F-4D97-AF65-F5344CB8AC3E}">
        <p14:creationId xmlns:p14="http://schemas.microsoft.com/office/powerpoint/2010/main" val="1570004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395536" y="2808002"/>
            <a:ext cx="9144000" cy="819522"/>
          </a:xfrm>
          <a:effectLst/>
        </p:spPr>
        <p:txBody>
          <a:bodyPr>
            <a:noAutofit/>
          </a:bodyPr>
          <a:lstStyle/>
          <a:p>
            <a:pPr algn="l"/>
            <a:r>
              <a:rPr lang="ja-JP" altLang="en-US" sz="2000" b="1" dirty="0">
                <a:latin typeface="BIZ UDPゴシック" panose="020B0400000000000000" pitchFamily="50" charset="-128"/>
                <a:ea typeface="BIZ UDPゴシック" panose="020B0400000000000000" pitchFamily="50" charset="-128"/>
              </a:rPr>
              <a:t>営業インセンティブについて　企画書</a:t>
            </a:r>
          </a:p>
        </p:txBody>
      </p:sp>
      <p:sp>
        <p:nvSpPr>
          <p:cNvPr id="6"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21</a:t>
            </a:fld>
            <a:r>
              <a:rPr lang="ja-JP" altLang="en-US" sz="1050" dirty="0">
                <a:latin typeface="Helvetica" pitchFamily="34" charset="0"/>
                <a:ea typeface="中ゴシックBBB" pitchFamily="49" charset="-128"/>
              </a:rPr>
              <a:t>－</a:t>
            </a:r>
          </a:p>
        </p:txBody>
      </p:sp>
      <p:sp>
        <p:nvSpPr>
          <p:cNvPr id="9" name="タイトル 1"/>
          <p:cNvSpPr txBox="1">
            <a:spLocks/>
          </p:cNvSpPr>
          <p:nvPr/>
        </p:nvSpPr>
        <p:spPr>
          <a:xfrm>
            <a:off x="1336104" y="3637564"/>
            <a:ext cx="7772400" cy="81952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ja-JP" altLang="en-US" sz="1400" dirty="0">
                <a:latin typeface="BIZ UDPゴシック" panose="020B0400000000000000" pitchFamily="50" charset="-128"/>
                <a:ea typeface="BIZ UDPゴシック" panose="020B0400000000000000" pitchFamily="50" charset="-128"/>
              </a:rPr>
              <a:t>更新：</a:t>
            </a:r>
            <a:r>
              <a:rPr lang="en-US" altLang="ja-JP" sz="1400" dirty="0">
                <a:latin typeface="BIZ UDPゴシック" panose="020B0400000000000000" pitchFamily="50" charset="-128"/>
                <a:ea typeface="BIZ UDPゴシック" panose="020B0400000000000000" pitchFamily="50" charset="-128"/>
              </a:rPr>
              <a:t>2023</a:t>
            </a:r>
            <a:r>
              <a:rPr lang="ja-JP" altLang="en-US" sz="1400" dirty="0">
                <a:latin typeface="BIZ UDPゴシック" panose="020B0400000000000000" pitchFamily="50" charset="-128"/>
                <a:ea typeface="BIZ UDPゴシック" panose="020B0400000000000000" pitchFamily="50" charset="-128"/>
              </a:rPr>
              <a:t>年７月１０日</a:t>
            </a:r>
            <a:endParaRPr lang="en-US" altLang="ja-JP" sz="1400" dirty="0">
              <a:latin typeface="BIZ UDPゴシック" panose="020B0400000000000000" pitchFamily="50" charset="-128"/>
              <a:ea typeface="BIZ UDPゴシック" panose="020B0400000000000000" pitchFamily="50" charset="-128"/>
            </a:endParaRPr>
          </a:p>
          <a:p>
            <a:pPr algn="r"/>
            <a:r>
              <a:rPr lang="ja-JP" altLang="en-US" sz="1400" dirty="0">
                <a:latin typeface="BIZ UDPゴシック" panose="020B0400000000000000" pitchFamily="50" charset="-128"/>
                <a:ea typeface="BIZ UDPゴシック" panose="020B0400000000000000" pitchFamily="50" charset="-128"/>
              </a:rPr>
              <a:t>株式会社エムエムインターナショナル　幹部会</a:t>
            </a:r>
            <a:endParaRPr lang="en-US" altLang="ja-JP" sz="1400" dirty="0">
              <a:latin typeface="BIZ UDPゴシック" panose="020B0400000000000000" pitchFamily="50" charset="-128"/>
              <a:ea typeface="BIZ UDPゴシック" panose="020B0400000000000000" pitchFamily="50" charset="-128"/>
            </a:endParaRPr>
          </a:p>
        </p:txBody>
      </p:sp>
      <p:sp>
        <p:nvSpPr>
          <p:cNvPr id="5" name="タイトル 1">
            <a:extLst>
              <a:ext uri="{FF2B5EF4-FFF2-40B4-BE49-F238E27FC236}">
                <a16:creationId xmlns:a16="http://schemas.microsoft.com/office/drawing/2014/main" id="{F2D8E446-4DC4-4331-AD10-DF30DC853BDE}"/>
              </a:ext>
            </a:extLst>
          </p:cNvPr>
          <p:cNvSpPr txBox="1">
            <a:spLocks/>
          </p:cNvSpPr>
          <p:nvPr/>
        </p:nvSpPr>
        <p:spPr>
          <a:xfrm>
            <a:off x="0" y="507447"/>
            <a:ext cx="8950108" cy="819522"/>
          </a:xfrm>
          <a:prstGeom prst="rect">
            <a:avLst/>
          </a:prstGeom>
          <a:effectLst/>
        </p:spPr>
        <p:txBody>
          <a:bodyPr vert="horz" lIns="91432" tIns="45717" rIns="91432" bIns="45717" rtlCol="0" anchor="ctr">
            <a:noAutofit/>
          </a:bodyPr>
          <a:lstStyle>
            <a:lvl1pPr algn="ctr" defTabSz="914325"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l"/>
            <a:endParaRPr lang="ja-JP" altLang="en-US" sz="2400" dirty="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26164486-31B2-4B90-A859-57D552DF62EE}"/>
              </a:ext>
            </a:extLst>
          </p:cNvPr>
          <p:cNvSpPr txBox="1"/>
          <p:nvPr/>
        </p:nvSpPr>
        <p:spPr>
          <a:xfrm>
            <a:off x="179512" y="4535351"/>
            <a:ext cx="8385522" cy="1323439"/>
          </a:xfrm>
          <a:prstGeom prst="rect">
            <a:avLst/>
          </a:prstGeom>
          <a:noFill/>
        </p:spPr>
        <p:txBody>
          <a:bodyPr wrap="square" rtlCol="0">
            <a:spAutoFit/>
          </a:bodyPr>
          <a:lstStyle/>
          <a:p>
            <a:pPr marL="285750" indent="-285750">
              <a:buFont typeface="Arial" panose="020B0604020202020204" pitchFamily="34" charset="0"/>
              <a:buChar char="•"/>
            </a:pPr>
            <a:r>
              <a:rPr kumimoji="1" lang="en-US" altLang="ja-JP" sz="1600" b="1" dirty="0">
                <a:latin typeface="BIZ UDPゴシック" panose="020B0400000000000000" pitchFamily="50" charset="-128"/>
                <a:ea typeface="BIZ UDPゴシック" panose="020B0400000000000000" pitchFamily="50" charset="-128"/>
              </a:rPr>
              <a:t>2022</a:t>
            </a:r>
            <a:r>
              <a:rPr kumimoji="1" lang="ja-JP" altLang="en-US" sz="1600" b="1" dirty="0">
                <a:latin typeface="BIZ UDPゴシック" panose="020B0400000000000000" pitchFamily="50" charset="-128"/>
                <a:ea typeface="BIZ UDPゴシック" panose="020B0400000000000000" pitchFamily="50" charset="-128"/>
              </a:rPr>
              <a:t>年</a:t>
            </a:r>
            <a:r>
              <a:rPr kumimoji="1" lang="en-US" altLang="ja-JP" sz="1600" b="1" dirty="0">
                <a:latin typeface="BIZ UDPゴシック" panose="020B0400000000000000" pitchFamily="50" charset="-128"/>
                <a:ea typeface="BIZ UDPゴシック" panose="020B0400000000000000" pitchFamily="50" charset="-128"/>
              </a:rPr>
              <a:t>4</a:t>
            </a:r>
            <a:r>
              <a:rPr kumimoji="1" lang="ja-JP" altLang="en-US" sz="1600" b="1" dirty="0">
                <a:latin typeface="BIZ UDPゴシック" panose="020B0400000000000000" pitchFamily="50" charset="-128"/>
                <a:ea typeface="BIZ UDPゴシック" panose="020B0400000000000000" pitchFamily="50" charset="-128"/>
              </a:rPr>
              <a:t>月度以降、営業インセンティブの仕組みを導入する。</a:t>
            </a:r>
            <a:endParaRPr kumimoji="1" lang="en-US" altLang="ja-JP" sz="1600" b="1" dirty="0">
              <a:latin typeface="BIZ UDPゴシック" panose="020B0400000000000000" pitchFamily="50" charset="-128"/>
              <a:ea typeface="BIZ UDPゴシック" panose="020B0400000000000000" pitchFamily="50" charset="-128"/>
            </a:endParaRPr>
          </a:p>
          <a:p>
            <a:endParaRPr kumimoji="1" lang="en-US" altLang="ja-JP" sz="1600" b="1" dirty="0">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r>
              <a:rPr lang="ja-JP" altLang="en-US" sz="1600" b="1" i="0" dirty="0">
                <a:effectLst/>
                <a:latin typeface="BIZ UDPゴシック" panose="020B0400000000000000" pitchFamily="50" charset="-128"/>
                <a:ea typeface="BIZ UDPゴシック" panose="020B0400000000000000" pitchFamily="50" charset="-128"/>
              </a:rPr>
              <a:t>営業インセンティブ導入の目的は、営業インセンティブの活用により、グループ</a:t>
            </a:r>
            <a:r>
              <a:rPr lang="ja-JP" altLang="en-US" sz="1600" b="1" dirty="0">
                <a:latin typeface="BIZ UDPゴシック" panose="020B0400000000000000" pitchFamily="50" charset="-128"/>
                <a:ea typeface="BIZ UDPゴシック" panose="020B0400000000000000" pitchFamily="50" charset="-128"/>
              </a:rPr>
              <a:t>外の案件を獲得するというＫＧＩの</a:t>
            </a:r>
            <a:r>
              <a:rPr lang="ja-JP" altLang="en-US" sz="1600" b="1" i="0" dirty="0">
                <a:effectLst/>
                <a:latin typeface="BIZ UDPゴシック" panose="020B0400000000000000" pitchFamily="50" charset="-128"/>
                <a:ea typeface="BIZ UDPゴシック" panose="020B0400000000000000" pitchFamily="50" charset="-128"/>
              </a:rPr>
              <a:t>浸透につなげることである。</a:t>
            </a:r>
            <a:endParaRPr lang="en-US" altLang="ja-JP" sz="1600" b="1" dirty="0">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endParaRPr lang="ja-JP" altLang="en-US" sz="1600" b="1"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59759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正方形/長方形 81">
            <a:extLst>
              <a:ext uri="{FF2B5EF4-FFF2-40B4-BE49-F238E27FC236}">
                <a16:creationId xmlns:a16="http://schemas.microsoft.com/office/drawing/2014/main" id="{5D6AB5FC-FD8B-4C51-99F5-91543CD9F175}"/>
              </a:ext>
            </a:extLst>
          </p:cNvPr>
          <p:cNvSpPr/>
          <p:nvPr/>
        </p:nvSpPr>
        <p:spPr>
          <a:xfrm>
            <a:off x="167265" y="892076"/>
            <a:ext cx="8791405" cy="41909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
            <a:r>
              <a:rPr lang="ja-JP" altLang="en-US" sz="1600" i="0" dirty="0">
                <a:solidFill>
                  <a:schemeClr val="bg1"/>
                </a:solidFill>
                <a:effectLst/>
                <a:latin typeface="BIZ UDPゴシック" panose="020B0400000000000000" pitchFamily="50" charset="-128"/>
                <a:ea typeface="BIZ UDPゴシック" panose="020B0400000000000000" pitchFamily="50" charset="-128"/>
              </a:rPr>
              <a:t>インセンティブの活用により、グループ</a:t>
            </a:r>
            <a:r>
              <a:rPr lang="ja-JP" altLang="en-US" sz="1600" dirty="0">
                <a:solidFill>
                  <a:schemeClr val="bg1"/>
                </a:solidFill>
                <a:latin typeface="BIZ UDPゴシック" panose="020B0400000000000000" pitchFamily="50" charset="-128"/>
                <a:ea typeface="BIZ UDPゴシック" panose="020B0400000000000000" pitchFamily="50" charset="-128"/>
              </a:rPr>
              <a:t>外の案件を獲得するというＫＧＩの</a:t>
            </a:r>
            <a:r>
              <a:rPr lang="ja-JP" altLang="en-US" sz="1600" i="0" dirty="0">
                <a:solidFill>
                  <a:schemeClr val="bg1"/>
                </a:solidFill>
                <a:effectLst/>
                <a:latin typeface="BIZ UDPゴシック" panose="020B0400000000000000" pitchFamily="50" charset="-128"/>
                <a:ea typeface="BIZ UDPゴシック" panose="020B0400000000000000" pitchFamily="50" charset="-128"/>
              </a:rPr>
              <a:t>浸透につなげる</a:t>
            </a:r>
            <a:endParaRPr lang="en-US" altLang="ja-JP" sz="1600" dirty="0">
              <a:solidFill>
                <a:schemeClr val="bg1"/>
              </a:solidFill>
              <a:latin typeface="BIZ UDPゴシック" panose="020B0400000000000000" pitchFamily="50" charset="-128"/>
              <a:ea typeface="BIZ UDPゴシック" panose="020B0400000000000000" pitchFamily="50" charset="-128"/>
            </a:endParaRPr>
          </a:p>
        </p:txBody>
      </p:sp>
      <p:sp>
        <p:nvSpPr>
          <p:cNvPr id="66" name="正方形/長方形 65">
            <a:extLst>
              <a:ext uri="{FF2B5EF4-FFF2-40B4-BE49-F238E27FC236}">
                <a16:creationId xmlns:a16="http://schemas.microsoft.com/office/drawing/2014/main" id="{9EB43DA7-6BE3-49F9-AB8C-3FEFE1D84739}"/>
              </a:ext>
            </a:extLst>
          </p:cNvPr>
          <p:cNvSpPr/>
          <p:nvPr/>
        </p:nvSpPr>
        <p:spPr>
          <a:xfrm>
            <a:off x="6513571" y="3786100"/>
            <a:ext cx="1415472" cy="1446065"/>
          </a:xfrm>
          <a:prstGeom prst="rect">
            <a:avLst/>
          </a:prstGeom>
          <a:solidFill>
            <a:schemeClr val="accent1">
              <a:lumMod val="40000"/>
              <a:lumOff val="6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1" name="Text Box 31">
            <a:extLst>
              <a:ext uri="{FF2B5EF4-FFF2-40B4-BE49-F238E27FC236}">
                <a16:creationId xmlns:a16="http://schemas.microsoft.com/office/drawing/2014/main" id="{3315535B-0AA2-4245-A1F7-E3B6DEA11308}"/>
              </a:ext>
            </a:extLst>
          </p:cNvPr>
          <p:cNvSpPr txBox="1">
            <a:spLocks noChangeArrowheads="1"/>
          </p:cNvSpPr>
          <p:nvPr/>
        </p:nvSpPr>
        <p:spPr bwMode="auto">
          <a:xfrm>
            <a:off x="8767432" y="6689416"/>
            <a:ext cx="371897"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BIZ UDPゴシック" panose="020B0400000000000000" pitchFamily="50" charset="-128"/>
                <a:ea typeface="BIZ UDPゴシック" panose="020B0400000000000000" pitchFamily="50" charset="-128"/>
              </a:rPr>
              <a:t>－</a:t>
            </a:r>
            <a:fld id="{B0F819B3-9E8F-4282-8AF7-A5F025A1BD25}" type="slidenum">
              <a:rPr lang="ja-JP" altLang="en-US" sz="1050">
                <a:latin typeface="BIZ UDPゴシック" panose="020B0400000000000000" pitchFamily="50" charset="-128"/>
                <a:ea typeface="BIZ UDPゴシック" panose="020B0400000000000000" pitchFamily="50" charset="-128"/>
              </a:rPr>
              <a:pPr algn="ctr" eaLnBrk="0" hangingPunct="0">
                <a:lnSpc>
                  <a:spcPct val="100000"/>
                </a:lnSpc>
                <a:buClrTx/>
                <a:buSzTx/>
                <a:buFontTx/>
                <a:buNone/>
              </a:pPr>
              <a:t>22</a:t>
            </a:fld>
            <a:r>
              <a:rPr lang="ja-JP" altLang="en-US" sz="1050" dirty="0">
                <a:latin typeface="BIZ UDPゴシック" panose="020B0400000000000000" pitchFamily="50" charset="-128"/>
                <a:ea typeface="BIZ UDPゴシック" panose="020B0400000000000000" pitchFamily="50" charset="-128"/>
              </a:rPr>
              <a:t>－</a:t>
            </a:r>
          </a:p>
        </p:txBody>
      </p:sp>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lang="ja-JP" altLang="en-US" sz="1600" dirty="0">
                <a:latin typeface="BIZ UDPゴシック" panose="020B0400000000000000" pitchFamily="50" charset="-128"/>
                <a:ea typeface="BIZ UDPゴシック" panose="020B0400000000000000" pitchFamily="50" charset="-128"/>
              </a:rPr>
              <a:t>報酬面　営業インセンティブ　「エムエムポイント」について</a:t>
            </a:r>
            <a:endParaRPr kumimoji="0" lang="en-US" altLang="ja-JP"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endParaRPr>
          </a:p>
        </p:txBody>
      </p:sp>
      <p:graphicFrame>
        <p:nvGraphicFramePr>
          <p:cNvPr id="17" name="表 16">
            <a:extLst>
              <a:ext uri="{FF2B5EF4-FFF2-40B4-BE49-F238E27FC236}">
                <a16:creationId xmlns:a16="http://schemas.microsoft.com/office/drawing/2014/main" id="{62A2556C-4DF9-49F4-B79C-834A68DDD7FC}"/>
              </a:ext>
            </a:extLst>
          </p:cNvPr>
          <p:cNvGraphicFramePr>
            <a:graphicFrameLocks noGrp="1"/>
          </p:cNvGraphicFramePr>
          <p:nvPr/>
        </p:nvGraphicFramePr>
        <p:xfrm>
          <a:off x="611560" y="1708965"/>
          <a:ext cx="7848872" cy="1446065"/>
        </p:xfrm>
        <a:graphic>
          <a:graphicData uri="http://schemas.openxmlformats.org/drawingml/2006/table">
            <a:tbl>
              <a:tblPr/>
              <a:tblGrid>
                <a:gridCol w="918485">
                  <a:extLst>
                    <a:ext uri="{9D8B030D-6E8A-4147-A177-3AD203B41FA5}">
                      <a16:colId xmlns:a16="http://schemas.microsoft.com/office/drawing/2014/main" val="2290471650"/>
                    </a:ext>
                  </a:extLst>
                </a:gridCol>
                <a:gridCol w="2310129">
                  <a:extLst>
                    <a:ext uri="{9D8B030D-6E8A-4147-A177-3AD203B41FA5}">
                      <a16:colId xmlns:a16="http://schemas.microsoft.com/office/drawing/2014/main" val="1076126113"/>
                    </a:ext>
                  </a:extLst>
                </a:gridCol>
                <a:gridCol w="2310129">
                  <a:extLst>
                    <a:ext uri="{9D8B030D-6E8A-4147-A177-3AD203B41FA5}">
                      <a16:colId xmlns:a16="http://schemas.microsoft.com/office/drawing/2014/main" val="1866943822"/>
                    </a:ext>
                  </a:extLst>
                </a:gridCol>
                <a:gridCol w="2310129">
                  <a:extLst>
                    <a:ext uri="{9D8B030D-6E8A-4147-A177-3AD203B41FA5}">
                      <a16:colId xmlns:a16="http://schemas.microsoft.com/office/drawing/2014/main" val="2163627641"/>
                    </a:ext>
                  </a:extLst>
                </a:gridCol>
              </a:tblGrid>
              <a:tr h="289213">
                <a:tc>
                  <a:txBody>
                    <a:bodyPr/>
                    <a:lstStyle/>
                    <a:p>
                      <a:pPr algn="l" fontAlgn="ct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03764"/>
                    </a:solidFill>
                  </a:tcPr>
                </a:tc>
                <a:tc>
                  <a:txBody>
                    <a:bodyPr/>
                    <a:lstStyle/>
                    <a:p>
                      <a:pPr algn="ctr" fontAlgn="ctr"/>
                      <a:r>
                        <a:rPr lang="ja-JP" altLang="en-US" sz="1100" b="1" i="0" u="none" strike="noStrike">
                          <a:solidFill>
                            <a:srgbClr val="FFFFFF"/>
                          </a:solidFill>
                          <a:effectLst/>
                          <a:latin typeface="BIZ UDPゴシック" panose="020B0400000000000000" pitchFamily="50" charset="-128"/>
                          <a:ea typeface="BIZ UDPゴシック" panose="020B0400000000000000" pitchFamily="50" charset="-128"/>
                        </a:rPr>
                        <a:t>誰が支給する？</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いつ評価する？</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どうやって評価する？</a:t>
                      </a:r>
                    </a:p>
                  </a:txBody>
                  <a:tcPr marL="9525" marR="9525" marT="9525"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extLst>
                  <a:ext uri="{0D108BD9-81ED-4DB2-BD59-A6C34878D82A}">
                    <a16:rowId xmlns:a16="http://schemas.microsoft.com/office/drawing/2014/main" val="2636670554"/>
                  </a:ext>
                </a:extLst>
              </a:tr>
              <a:tr h="578426">
                <a:tc>
                  <a:txBody>
                    <a:bodyPr/>
                    <a:lstStyle/>
                    <a:p>
                      <a:pPr algn="ctr" fontAlgn="ct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給与</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203764"/>
                    </a:solidFill>
                  </a:tcPr>
                </a:tc>
                <a:tc>
                  <a:txBody>
                    <a:bodyPr/>
                    <a:lstStyle/>
                    <a:p>
                      <a:pPr algn="ctr"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会社が支給する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algn="ctr"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年</a:t>
                      </a:r>
                      <a:r>
                        <a:rPr lang="en-US" altLang="ja-JP" sz="1100" b="0" i="0" u="none" strike="noStrike" dirty="0">
                          <a:solidFill>
                            <a:srgbClr val="000000"/>
                          </a:solidFill>
                          <a:effectLst/>
                          <a:latin typeface="BIZ UDPゴシック" panose="020B0400000000000000" pitchFamily="50" charset="-128"/>
                          <a:ea typeface="BIZ UDPゴシック" panose="020B0400000000000000" pitchFamily="50" charset="-128"/>
                        </a:rPr>
                        <a:t>1</a:t>
                      </a: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回</a:t>
                      </a:r>
                      <a:endParaRPr lang="en-US" altLang="ja-JP" sz="11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algn="ctr"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格付会議で、総合的に評価する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396680410"/>
                  </a:ext>
                </a:extLst>
              </a:tr>
              <a:tr h="578426">
                <a:tc>
                  <a:txBody>
                    <a:bodyPr/>
                    <a:lstStyle/>
                    <a:p>
                      <a:pPr algn="ctr" fontAlgn="ct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エムエム</a:t>
                      </a:r>
                      <a:endPar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fontAlgn="ct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ポイント</a:t>
                      </a:r>
                    </a:p>
                  </a:txBody>
                  <a:tcPr marL="9525" marR="9525" marT="9525" marB="0" anchor="ctr">
                    <a:lnL w="38100" cap="flat" cmpd="sng" algn="ctr">
                      <a:solidFill>
                        <a:srgbClr val="FF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203764"/>
                    </a:solidFill>
                  </a:tcPr>
                </a:tc>
                <a:tc>
                  <a:txBody>
                    <a:bodyPr/>
                    <a:lstStyle/>
                    <a:p>
                      <a:pPr algn="ctr"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上司が支給する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algn="ctr"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1100" b="0" i="0" u="none" strike="noStrike" dirty="0">
                          <a:solidFill>
                            <a:srgbClr val="000000"/>
                          </a:solidFill>
                          <a:effectLst/>
                          <a:latin typeface="BIZ UDPゴシック" panose="020B0400000000000000" pitchFamily="50" charset="-128"/>
                          <a:ea typeface="BIZ UDPゴシック" panose="020B0400000000000000" pitchFamily="50" charset="-128"/>
                        </a:rPr>
                        <a:t>1</a:t>
                      </a: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回</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algn="ctr"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都度、案件を評価する</a:t>
                      </a:r>
                    </a:p>
                  </a:txBody>
                  <a:tcPr marL="9525" marR="9525" marT="9525" marB="0" anchor="ctr">
                    <a:lnL w="6350" cap="flat" cmpd="sng" algn="ctr">
                      <a:solidFill>
                        <a:srgbClr val="00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2181458301"/>
                  </a:ext>
                </a:extLst>
              </a:tr>
            </a:tbl>
          </a:graphicData>
        </a:graphic>
      </p:graphicFrame>
      <p:sp>
        <p:nvSpPr>
          <p:cNvPr id="18" name="正方形/長方形 17">
            <a:extLst>
              <a:ext uri="{FF2B5EF4-FFF2-40B4-BE49-F238E27FC236}">
                <a16:creationId xmlns:a16="http://schemas.microsoft.com/office/drawing/2014/main" id="{BD5D3FFA-377A-498D-AB63-43073345BC63}"/>
              </a:ext>
            </a:extLst>
          </p:cNvPr>
          <p:cNvSpPr/>
          <p:nvPr/>
        </p:nvSpPr>
        <p:spPr>
          <a:xfrm>
            <a:off x="2367040" y="3818041"/>
            <a:ext cx="3024336" cy="1446065"/>
          </a:xfrm>
          <a:prstGeom prst="rect">
            <a:avLst/>
          </a:prstGeom>
          <a:solidFill>
            <a:schemeClr val="accent1">
              <a:lumMod val="40000"/>
              <a:lumOff val="6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3" name="図 2" descr="おもちゃ, 女性, 時計, 男 が含まれている画像&#10;&#10;自動的に生成された説明">
            <a:extLst>
              <a:ext uri="{FF2B5EF4-FFF2-40B4-BE49-F238E27FC236}">
                <a16:creationId xmlns:a16="http://schemas.microsoft.com/office/drawing/2014/main" id="{E2A669FB-C350-4FA5-ADA3-2C56EA9330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23224" y="3892167"/>
            <a:ext cx="1125000" cy="1080000"/>
          </a:xfrm>
          <a:prstGeom prst="rect">
            <a:avLst/>
          </a:prstGeom>
          <a:solidFill>
            <a:schemeClr val="accent1">
              <a:lumMod val="40000"/>
              <a:lumOff val="60000"/>
            </a:schemeClr>
          </a:solidFill>
        </p:spPr>
      </p:pic>
      <p:pic>
        <p:nvPicPr>
          <p:cNvPr id="5" name="図 4" descr="白いバックグラウンドの前に立っているクマの人形&#10;&#10;低い精度で自動的に生成された説明">
            <a:extLst>
              <a:ext uri="{FF2B5EF4-FFF2-40B4-BE49-F238E27FC236}">
                <a16:creationId xmlns:a16="http://schemas.microsoft.com/office/drawing/2014/main" id="{723E9C20-5AE2-48B3-B880-BBDA1BF989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2655072" y="3892167"/>
            <a:ext cx="958498" cy="1080000"/>
          </a:xfrm>
          <a:prstGeom prst="rect">
            <a:avLst/>
          </a:prstGeom>
          <a:solidFill>
            <a:schemeClr val="accent1">
              <a:lumMod val="40000"/>
              <a:lumOff val="60000"/>
            </a:schemeClr>
          </a:solidFill>
        </p:spPr>
      </p:pic>
      <p:sp>
        <p:nvSpPr>
          <p:cNvPr id="21" name="矢印: 右 20">
            <a:extLst>
              <a:ext uri="{FF2B5EF4-FFF2-40B4-BE49-F238E27FC236}">
                <a16:creationId xmlns:a16="http://schemas.microsoft.com/office/drawing/2014/main" id="{EECEF40B-682F-462C-B93B-186F610DA776}"/>
              </a:ext>
            </a:extLst>
          </p:cNvPr>
          <p:cNvSpPr/>
          <p:nvPr/>
        </p:nvSpPr>
        <p:spPr>
          <a:xfrm>
            <a:off x="3645821" y="4254107"/>
            <a:ext cx="288032" cy="504056"/>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27" name="タイトル 1">
            <a:extLst>
              <a:ext uri="{FF2B5EF4-FFF2-40B4-BE49-F238E27FC236}">
                <a16:creationId xmlns:a16="http://schemas.microsoft.com/office/drawing/2014/main" id="{5FAED20F-50B7-4919-8B06-C34E7E7B2DC2}"/>
              </a:ext>
            </a:extLst>
          </p:cNvPr>
          <p:cNvSpPr txBox="1">
            <a:spLocks/>
          </p:cNvSpPr>
          <p:nvPr/>
        </p:nvSpPr>
        <p:spPr bwMode="auto">
          <a:xfrm>
            <a:off x="3963405" y="4897671"/>
            <a:ext cx="1239180" cy="340597"/>
          </a:xfrm>
          <a:prstGeom prst="rect">
            <a:avLst/>
          </a:prstGeom>
          <a:solidFill>
            <a:schemeClr val="accent1">
              <a:lumMod val="40000"/>
              <a:lumOff val="60000"/>
            </a:schemeClr>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a:lstStyle>
          <a:p>
            <a:pPr algn="ctr">
              <a:defRPr/>
            </a:pPr>
            <a:r>
              <a:rPr lang="ja-JP" altLang="en-US" sz="1200" dirty="0">
                <a:solidFill>
                  <a:schemeClr val="tx1"/>
                </a:solidFill>
                <a:latin typeface="BIZ UDPゴシック" panose="020B0400000000000000" pitchFamily="50" charset="-128"/>
                <a:ea typeface="BIZ UDPゴシック" panose="020B0400000000000000" pitchFamily="50" charset="-128"/>
              </a:rPr>
              <a:t>②幹部会で承認</a:t>
            </a:r>
            <a:endParaRPr lang="en-US" altLang="ja-JP" sz="1200" dirty="0">
              <a:solidFill>
                <a:schemeClr val="tx1"/>
              </a:solidFill>
              <a:latin typeface="BIZ UDPゴシック" panose="020B0400000000000000" pitchFamily="50" charset="-128"/>
              <a:ea typeface="BIZ UDPゴシック" panose="020B0400000000000000" pitchFamily="50" charset="-128"/>
            </a:endParaRPr>
          </a:p>
        </p:txBody>
      </p:sp>
      <p:sp>
        <p:nvSpPr>
          <p:cNvPr id="20" name="吹き出し: 四角形 19">
            <a:extLst>
              <a:ext uri="{FF2B5EF4-FFF2-40B4-BE49-F238E27FC236}">
                <a16:creationId xmlns:a16="http://schemas.microsoft.com/office/drawing/2014/main" id="{3284423D-96D6-4A4B-B1AF-FB030E771BE7}"/>
              </a:ext>
            </a:extLst>
          </p:cNvPr>
          <p:cNvSpPr/>
          <p:nvPr/>
        </p:nvSpPr>
        <p:spPr>
          <a:xfrm>
            <a:off x="2367040" y="3158837"/>
            <a:ext cx="3024336" cy="720080"/>
          </a:xfrm>
          <a:prstGeom prst="wedgeRectCallout">
            <a:avLst>
              <a:gd name="adj1" fmla="val 18882"/>
              <a:gd name="adj2" fmla="val 76754"/>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最大</a:t>
            </a:r>
            <a:r>
              <a:rPr kumimoji="1" lang="en-US" altLang="ja-JP" b="1"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1,000,000pt/</a:t>
            </a:r>
            <a:r>
              <a:rPr lang="ja-JP" altLang="en-US" b="1"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月</a:t>
            </a:r>
            <a:endParaRPr kumimoji="1" lang="en-US" altLang="ja-JP" b="1"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0" name="吹き出し: 四角形 29">
            <a:extLst>
              <a:ext uri="{FF2B5EF4-FFF2-40B4-BE49-F238E27FC236}">
                <a16:creationId xmlns:a16="http://schemas.microsoft.com/office/drawing/2014/main" id="{7DDF1CB4-1418-43E4-B9DA-B89BBF833C39}"/>
              </a:ext>
            </a:extLst>
          </p:cNvPr>
          <p:cNvSpPr/>
          <p:nvPr/>
        </p:nvSpPr>
        <p:spPr>
          <a:xfrm>
            <a:off x="1258185" y="4951417"/>
            <a:ext cx="1125000" cy="340597"/>
          </a:xfrm>
          <a:prstGeom prst="wedgeRectCallout">
            <a:avLst>
              <a:gd name="adj1" fmla="val 18882"/>
              <a:gd name="adj2" fmla="val 76754"/>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※1pt</a:t>
            </a:r>
            <a:r>
              <a:rPr kumimoji="1" lang="ja-JP" altLang="en-US" sz="1100" b="1"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kumimoji="1" lang="en-US" altLang="ja-JP" sz="1100" b="1"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1</a:t>
            </a:r>
            <a:r>
              <a:rPr kumimoji="1" lang="ja-JP" altLang="en-US" sz="1100" b="1"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円</a:t>
            </a:r>
            <a:endParaRPr kumimoji="1" lang="en-US" altLang="ja-JP" sz="1100" b="1"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1" name="正方形/長方形 30">
            <a:extLst>
              <a:ext uri="{FF2B5EF4-FFF2-40B4-BE49-F238E27FC236}">
                <a16:creationId xmlns:a16="http://schemas.microsoft.com/office/drawing/2014/main" id="{388105AC-5253-4F59-8DE7-0E2097BC4BCA}"/>
              </a:ext>
            </a:extLst>
          </p:cNvPr>
          <p:cNvSpPr/>
          <p:nvPr/>
        </p:nvSpPr>
        <p:spPr>
          <a:xfrm>
            <a:off x="113979" y="5460583"/>
            <a:ext cx="8928995" cy="1190732"/>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0128" tIns="50065" rIns="100128" bIns="50065" rtlCol="0" anchor="ctr"/>
          <a:lstStyle/>
          <a:p>
            <a:pPr marL="171450" indent="-171450">
              <a:buFont typeface="Arial" panose="020B0604020202020204" pitchFamily="34" charset="0"/>
              <a:buChar char="•"/>
              <a:defRPr/>
            </a:pPr>
            <a:r>
              <a:rPr lang="ja-JP" altLang="en-US" sz="1100" dirty="0">
                <a:solidFill>
                  <a:schemeClr val="tx1"/>
                </a:solidFill>
                <a:latin typeface="BIZ UDPゴシック" panose="020B0400000000000000" pitchFamily="50" charset="-128"/>
                <a:ea typeface="BIZ UDPゴシック" panose="020B0400000000000000" pitchFamily="50" charset="-128"/>
              </a:rPr>
              <a:t>運用方法は、①グループ外事業への貢献（</a:t>
            </a:r>
            <a:r>
              <a:rPr lang="ja-JP" altLang="en-US" sz="1100"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rPr>
              <a:t>外販案件の受注・外販現場の運用への貢献度・新規事業の立案・新商材の開発調達 等</a:t>
            </a:r>
            <a:r>
              <a:rPr lang="ja-JP" altLang="en-US" sz="1100" dirty="0">
                <a:solidFill>
                  <a:schemeClr val="tx1"/>
                </a:solidFill>
                <a:latin typeface="BIZ UDPゴシック" panose="020B0400000000000000" pitchFamily="50" charset="-128"/>
                <a:ea typeface="BIZ UDPゴシック" panose="020B0400000000000000" pitchFamily="50" charset="-128"/>
              </a:rPr>
              <a:t>）、②業務改善、③保有資格の有効活用等、各現場にて成果をあげたと認められる者を、役職者である「部長」及び「統括リーダー」、または「部長から指名を受けた者」が人選し、幹部会へ推薦する。幹部会では被推薦者を承認し、エムエムポイントを付与する。</a:t>
            </a:r>
            <a:endParaRPr lang="en-US" altLang="ja-JP" sz="1100" dirty="0">
              <a:solidFill>
                <a:schemeClr val="tx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defRPr/>
            </a:pPr>
            <a:r>
              <a:rPr lang="ja-JP" altLang="en-US" sz="1100" dirty="0">
                <a:solidFill>
                  <a:schemeClr val="tx1"/>
                </a:solidFill>
                <a:latin typeface="BIZ UDPゴシック" panose="020B0400000000000000" pitchFamily="50" charset="-128"/>
                <a:ea typeface="BIZ UDPゴシック" panose="020B0400000000000000" pitchFamily="50" charset="-128"/>
              </a:rPr>
              <a:t>エムエムポイントとは、すでに</a:t>
            </a:r>
            <a:r>
              <a:rPr lang="en-US" altLang="ja-JP" sz="1100" dirty="0">
                <a:solidFill>
                  <a:schemeClr val="tx1"/>
                </a:solidFill>
                <a:latin typeface="BIZ UDPゴシック" panose="020B0400000000000000" pitchFamily="50" charset="-128"/>
                <a:ea typeface="BIZ UDPゴシック" panose="020B0400000000000000" pitchFamily="50" charset="-128"/>
              </a:rPr>
              <a:t>MMI</a:t>
            </a:r>
            <a:r>
              <a:rPr lang="ja-JP" altLang="en-US" sz="1100" dirty="0">
                <a:solidFill>
                  <a:schemeClr val="tx1"/>
                </a:solidFill>
                <a:latin typeface="BIZ UDPゴシック" panose="020B0400000000000000" pitchFamily="50" charset="-128"/>
                <a:ea typeface="BIZ UDPゴシック" panose="020B0400000000000000" pitchFamily="50" charset="-128"/>
              </a:rPr>
              <a:t>で賞与支給時に運用している「カフェテリアポイント（ボーナスポイント）」を採用する。月に付与できるポイントは、最大</a:t>
            </a:r>
            <a:r>
              <a:rPr lang="en-US" altLang="ja-JP" sz="1100" dirty="0">
                <a:solidFill>
                  <a:schemeClr val="tx1"/>
                </a:solidFill>
                <a:latin typeface="BIZ UDPゴシック" panose="020B0400000000000000" pitchFamily="50" charset="-128"/>
                <a:ea typeface="BIZ UDPゴシック" panose="020B0400000000000000" pitchFamily="50" charset="-128"/>
              </a:rPr>
              <a:t>1,000,000pt</a:t>
            </a:r>
            <a:r>
              <a:rPr lang="ja-JP" altLang="en-US" sz="1100" dirty="0">
                <a:solidFill>
                  <a:schemeClr val="tx1"/>
                </a:solidFill>
                <a:latin typeface="BIZ UDPゴシック" panose="020B0400000000000000" pitchFamily="50" charset="-128"/>
                <a:ea typeface="BIZ UDPゴシック" panose="020B0400000000000000" pitchFamily="50" charset="-128"/>
              </a:rPr>
              <a:t>（≒</a:t>
            </a:r>
            <a:r>
              <a:rPr lang="en-US" altLang="ja-JP" sz="1100" dirty="0">
                <a:solidFill>
                  <a:schemeClr val="tx1"/>
                </a:solidFill>
                <a:latin typeface="BIZ UDPゴシック" panose="020B0400000000000000" pitchFamily="50" charset="-128"/>
                <a:ea typeface="BIZ UDPゴシック" panose="020B0400000000000000" pitchFamily="50" charset="-128"/>
              </a:rPr>
              <a:t>1,000,000</a:t>
            </a:r>
            <a:r>
              <a:rPr lang="ja-JP" altLang="en-US" sz="1100" dirty="0">
                <a:solidFill>
                  <a:schemeClr val="tx1"/>
                </a:solidFill>
                <a:latin typeface="BIZ UDPゴシック" panose="020B0400000000000000" pitchFamily="50" charset="-128"/>
                <a:ea typeface="BIZ UDPゴシック" panose="020B0400000000000000" pitchFamily="50" charset="-128"/>
              </a:rPr>
              <a:t>円）までとする。</a:t>
            </a:r>
            <a:endParaRPr lang="en-US" altLang="ja-JP" sz="1100" dirty="0">
              <a:solidFill>
                <a:schemeClr val="tx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defRPr/>
            </a:pPr>
            <a:r>
              <a:rPr lang="ja-JP" altLang="en-US" sz="1100" dirty="0">
                <a:solidFill>
                  <a:schemeClr val="tx1"/>
                </a:solidFill>
                <a:latin typeface="BIZ UDPゴシック" panose="020B0400000000000000" pitchFamily="50" charset="-128"/>
                <a:ea typeface="BIZ UDPゴシック" panose="020B0400000000000000" pitchFamily="50" charset="-128"/>
              </a:rPr>
              <a:t>付与したポイントに関する費用コントロールは、毎月</a:t>
            </a:r>
            <a:r>
              <a:rPr lang="en-US" altLang="ja-JP" sz="1100" dirty="0">
                <a:solidFill>
                  <a:schemeClr val="tx1"/>
                </a:solidFill>
                <a:latin typeface="BIZ UDPゴシック" panose="020B0400000000000000" pitchFamily="50" charset="-128"/>
                <a:ea typeface="BIZ UDPゴシック" panose="020B0400000000000000" pitchFamily="50" charset="-128"/>
              </a:rPr>
              <a:t>1</a:t>
            </a:r>
            <a:r>
              <a:rPr lang="ja-JP" altLang="en-US" sz="1100" dirty="0">
                <a:solidFill>
                  <a:schemeClr val="tx1"/>
                </a:solidFill>
                <a:latin typeface="BIZ UDPゴシック" panose="020B0400000000000000" pitchFamily="50" charset="-128"/>
                <a:ea typeface="BIZ UDPゴシック" panose="020B0400000000000000" pitchFamily="50" charset="-128"/>
              </a:rPr>
              <a:t>回、管理部門で確認する。定期的な振り返りを行いながら、原資のコントロールを行う。</a:t>
            </a:r>
            <a:endParaRPr lang="en-US" altLang="ja-JP" sz="1100" dirty="0">
              <a:solidFill>
                <a:schemeClr val="tx1"/>
              </a:solidFill>
              <a:latin typeface="BIZ UDPゴシック" panose="020B0400000000000000" pitchFamily="50" charset="-128"/>
              <a:ea typeface="BIZ UDPゴシック" panose="020B0400000000000000" pitchFamily="50" charset="-128"/>
            </a:endParaRPr>
          </a:p>
        </p:txBody>
      </p:sp>
      <p:pic>
        <p:nvPicPr>
          <p:cNvPr id="60" name="図 59" descr="おもちゃ が含まれている画像&#10;&#10;自動的に生成された説明">
            <a:extLst>
              <a:ext uri="{FF2B5EF4-FFF2-40B4-BE49-F238E27FC236}">
                <a16:creationId xmlns:a16="http://schemas.microsoft.com/office/drawing/2014/main" id="{130FD864-F92E-4762-ACCC-60105E5061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49323" y="3885956"/>
            <a:ext cx="650128" cy="1012309"/>
          </a:xfrm>
          <a:prstGeom prst="rect">
            <a:avLst/>
          </a:prstGeom>
        </p:spPr>
      </p:pic>
      <p:sp>
        <p:nvSpPr>
          <p:cNvPr id="62" name="矢印: 右 61">
            <a:extLst>
              <a:ext uri="{FF2B5EF4-FFF2-40B4-BE49-F238E27FC236}">
                <a16:creationId xmlns:a16="http://schemas.microsoft.com/office/drawing/2014/main" id="{45E502C0-4D5C-4D61-975E-72F6CEE63ABD}"/>
              </a:ext>
            </a:extLst>
          </p:cNvPr>
          <p:cNvSpPr/>
          <p:nvPr/>
        </p:nvSpPr>
        <p:spPr>
          <a:xfrm rot="10800000">
            <a:off x="5797379" y="4231984"/>
            <a:ext cx="288032" cy="504056"/>
          </a:xfrm>
          <a:prstGeom prst="rightArrow">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63" name="タイトル 1">
            <a:extLst>
              <a:ext uri="{FF2B5EF4-FFF2-40B4-BE49-F238E27FC236}">
                <a16:creationId xmlns:a16="http://schemas.microsoft.com/office/drawing/2014/main" id="{8C0C7B24-D8AD-4CEA-A9EF-C4B69383522F}"/>
              </a:ext>
            </a:extLst>
          </p:cNvPr>
          <p:cNvSpPr txBox="1">
            <a:spLocks/>
          </p:cNvSpPr>
          <p:nvPr/>
        </p:nvSpPr>
        <p:spPr bwMode="auto">
          <a:xfrm>
            <a:off x="5405335" y="4867326"/>
            <a:ext cx="1117571" cy="34059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a:lstStyle>
          <a:p>
            <a:pPr algn="ctr">
              <a:defRPr/>
            </a:pPr>
            <a:r>
              <a:rPr lang="ja-JP" altLang="en-US" sz="1200" dirty="0">
                <a:solidFill>
                  <a:schemeClr val="tx1"/>
                </a:solidFill>
                <a:latin typeface="BIZ UDPゴシック" panose="020B0400000000000000" pitchFamily="50" charset="-128"/>
                <a:ea typeface="BIZ UDPゴシック" panose="020B0400000000000000" pitchFamily="50" charset="-128"/>
              </a:rPr>
              <a:t>③費用</a:t>
            </a:r>
            <a:endParaRPr lang="en-US" altLang="ja-JP" sz="1200" dirty="0">
              <a:solidFill>
                <a:schemeClr val="tx1"/>
              </a:solidFill>
              <a:latin typeface="BIZ UDPゴシック" panose="020B0400000000000000" pitchFamily="50" charset="-128"/>
              <a:ea typeface="BIZ UDPゴシック" panose="020B0400000000000000" pitchFamily="50" charset="-128"/>
            </a:endParaRPr>
          </a:p>
          <a:p>
            <a:pPr algn="ctr">
              <a:defRPr/>
            </a:pPr>
            <a:r>
              <a:rPr lang="ja-JP" altLang="en-US" sz="1200" dirty="0">
                <a:solidFill>
                  <a:schemeClr val="tx1"/>
                </a:solidFill>
                <a:latin typeface="BIZ UDPゴシック" panose="020B0400000000000000" pitchFamily="50" charset="-128"/>
                <a:ea typeface="BIZ UDPゴシック" panose="020B0400000000000000" pitchFamily="50" charset="-128"/>
              </a:rPr>
              <a:t>コントロール</a:t>
            </a:r>
            <a:endParaRPr lang="en-US" altLang="ja-JP" sz="1200" dirty="0">
              <a:solidFill>
                <a:schemeClr val="tx1"/>
              </a:solidFill>
              <a:latin typeface="BIZ UDPゴシック" panose="020B0400000000000000" pitchFamily="50" charset="-128"/>
              <a:ea typeface="BIZ UDPゴシック" panose="020B0400000000000000" pitchFamily="50" charset="-128"/>
            </a:endParaRPr>
          </a:p>
        </p:txBody>
      </p:sp>
      <p:sp>
        <p:nvSpPr>
          <p:cNvPr id="64" name="タイトル 1">
            <a:extLst>
              <a:ext uri="{FF2B5EF4-FFF2-40B4-BE49-F238E27FC236}">
                <a16:creationId xmlns:a16="http://schemas.microsoft.com/office/drawing/2014/main" id="{7D9468A9-AB23-4854-A330-57C41EFD3101}"/>
              </a:ext>
            </a:extLst>
          </p:cNvPr>
          <p:cNvSpPr txBox="1">
            <a:spLocks/>
          </p:cNvSpPr>
          <p:nvPr/>
        </p:nvSpPr>
        <p:spPr bwMode="auto">
          <a:xfrm>
            <a:off x="6808558" y="4961424"/>
            <a:ext cx="801306" cy="152400"/>
          </a:xfrm>
          <a:prstGeom prst="rect">
            <a:avLst/>
          </a:prstGeom>
          <a:noFill/>
        </p:spPr>
        <p:txBody>
          <a:bodyPr vert="horz" wrap="square" lIns="91440" tIns="45720" rIns="91440" bIns="45720" numCol="1" anchor="ctr" anchorCtr="0" compatLnSpc="1">
            <a:prstTxWarp prst="textNoShape">
              <a:avLst/>
            </a:prstTxWarp>
            <a:noAutofit/>
          </a:bodyPr>
          <a:lst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a:lstStyle>
          <a:p>
            <a:pPr algn="ctr">
              <a:defRPr/>
            </a:pPr>
            <a:r>
              <a:rPr lang="ja-JP" altLang="en-US" sz="1200" dirty="0">
                <a:solidFill>
                  <a:schemeClr val="tx1"/>
                </a:solidFill>
                <a:latin typeface="BIZ UDPゴシック" panose="020B0400000000000000" pitchFamily="50" charset="-128"/>
                <a:ea typeface="BIZ UDPゴシック" panose="020B0400000000000000" pitchFamily="50" charset="-128"/>
              </a:rPr>
              <a:t>管理部</a:t>
            </a:r>
            <a:endParaRPr lang="en-US" altLang="ja-JP" sz="1200" dirty="0">
              <a:solidFill>
                <a:schemeClr val="tx1"/>
              </a:solidFill>
              <a:latin typeface="BIZ UDPゴシック" panose="020B0400000000000000" pitchFamily="50" charset="-128"/>
              <a:ea typeface="BIZ UDPゴシック" panose="020B0400000000000000" pitchFamily="50" charset="-128"/>
            </a:endParaRPr>
          </a:p>
        </p:txBody>
      </p:sp>
      <p:sp>
        <p:nvSpPr>
          <p:cNvPr id="72" name="吹き出し: 四角形 71">
            <a:extLst>
              <a:ext uri="{FF2B5EF4-FFF2-40B4-BE49-F238E27FC236}">
                <a16:creationId xmlns:a16="http://schemas.microsoft.com/office/drawing/2014/main" id="{B74B64F2-740C-431B-9D33-ED766B0D76CE}"/>
              </a:ext>
            </a:extLst>
          </p:cNvPr>
          <p:cNvSpPr/>
          <p:nvPr/>
        </p:nvSpPr>
        <p:spPr>
          <a:xfrm>
            <a:off x="713385" y="3345839"/>
            <a:ext cx="1507866" cy="537396"/>
          </a:xfrm>
          <a:prstGeom prst="wedgeRectCallout">
            <a:avLst>
              <a:gd name="adj1" fmla="val 74195"/>
              <a:gd name="adj2" fmla="val -10350"/>
            </a:avLst>
          </a:prstGeom>
          <a:solidFill>
            <a:srgbClr val="CF7977"/>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lumMod val="95000"/>
                  </a:schemeClr>
                </a:solidFill>
                <a:latin typeface="BIZ UDPゴシック" panose="020B0400000000000000" pitchFamily="50" charset="-128"/>
                <a:ea typeface="BIZ UDPゴシック" panose="020B0400000000000000" pitchFamily="50" charset="-128"/>
                <a:cs typeface="メイリオ" panose="020B0604030504040204" pitchFamily="50" charset="-128"/>
              </a:rPr>
              <a:t>対象は全員</a:t>
            </a:r>
            <a:r>
              <a:rPr lang="ja-JP" altLang="en-US" sz="1200" b="1" dirty="0">
                <a:solidFill>
                  <a:schemeClr val="bg1">
                    <a:lumMod val="95000"/>
                  </a:schemeClr>
                </a:solidFill>
                <a:latin typeface="BIZ UDPゴシック" panose="020B0400000000000000" pitchFamily="50" charset="-128"/>
                <a:ea typeface="BIZ UDPゴシック" panose="020B0400000000000000" pitchFamily="50" charset="-128"/>
                <a:cs typeface="メイリオ" panose="020B0604030504040204" pitchFamily="50" charset="-128"/>
              </a:rPr>
              <a:t>！</a:t>
            </a:r>
            <a:endParaRPr lang="en-US" altLang="ja-JP" sz="1200" b="1" dirty="0">
              <a:solidFill>
                <a:schemeClr val="bg1">
                  <a:lumMod val="95000"/>
                </a:schemeClr>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algn="ctr"/>
            <a:r>
              <a:rPr lang="ja-JP" altLang="en-US" sz="1200" b="1" dirty="0">
                <a:solidFill>
                  <a:schemeClr val="bg1">
                    <a:lumMod val="95000"/>
                  </a:schemeClr>
                </a:solidFill>
                <a:latin typeface="BIZ UDPゴシック" panose="020B0400000000000000" pitchFamily="50" charset="-128"/>
                <a:ea typeface="BIZ UDPゴシック" panose="020B0400000000000000" pitchFamily="50" charset="-128"/>
                <a:cs typeface="メイリオ" panose="020B0604030504040204" pitchFamily="50" charset="-128"/>
              </a:rPr>
              <a:t>（月給者・時給者）</a:t>
            </a:r>
            <a:endParaRPr kumimoji="1" lang="ja-JP" altLang="en-US" sz="1400" b="1" dirty="0">
              <a:solidFill>
                <a:schemeClr val="bg1">
                  <a:lumMod val="95000"/>
                </a:schemeClr>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26" name="タイトル 1">
            <a:extLst>
              <a:ext uri="{FF2B5EF4-FFF2-40B4-BE49-F238E27FC236}">
                <a16:creationId xmlns:a16="http://schemas.microsoft.com/office/drawing/2014/main" id="{1B25E6C6-2FFA-4E71-B95D-5841AA3800D0}"/>
              </a:ext>
            </a:extLst>
          </p:cNvPr>
          <p:cNvSpPr txBox="1">
            <a:spLocks/>
          </p:cNvSpPr>
          <p:nvPr/>
        </p:nvSpPr>
        <p:spPr bwMode="auto">
          <a:xfrm>
            <a:off x="2422192" y="4897671"/>
            <a:ext cx="1239180" cy="340597"/>
          </a:xfrm>
          <a:prstGeom prst="rect">
            <a:avLst/>
          </a:prstGeom>
          <a:solidFill>
            <a:schemeClr val="accent1">
              <a:lumMod val="40000"/>
              <a:lumOff val="60000"/>
            </a:schemeClr>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a:lstStyle>
          <a:p>
            <a:pPr algn="ctr">
              <a:defRPr/>
            </a:pPr>
            <a:r>
              <a:rPr lang="ja-JP" altLang="en-US" sz="1200" dirty="0">
                <a:solidFill>
                  <a:schemeClr val="tx1"/>
                </a:solidFill>
                <a:latin typeface="BIZ UDPゴシック" panose="020B0400000000000000" pitchFamily="50" charset="-128"/>
                <a:ea typeface="BIZ UDPゴシック" panose="020B0400000000000000" pitchFamily="50" charset="-128"/>
              </a:rPr>
              <a:t>①部長等が推薦</a:t>
            </a:r>
            <a:endParaRPr lang="en-US" altLang="ja-JP" sz="1200" dirty="0">
              <a:solidFill>
                <a:schemeClr val="tx1"/>
              </a:solidFill>
              <a:latin typeface="BIZ UDPゴシック" panose="020B0400000000000000" pitchFamily="50" charset="-128"/>
              <a:ea typeface="BIZ UDPゴシック" panose="020B0400000000000000" pitchFamily="50" charset="-128"/>
            </a:endParaRPr>
          </a:p>
        </p:txBody>
      </p:sp>
      <p:sp>
        <p:nvSpPr>
          <p:cNvPr id="22" name="タイトル 1">
            <a:extLst>
              <a:ext uri="{FF2B5EF4-FFF2-40B4-BE49-F238E27FC236}">
                <a16:creationId xmlns:a16="http://schemas.microsoft.com/office/drawing/2014/main" id="{0C5D1B10-486C-4494-AB74-E1E3D90E3A82}"/>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ja-JP" altLang="en-US" sz="1100" dirty="0">
                <a:latin typeface="BIZ UDPゴシック" panose="020B0400000000000000" pitchFamily="50" charset="-128"/>
                <a:ea typeface="BIZ UDPゴシック" panose="020B0400000000000000" pitchFamily="50" charset="-128"/>
              </a:rPr>
              <a:t>更新：</a:t>
            </a:r>
            <a:r>
              <a:rPr lang="en-US" altLang="ja-JP" sz="1100" dirty="0">
                <a:latin typeface="BIZ UDPゴシック" panose="020B0400000000000000" pitchFamily="50" charset="-128"/>
                <a:ea typeface="BIZ UDPゴシック" panose="020B0400000000000000" pitchFamily="50" charset="-128"/>
              </a:rPr>
              <a:t>2022</a:t>
            </a:r>
            <a:r>
              <a:rPr lang="ja-JP" altLang="en-US" sz="1100" dirty="0">
                <a:latin typeface="BIZ UDPゴシック" panose="020B0400000000000000" pitchFamily="50" charset="-128"/>
                <a:ea typeface="BIZ UDPゴシック" panose="020B0400000000000000" pitchFamily="50" charset="-128"/>
              </a:rPr>
              <a:t>年</a:t>
            </a:r>
            <a:r>
              <a:rPr lang="en-US" altLang="ja-JP" sz="1100" dirty="0">
                <a:latin typeface="BIZ UDPゴシック" panose="020B0400000000000000" pitchFamily="50" charset="-128"/>
                <a:ea typeface="BIZ UDPゴシック" panose="020B0400000000000000" pitchFamily="50" charset="-128"/>
              </a:rPr>
              <a:t>5</a:t>
            </a:r>
            <a:r>
              <a:rPr lang="ja-JP" altLang="en-US" sz="1100" dirty="0">
                <a:latin typeface="BIZ UDPゴシック" panose="020B0400000000000000" pitchFamily="50" charset="-128"/>
                <a:ea typeface="BIZ UDPゴシック" panose="020B0400000000000000" pitchFamily="50" charset="-128"/>
              </a:rPr>
              <a:t>月</a:t>
            </a:r>
            <a:r>
              <a:rPr lang="en-US" altLang="ja-JP" sz="1100" dirty="0">
                <a:latin typeface="BIZ UDPゴシック" panose="020B0400000000000000" pitchFamily="50" charset="-128"/>
                <a:ea typeface="BIZ UDPゴシック" panose="020B0400000000000000" pitchFamily="50" charset="-128"/>
              </a:rPr>
              <a:t>2</a:t>
            </a:r>
            <a:r>
              <a:rPr lang="ja-JP" altLang="en-US" sz="1100" dirty="0">
                <a:latin typeface="BIZ UDPゴシック" panose="020B0400000000000000" pitchFamily="50" charset="-128"/>
                <a:ea typeface="BIZ UDPゴシック" panose="020B0400000000000000" pitchFamily="50" charset="-128"/>
              </a:rPr>
              <a:t>日</a:t>
            </a:r>
            <a:endParaRPr lang="en-US" altLang="ja-JP" sz="1100" dirty="0">
              <a:latin typeface="BIZ UDPゴシック" panose="020B0400000000000000" pitchFamily="50" charset="-128"/>
              <a:ea typeface="BIZ UDPゴシック" panose="020B0400000000000000" pitchFamily="50" charset="-128"/>
            </a:endParaRPr>
          </a:p>
          <a:p>
            <a:pPr algn="r"/>
            <a:r>
              <a:rPr lang="ja-JP" altLang="en-US" sz="1100" dirty="0">
                <a:latin typeface="BIZ UDPゴシック" panose="020B0400000000000000" pitchFamily="50" charset="-128"/>
                <a:ea typeface="BIZ UDPゴシック" panose="020B0400000000000000" pitchFamily="50" charset="-128"/>
              </a:rPr>
              <a:t>株式会社エムエムインターナショナル</a:t>
            </a:r>
            <a:endParaRPr lang="en-US" altLang="ja-JP" sz="1100" dirty="0">
              <a:latin typeface="BIZ UDPゴシック" panose="020B0400000000000000" pitchFamily="50" charset="-128"/>
              <a:ea typeface="BIZ UDPゴシック" panose="020B0400000000000000" pitchFamily="50" charset="-128"/>
            </a:endParaRPr>
          </a:p>
        </p:txBody>
      </p:sp>
      <p:sp>
        <p:nvSpPr>
          <p:cNvPr id="23" name="タイトル 1">
            <a:extLst>
              <a:ext uri="{FF2B5EF4-FFF2-40B4-BE49-F238E27FC236}">
                <a16:creationId xmlns:a16="http://schemas.microsoft.com/office/drawing/2014/main" id="{5997BAA3-DCAA-585A-B5BD-8EC616BD9725}"/>
              </a:ext>
            </a:extLst>
          </p:cNvPr>
          <p:cNvSpPr txBox="1">
            <a:spLocks/>
          </p:cNvSpPr>
          <p:nvPr/>
        </p:nvSpPr>
        <p:spPr>
          <a:xfrm>
            <a:off x="533064" y="1281207"/>
            <a:ext cx="4759016"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l"/>
            <a:r>
              <a:rPr lang="en-US" altLang="ja-JP" sz="1100" dirty="0">
                <a:latin typeface="BIZ UDPゴシック" panose="020B0400000000000000" pitchFamily="50" charset="-128"/>
                <a:ea typeface="BIZ UDPゴシック" panose="020B0400000000000000" pitchFamily="50" charset="-128"/>
              </a:rPr>
              <a:t>※</a:t>
            </a:r>
            <a:r>
              <a:rPr lang="ja-JP" altLang="en-US" sz="1100" dirty="0">
                <a:latin typeface="BIZ UDPゴシック" panose="020B0400000000000000" pitchFamily="50" charset="-128"/>
                <a:ea typeface="BIZ UDPゴシック" panose="020B0400000000000000" pitchFamily="50" charset="-128"/>
              </a:rPr>
              <a:t>以下の「給与との比較」や「図解」はわかり易いようイメージしたものです</a:t>
            </a:r>
            <a:endParaRPr lang="en-US" altLang="ja-JP" sz="11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636537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 Box 31">
            <a:extLst>
              <a:ext uri="{FF2B5EF4-FFF2-40B4-BE49-F238E27FC236}">
                <a16:creationId xmlns:a16="http://schemas.microsoft.com/office/drawing/2014/main" id="{3315535B-0AA2-4245-A1F7-E3B6DEA11308}"/>
              </a:ext>
            </a:extLst>
          </p:cNvPr>
          <p:cNvSpPr txBox="1">
            <a:spLocks noChangeArrowheads="1"/>
          </p:cNvSpPr>
          <p:nvPr/>
        </p:nvSpPr>
        <p:spPr bwMode="auto">
          <a:xfrm>
            <a:off x="8767432" y="6689416"/>
            <a:ext cx="371897"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BIZ UDPゴシック" panose="020B0400000000000000" pitchFamily="50" charset="-128"/>
                <a:ea typeface="BIZ UDPゴシック" panose="020B0400000000000000" pitchFamily="50" charset="-128"/>
              </a:rPr>
              <a:t>－</a:t>
            </a:r>
            <a:fld id="{B0F819B3-9E8F-4282-8AF7-A5F025A1BD25}" type="slidenum">
              <a:rPr lang="ja-JP" altLang="en-US" sz="1050">
                <a:latin typeface="BIZ UDPゴシック" panose="020B0400000000000000" pitchFamily="50" charset="-128"/>
                <a:ea typeface="BIZ UDPゴシック" panose="020B0400000000000000" pitchFamily="50" charset="-128"/>
              </a:rPr>
              <a:pPr algn="ctr" eaLnBrk="0" hangingPunct="0">
                <a:lnSpc>
                  <a:spcPct val="100000"/>
                </a:lnSpc>
                <a:buClrTx/>
                <a:buSzTx/>
                <a:buFontTx/>
                <a:buNone/>
              </a:pPr>
              <a:t>23</a:t>
            </a:fld>
            <a:r>
              <a:rPr lang="ja-JP" altLang="en-US" sz="1050" dirty="0">
                <a:latin typeface="BIZ UDPゴシック" panose="020B0400000000000000" pitchFamily="50" charset="-128"/>
                <a:ea typeface="BIZ UDPゴシック" panose="020B0400000000000000" pitchFamily="50" charset="-128"/>
              </a:rPr>
              <a:t>－</a:t>
            </a:r>
          </a:p>
        </p:txBody>
      </p:sp>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lang="ja-JP" altLang="en-US" sz="1600" dirty="0">
                <a:latin typeface="BIZ UDPゴシック" panose="020B0400000000000000" pitchFamily="50" charset="-128"/>
                <a:ea typeface="BIZ UDPゴシック" panose="020B0400000000000000" pitchFamily="50" charset="-128"/>
              </a:rPr>
              <a:t>報酬面　企業通貨（エムエムポイント）付与の内容について</a:t>
            </a:r>
            <a:endParaRPr kumimoji="0" lang="en-US" altLang="ja-JP"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endParaRPr>
          </a:p>
        </p:txBody>
      </p:sp>
      <p:sp>
        <p:nvSpPr>
          <p:cNvPr id="31" name="正方形/長方形 30">
            <a:extLst>
              <a:ext uri="{FF2B5EF4-FFF2-40B4-BE49-F238E27FC236}">
                <a16:creationId xmlns:a16="http://schemas.microsoft.com/office/drawing/2014/main" id="{388105AC-5253-4F59-8DE7-0E2097BC4BCA}"/>
              </a:ext>
            </a:extLst>
          </p:cNvPr>
          <p:cNvSpPr/>
          <p:nvPr/>
        </p:nvSpPr>
        <p:spPr>
          <a:xfrm>
            <a:off x="113979" y="5312818"/>
            <a:ext cx="8928995" cy="1338497"/>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0128" tIns="50065" rIns="100128" bIns="50065" rtlCol="0" anchor="ctr"/>
          <a:lstStyle/>
          <a:p>
            <a:pPr marL="171450" indent="-171450">
              <a:buFont typeface="Arial" panose="020B0604020202020204" pitchFamily="34" charset="0"/>
              <a:buChar char="•"/>
              <a:defRPr/>
            </a:pPr>
            <a:r>
              <a:rPr lang="ja-JP" altLang="en-US" sz="1100" dirty="0">
                <a:solidFill>
                  <a:schemeClr val="tx1"/>
                </a:solidFill>
                <a:latin typeface="BIZ UDPゴシック" panose="020B0400000000000000" pitchFamily="50" charset="-128"/>
                <a:ea typeface="BIZ UDPゴシック" panose="020B0400000000000000" pitchFamily="50" charset="-128"/>
              </a:rPr>
              <a:t>企業通貨（エムエムポイント）は</a:t>
            </a:r>
            <a:r>
              <a:rPr lang="en-US" altLang="ja-JP" sz="1100" dirty="0">
                <a:solidFill>
                  <a:schemeClr val="tx1"/>
                </a:solidFill>
                <a:latin typeface="BIZ UDPゴシック" panose="020B0400000000000000" pitchFamily="50" charset="-128"/>
                <a:ea typeface="BIZ UDPゴシック" panose="020B0400000000000000" pitchFamily="50" charset="-128"/>
              </a:rPr>
              <a:t>3</a:t>
            </a:r>
            <a:r>
              <a:rPr lang="ja-JP" altLang="en-US" sz="1100" dirty="0">
                <a:solidFill>
                  <a:schemeClr val="tx1"/>
                </a:solidFill>
                <a:latin typeface="BIZ UDPゴシック" panose="020B0400000000000000" pitchFamily="50" charset="-128"/>
                <a:ea typeface="BIZ UDPゴシック" panose="020B0400000000000000" pitchFamily="50" charset="-128"/>
              </a:rPr>
              <a:t>つのタイプがある。①業績連動型タイプ、②業務貢献連動型タイプ、③</a:t>
            </a:r>
            <a:r>
              <a:rPr lang="en-US" altLang="ja-JP" sz="1100" dirty="0">
                <a:solidFill>
                  <a:schemeClr val="tx1"/>
                </a:solidFill>
                <a:latin typeface="BIZ UDPゴシック" panose="020B0400000000000000" pitchFamily="50" charset="-128"/>
                <a:ea typeface="BIZ UDPゴシック" panose="020B0400000000000000" pitchFamily="50" charset="-128"/>
              </a:rPr>
              <a:t>MMI</a:t>
            </a:r>
            <a:r>
              <a:rPr lang="ja-JP" altLang="en-US" sz="1100" dirty="0">
                <a:solidFill>
                  <a:schemeClr val="tx1"/>
                </a:solidFill>
                <a:latin typeface="BIZ UDPゴシック" panose="020B0400000000000000" pitchFamily="50" charset="-128"/>
                <a:ea typeface="BIZ UDPゴシック" panose="020B0400000000000000" pitchFamily="50" charset="-128"/>
              </a:rPr>
              <a:t>アワード型タイプである。このうち、①業績連動型タイプ、及び②業務貢献連動型タイプは、定量型タイプである。また、③</a:t>
            </a:r>
            <a:r>
              <a:rPr lang="en-US" altLang="ja-JP" sz="1100" dirty="0">
                <a:solidFill>
                  <a:schemeClr val="tx1"/>
                </a:solidFill>
                <a:latin typeface="BIZ UDPゴシック" panose="020B0400000000000000" pitchFamily="50" charset="-128"/>
                <a:ea typeface="BIZ UDPゴシック" panose="020B0400000000000000" pitchFamily="50" charset="-128"/>
              </a:rPr>
              <a:t>MMI</a:t>
            </a:r>
            <a:r>
              <a:rPr lang="ja-JP" altLang="en-US" sz="1100" dirty="0">
                <a:solidFill>
                  <a:schemeClr val="tx1"/>
                </a:solidFill>
                <a:latin typeface="BIZ UDPゴシック" panose="020B0400000000000000" pitchFamily="50" charset="-128"/>
                <a:ea typeface="BIZ UDPゴシック" panose="020B0400000000000000" pitchFamily="50" charset="-128"/>
              </a:rPr>
              <a:t>アワード型タイプは、定性型タイプである。</a:t>
            </a:r>
            <a:endParaRPr lang="en-US" altLang="ja-JP" sz="1100" dirty="0">
              <a:solidFill>
                <a:schemeClr val="tx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defRPr/>
            </a:pPr>
            <a:r>
              <a:rPr lang="ja-JP" altLang="en-US" sz="1100" dirty="0">
                <a:solidFill>
                  <a:schemeClr val="tx1"/>
                </a:solidFill>
                <a:latin typeface="BIZ UDPゴシック" panose="020B0400000000000000" pitchFamily="50" charset="-128"/>
                <a:ea typeface="BIZ UDPゴシック" panose="020B0400000000000000" pitchFamily="50" charset="-128"/>
              </a:rPr>
              <a:t>①業績連動型タイプは、新規受注案件の粗利額にもとづき、「支給率（</a:t>
            </a:r>
            <a:r>
              <a:rPr lang="en-US" altLang="ja-JP" sz="1100" dirty="0">
                <a:solidFill>
                  <a:schemeClr val="tx1"/>
                </a:solidFill>
                <a:latin typeface="BIZ UDPゴシック" panose="020B0400000000000000" pitchFamily="50" charset="-128"/>
                <a:ea typeface="BIZ UDPゴシック" panose="020B0400000000000000" pitchFamily="50" charset="-128"/>
              </a:rPr>
              <a:t>1</a:t>
            </a:r>
            <a:r>
              <a:rPr lang="ja-JP" altLang="en-US" sz="1100" dirty="0">
                <a:solidFill>
                  <a:schemeClr val="tx1"/>
                </a:solidFill>
                <a:latin typeface="BIZ UDPゴシック" panose="020B0400000000000000" pitchFamily="50" charset="-128"/>
                <a:ea typeface="BIZ UDPゴシック" panose="020B0400000000000000" pitchFamily="50" charset="-128"/>
              </a:rPr>
              <a:t>％～</a:t>
            </a:r>
            <a:r>
              <a:rPr lang="en-US" altLang="ja-JP" sz="1100" dirty="0">
                <a:solidFill>
                  <a:schemeClr val="tx1"/>
                </a:solidFill>
                <a:latin typeface="BIZ UDPゴシック" panose="020B0400000000000000" pitchFamily="50" charset="-128"/>
                <a:ea typeface="BIZ UDPゴシック" panose="020B0400000000000000" pitchFamily="50" charset="-128"/>
              </a:rPr>
              <a:t>10</a:t>
            </a:r>
            <a:r>
              <a:rPr lang="ja-JP" altLang="en-US" sz="1100" dirty="0">
                <a:solidFill>
                  <a:schemeClr val="tx1"/>
                </a:solidFill>
                <a:latin typeface="BIZ UDPゴシック" panose="020B0400000000000000" pitchFamily="50" charset="-128"/>
                <a:ea typeface="BIZ UDPゴシック" panose="020B0400000000000000" pitchFamily="50" charset="-128"/>
              </a:rPr>
              <a:t>％）」を変動させる。</a:t>
            </a:r>
            <a:endParaRPr lang="en-US" altLang="ja-JP" sz="1100" dirty="0">
              <a:solidFill>
                <a:schemeClr val="tx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defRPr/>
            </a:pPr>
            <a:r>
              <a:rPr lang="ja-JP" altLang="en-US" sz="1100" dirty="0">
                <a:solidFill>
                  <a:schemeClr val="tx1"/>
                </a:solidFill>
                <a:latin typeface="BIZ UDPゴシック" panose="020B0400000000000000" pitchFamily="50" charset="-128"/>
                <a:ea typeface="BIZ UDPゴシック" panose="020B0400000000000000" pitchFamily="50" charset="-128"/>
              </a:rPr>
              <a:t>②業務貢献連動型タイプは、対象となる業務を固定せず、月ごとに変更することがある。</a:t>
            </a:r>
            <a:r>
              <a:rPr lang="en-US" altLang="ja-JP" sz="1100" dirty="0">
                <a:solidFill>
                  <a:schemeClr val="tx1"/>
                </a:solidFill>
                <a:latin typeface="BIZ UDPゴシック" panose="020B0400000000000000" pitchFamily="50" charset="-128"/>
                <a:ea typeface="BIZ UDPゴシック" panose="020B0400000000000000" pitchFamily="50" charset="-128"/>
              </a:rPr>
              <a:t>4</a:t>
            </a:r>
            <a:r>
              <a:rPr lang="ja-JP" altLang="en-US" sz="1100" dirty="0">
                <a:solidFill>
                  <a:schemeClr val="tx1"/>
                </a:solidFill>
                <a:latin typeface="BIZ UDPゴシック" panose="020B0400000000000000" pitchFamily="50" charset="-128"/>
                <a:ea typeface="BIZ UDPゴシック" panose="020B0400000000000000" pitchFamily="50" charset="-128"/>
              </a:rPr>
              <a:t>月度は、対象業務は、「外部物件への応援回数」とする。また、案件ごとの難易度等に基づき、「支給率（</a:t>
            </a:r>
            <a:r>
              <a:rPr lang="en-US" altLang="ja-JP" sz="1100" dirty="0">
                <a:solidFill>
                  <a:schemeClr val="tx1"/>
                </a:solidFill>
                <a:latin typeface="BIZ UDPゴシック" panose="020B0400000000000000" pitchFamily="50" charset="-128"/>
                <a:ea typeface="BIZ UDPゴシック" panose="020B0400000000000000" pitchFamily="50" charset="-128"/>
              </a:rPr>
              <a:t>1</a:t>
            </a:r>
            <a:r>
              <a:rPr lang="ja-JP" altLang="en-US" sz="1100" dirty="0">
                <a:solidFill>
                  <a:schemeClr val="tx1"/>
                </a:solidFill>
                <a:latin typeface="BIZ UDPゴシック" panose="020B0400000000000000" pitchFamily="50" charset="-128"/>
                <a:ea typeface="BIZ UDPゴシック" panose="020B0400000000000000" pitchFamily="50" charset="-128"/>
              </a:rPr>
              <a:t>％～</a:t>
            </a:r>
            <a:r>
              <a:rPr lang="en-US" altLang="ja-JP" sz="1100" dirty="0">
                <a:solidFill>
                  <a:schemeClr val="tx1"/>
                </a:solidFill>
                <a:latin typeface="BIZ UDPゴシック" panose="020B0400000000000000" pitchFamily="50" charset="-128"/>
                <a:ea typeface="BIZ UDPゴシック" panose="020B0400000000000000" pitchFamily="50" charset="-128"/>
              </a:rPr>
              <a:t>100</a:t>
            </a:r>
            <a:r>
              <a:rPr lang="ja-JP" altLang="en-US" sz="1100" dirty="0">
                <a:solidFill>
                  <a:schemeClr val="tx1"/>
                </a:solidFill>
                <a:latin typeface="BIZ UDPゴシック" panose="020B0400000000000000" pitchFamily="50" charset="-128"/>
                <a:ea typeface="BIZ UDPゴシック" panose="020B0400000000000000" pitchFamily="50" charset="-128"/>
              </a:rPr>
              <a:t>％）」を変動させる。</a:t>
            </a:r>
            <a:endParaRPr lang="en-US" altLang="ja-JP" sz="1100" dirty="0">
              <a:solidFill>
                <a:schemeClr val="tx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defRPr/>
            </a:pPr>
            <a:r>
              <a:rPr lang="ja-JP" altLang="en-US" sz="1100" dirty="0">
                <a:solidFill>
                  <a:schemeClr val="tx1"/>
                </a:solidFill>
                <a:latin typeface="BIZ UDPゴシック" panose="020B0400000000000000" pitchFamily="50" charset="-128"/>
                <a:ea typeface="BIZ UDPゴシック" panose="020B0400000000000000" pitchFamily="50" charset="-128"/>
              </a:rPr>
              <a:t>③</a:t>
            </a:r>
            <a:r>
              <a:rPr lang="en-US" altLang="ja-JP" sz="1100" dirty="0">
                <a:solidFill>
                  <a:schemeClr val="tx1"/>
                </a:solidFill>
                <a:latin typeface="BIZ UDPゴシック" panose="020B0400000000000000" pitchFamily="50" charset="-128"/>
                <a:ea typeface="BIZ UDPゴシック" panose="020B0400000000000000" pitchFamily="50" charset="-128"/>
              </a:rPr>
              <a:t>MMI</a:t>
            </a:r>
            <a:r>
              <a:rPr lang="ja-JP" altLang="en-US" sz="1100" dirty="0">
                <a:solidFill>
                  <a:schemeClr val="tx1"/>
                </a:solidFill>
                <a:latin typeface="BIZ UDPゴシック" panose="020B0400000000000000" pitchFamily="50" charset="-128"/>
                <a:ea typeface="BIZ UDPゴシック" panose="020B0400000000000000" pitchFamily="50" charset="-128"/>
              </a:rPr>
              <a:t>アワード型タイプは、幹部会での合議にもとづき人選する。合議の結果、選出されない月もある。</a:t>
            </a:r>
            <a:endParaRPr lang="en-US" altLang="ja-JP" sz="1100" dirty="0">
              <a:solidFill>
                <a:schemeClr val="tx1"/>
              </a:solidFill>
              <a:latin typeface="BIZ UDPゴシック" panose="020B0400000000000000" pitchFamily="50" charset="-128"/>
              <a:ea typeface="BIZ UDPゴシック" panose="020B0400000000000000" pitchFamily="50" charset="-128"/>
            </a:endParaRPr>
          </a:p>
        </p:txBody>
      </p:sp>
      <p:graphicFrame>
        <p:nvGraphicFramePr>
          <p:cNvPr id="2" name="表 1">
            <a:extLst>
              <a:ext uri="{FF2B5EF4-FFF2-40B4-BE49-F238E27FC236}">
                <a16:creationId xmlns:a16="http://schemas.microsoft.com/office/drawing/2014/main" id="{5F3D88F1-5F1F-4E7C-A306-0C7CEFE902D5}"/>
              </a:ext>
            </a:extLst>
          </p:cNvPr>
          <p:cNvGraphicFramePr>
            <a:graphicFrameLocks noGrp="1"/>
          </p:cNvGraphicFramePr>
          <p:nvPr/>
        </p:nvGraphicFramePr>
        <p:xfrm>
          <a:off x="91869" y="1196749"/>
          <a:ext cx="8928994" cy="2160239"/>
        </p:xfrm>
        <a:graphic>
          <a:graphicData uri="http://schemas.openxmlformats.org/drawingml/2006/table">
            <a:tbl>
              <a:tblPr/>
              <a:tblGrid>
                <a:gridCol w="234913">
                  <a:extLst>
                    <a:ext uri="{9D8B030D-6E8A-4147-A177-3AD203B41FA5}">
                      <a16:colId xmlns:a16="http://schemas.microsoft.com/office/drawing/2014/main" val="2909138622"/>
                    </a:ext>
                  </a:extLst>
                </a:gridCol>
                <a:gridCol w="1004858">
                  <a:extLst>
                    <a:ext uri="{9D8B030D-6E8A-4147-A177-3AD203B41FA5}">
                      <a16:colId xmlns:a16="http://schemas.microsoft.com/office/drawing/2014/main" val="4283365455"/>
                    </a:ext>
                  </a:extLst>
                </a:gridCol>
                <a:gridCol w="2448272">
                  <a:extLst>
                    <a:ext uri="{9D8B030D-6E8A-4147-A177-3AD203B41FA5}">
                      <a16:colId xmlns:a16="http://schemas.microsoft.com/office/drawing/2014/main" val="643661895"/>
                    </a:ext>
                  </a:extLst>
                </a:gridCol>
                <a:gridCol w="1111884">
                  <a:extLst>
                    <a:ext uri="{9D8B030D-6E8A-4147-A177-3AD203B41FA5}">
                      <a16:colId xmlns:a16="http://schemas.microsoft.com/office/drawing/2014/main" val="465846868"/>
                    </a:ext>
                  </a:extLst>
                </a:gridCol>
                <a:gridCol w="487898">
                  <a:extLst>
                    <a:ext uri="{9D8B030D-6E8A-4147-A177-3AD203B41FA5}">
                      <a16:colId xmlns:a16="http://schemas.microsoft.com/office/drawing/2014/main" val="38732132"/>
                    </a:ext>
                  </a:extLst>
                </a:gridCol>
                <a:gridCol w="560180">
                  <a:extLst>
                    <a:ext uri="{9D8B030D-6E8A-4147-A177-3AD203B41FA5}">
                      <a16:colId xmlns:a16="http://schemas.microsoft.com/office/drawing/2014/main" val="4110220128"/>
                    </a:ext>
                  </a:extLst>
                </a:gridCol>
                <a:gridCol w="3080989">
                  <a:extLst>
                    <a:ext uri="{9D8B030D-6E8A-4147-A177-3AD203B41FA5}">
                      <a16:colId xmlns:a16="http://schemas.microsoft.com/office/drawing/2014/main" val="2281701260"/>
                    </a:ext>
                  </a:extLst>
                </a:gridCol>
              </a:tblGrid>
              <a:tr h="416432">
                <a:tc>
                  <a:txBody>
                    <a:bodyPr/>
                    <a:lstStyle/>
                    <a:p>
                      <a:pPr algn="ctr" fontAlgn="ctr"/>
                      <a:r>
                        <a:rPr lang="en-US" sz="9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6247" marR="6247" marT="6247"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03764"/>
                    </a:solidFill>
                  </a:tcPr>
                </a:tc>
                <a:tc>
                  <a:txBody>
                    <a:bodyPr/>
                    <a:lstStyle/>
                    <a:p>
                      <a:pPr algn="ctr" fontAlgn="ct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内容</a:t>
                      </a:r>
                    </a:p>
                  </a:txBody>
                  <a:tcPr marL="6247" marR="6247" marT="624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考え方</a:t>
                      </a:r>
                    </a:p>
                  </a:txBody>
                  <a:tcPr marL="6247" marR="6247" marT="624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支給対象者の決定</a:t>
                      </a:r>
                    </a:p>
                  </a:txBody>
                  <a:tcPr marL="6247" marR="6247" marT="624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支給</a:t>
                      </a:r>
                      <a:b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br>
                      <a:r>
                        <a:rPr lang="ja-JP" altLang="en-US" sz="900" b="1" i="0" u="none" strike="noStrike">
                          <a:solidFill>
                            <a:srgbClr val="FFFFFF"/>
                          </a:solidFill>
                          <a:effectLst/>
                          <a:latin typeface="游ゴシック" panose="020B0400000000000000" pitchFamily="50" charset="-128"/>
                          <a:ea typeface="游ゴシック" panose="020B0400000000000000" pitchFamily="50" charset="-128"/>
                        </a:rPr>
                        <a:t>頻度</a:t>
                      </a:r>
                    </a:p>
                  </a:txBody>
                  <a:tcPr marL="6247" marR="6247" marT="624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ポイント</a:t>
                      </a:r>
                      <a:b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b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支給日</a:t>
                      </a:r>
                    </a:p>
                  </a:txBody>
                  <a:tcPr marL="6247" marR="6247" marT="624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rPr>
                        <a:t>備考</a:t>
                      </a:r>
                    </a:p>
                  </a:txBody>
                  <a:tcPr marL="6247" marR="6247" marT="6247"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extLst>
                  <a:ext uri="{0D108BD9-81ED-4DB2-BD59-A6C34878D82A}">
                    <a16:rowId xmlns:a16="http://schemas.microsoft.com/office/drawing/2014/main" val="3476692489"/>
                  </a:ext>
                </a:extLst>
              </a:tr>
              <a:tr h="581269">
                <a:tc>
                  <a:txBody>
                    <a:bodyPr/>
                    <a:lstStyle/>
                    <a:p>
                      <a:pPr algn="ctr" fontAlgn="ctr"/>
                      <a:r>
                        <a:rPr lang="ja-JP" altLang="en-US" sz="1050" b="1" i="0" u="none" strike="noStrike" dirty="0">
                          <a:solidFill>
                            <a:srgbClr val="FFFFFF"/>
                          </a:solidFill>
                          <a:effectLst/>
                          <a:latin typeface="游ゴシック" panose="020B0400000000000000" pitchFamily="50" charset="-128"/>
                          <a:ea typeface="游ゴシック" panose="020B0400000000000000" pitchFamily="50" charset="-128"/>
                        </a:rPr>
                        <a:t>①</a:t>
                      </a:r>
                      <a:endParaRPr lang="en-US" alt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03764"/>
                    </a:solidFill>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業績連動型</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①新規外販案件の粗利 </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 </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②支給率　＋　</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α</a:t>
                      </a:r>
                    </a:p>
                    <a:p>
                      <a:pPr algn="l" fontAlgn="ct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　</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支給率＝</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10</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案件ごとに決定</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毎月</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翌月</a:t>
                      </a:r>
                      <a:endParaRPr lang="en-US" altLang="ja-JP" sz="900" b="0" i="0" u="none" strike="noStrike" dirty="0">
                        <a:solidFill>
                          <a:srgbClr val="FF0000"/>
                        </a:solidFill>
                        <a:effectLst/>
                        <a:latin typeface="BIZ UDPゴシック" panose="020B0400000000000000" pitchFamily="50" charset="-128"/>
                        <a:ea typeface="BIZ UDPゴシック" panose="020B0400000000000000" pitchFamily="50" charset="-128"/>
                      </a:endParaRPr>
                    </a:p>
                    <a:p>
                      <a:pPr algn="ctr" fontAlgn="ctr"/>
                      <a:r>
                        <a:rPr lang="en-US" altLang="ja-JP" sz="900" b="0" i="0" u="none" strike="noStrike" dirty="0">
                          <a:solidFill>
                            <a:srgbClr val="FF0000"/>
                          </a:solidFill>
                          <a:effectLst/>
                          <a:latin typeface="BIZ UDPゴシック" panose="020B0400000000000000" pitchFamily="50" charset="-128"/>
                          <a:ea typeface="BIZ UDPゴシック" panose="020B0400000000000000" pitchFamily="50" charset="-128"/>
                        </a:rPr>
                        <a:t>16</a:t>
                      </a: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日</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・「支給率（</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10</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％）」は、案件ごとに判断する</a:t>
                      </a:r>
                      <a:b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・対象者は、複数名を選出することがある</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1070502"/>
                  </a:ext>
                </a:extLst>
              </a:tr>
              <a:tr h="581269">
                <a:tc>
                  <a:txBody>
                    <a:bodyPr/>
                    <a:lstStyle/>
                    <a:p>
                      <a:pPr algn="ctr" fontAlgn="ctr"/>
                      <a:r>
                        <a:rPr lang="ja-JP" altLang="en-US" sz="1050" b="1" i="0" u="none" strike="noStrike" dirty="0">
                          <a:solidFill>
                            <a:srgbClr val="FFFFFF"/>
                          </a:solidFill>
                          <a:effectLst/>
                          <a:latin typeface="游ゴシック" panose="020B0400000000000000" pitchFamily="50" charset="-128"/>
                          <a:ea typeface="游ゴシック" panose="020B0400000000000000" pitchFamily="50" charset="-128"/>
                        </a:rPr>
                        <a:t>②</a:t>
                      </a:r>
                      <a:endParaRPr lang="en-US" alt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03764"/>
                    </a:solidFill>
                  </a:tcPr>
                </a:tc>
                <a:tc>
                  <a:txBody>
                    <a:bodyPr/>
                    <a:lstStyle/>
                    <a:p>
                      <a:pPr algn="l" fontAlgn="ctr"/>
                      <a:r>
                        <a:rPr lang="zh-TW"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業務貢献連動</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型</a:t>
                      </a:r>
                      <a:endParaRPr lang="zh-TW" altLang="en-US"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①業務件数 </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 </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②</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10,000</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ポイント </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 </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③支給率</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l" fontAlgn="ct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　</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支給率＝</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100</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l" fontAlgn="ctr"/>
                      <a:endPar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・「支給率（</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100</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％）」は、案件ごとに判断する</a:t>
                      </a:r>
                      <a:b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・「業務件数」の業務内容は、月ごとに変更することがある</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3951569"/>
                  </a:ext>
                </a:extLst>
              </a:tr>
              <a:tr h="581269">
                <a:tc>
                  <a:txBody>
                    <a:bodyPr/>
                    <a:lstStyle/>
                    <a:p>
                      <a:pPr algn="ctr" fontAlgn="ctr"/>
                      <a:r>
                        <a:rPr lang="ja-JP" altLang="en-US" sz="1050" b="1" i="0" u="none" strike="noStrike" dirty="0">
                          <a:solidFill>
                            <a:srgbClr val="FFFFFF"/>
                          </a:solidFill>
                          <a:effectLst/>
                          <a:latin typeface="游ゴシック" panose="020B0400000000000000" pitchFamily="50" charset="-128"/>
                          <a:ea typeface="游ゴシック" panose="020B0400000000000000" pitchFamily="50" charset="-128"/>
                        </a:rPr>
                        <a:t>③</a:t>
                      </a:r>
                      <a:endParaRPr lang="en-US" alt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fontAlgn="ctr"/>
                      <a:r>
                        <a:rPr lang="en-US" sz="900" b="0" i="0" u="none" strike="noStrike" dirty="0">
                          <a:solidFill>
                            <a:srgbClr val="000000"/>
                          </a:solidFill>
                          <a:effectLst/>
                          <a:latin typeface="BIZ UDPゴシック" panose="020B0400000000000000" pitchFamily="50" charset="-128"/>
                          <a:ea typeface="BIZ UDPゴシック" panose="020B0400000000000000" pitchFamily="50" charset="-128"/>
                        </a:rPr>
                        <a:t>MMI</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アワード型</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特に外販への高い貢献度が認められる者</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都度決定</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都度</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・毎月必ず選出するのではなく、人選されない月がある</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53203156"/>
                  </a:ext>
                </a:extLst>
              </a:tr>
            </a:tbl>
          </a:graphicData>
        </a:graphic>
      </p:graphicFrame>
      <p:graphicFrame>
        <p:nvGraphicFramePr>
          <p:cNvPr id="4" name="表 3">
            <a:extLst>
              <a:ext uri="{FF2B5EF4-FFF2-40B4-BE49-F238E27FC236}">
                <a16:creationId xmlns:a16="http://schemas.microsoft.com/office/drawing/2014/main" id="{8367C61C-40F5-4744-9376-7188586A4A3E}"/>
              </a:ext>
            </a:extLst>
          </p:cNvPr>
          <p:cNvGraphicFramePr>
            <a:graphicFrameLocks noGrp="1"/>
          </p:cNvGraphicFramePr>
          <p:nvPr/>
        </p:nvGraphicFramePr>
        <p:xfrm>
          <a:off x="193990" y="3584622"/>
          <a:ext cx="4248471" cy="1500562"/>
        </p:xfrm>
        <a:graphic>
          <a:graphicData uri="http://schemas.openxmlformats.org/drawingml/2006/table">
            <a:tbl>
              <a:tblPr/>
              <a:tblGrid>
                <a:gridCol w="540330">
                  <a:extLst>
                    <a:ext uri="{9D8B030D-6E8A-4147-A177-3AD203B41FA5}">
                      <a16:colId xmlns:a16="http://schemas.microsoft.com/office/drawing/2014/main" val="3020714915"/>
                    </a:ext>
                  </a:extLst>
                </a:gridCol>
                <a:gridCol w="675412">
                  <a:extLst>
                    <a:ext uri="{9D8B030D-6E8A-4147-A177-3AD203B41FA5}">
                      <a16:colId xmlns:a16="http://schemas.microsoft.com/office/drawing/2014/main" val="1179016591"/>
                    </a:ext>
                  </a:extLst>
                </a:gridCol>
                <a:gridCol w="214542">
                  <a:extLst>
                    <a:ext uri="{9D8B030D-6E8A-4147-A177-3AD203B41FA5}">
                      <a16:colId xmlns:a16="http://schemas.microsoft.com/office/drawing/2014/main" val="3357720782"/>
                    </a:ext>
                  </a:extLst>
                </a:gridCol>
                <a:gridCol w="675412">
                  <a:extLst>
                    <a:ext uri="{9D8B030D-6E8A-4147-A177-3AD203B41FA5}">
                      <a16:colId xmlns:a16="http://schemas.microsoft.com/office/drawing/2014/main" val="3260500348"/>
                    </a:ext>
                  </a:extLst>
                </a:gridCol>
                <a:gridCol w="572113">
                  <a:extLst>
                    <a:ext uri="{9D8B030D-6E8A-4147-A177-3AD203B41FA5}">
                      <a16:colId xmlns:a16="http://schemas.microsoft.com/office/drawing/2014/main" val="119581262"/>
                    </a:ext>
                  </a:extLst>
                </a:gridCol>
                <a:gridCol w="678060">
                  <a:extLst>
                    <a:ext uri="{9D8B030D-6E8A-4147-A177-3AD203B41FA5}">
                      <a16:colId xmlns:a16="http://schemas.microsoft.com/office/drawing/2014/main" val="927802765"/>
                    </a:ext>
                  </a:extLst>
                </a:gridCol>
                <a:gridCol w="214542">
                  <a:extLst>
                    <a:ext uri="{9D8B030D-6E8A-4147-A177-3AD203B41FA5}">
                      <a16:colId xmlns:a16="http://schemas.microsoft.com/office/drawing/2014/main" val="3028889189"/>
                    </a:ext>
                  </a:extLst>
                </a:gridCol>
                <a:gridCol w="678060">
                  <a:extLst>
                    <a:ext uri="{9D8B030D-6E8A-4147-A177-3AD203B41FA5}">
                      <a16:colId xmlns:a16="http://schemas.microsoft.com/office/drawing/2014/main" val="595290553"/>
                    </a:ext>
                  </a:extLst>
                </a:gridCol>
              </a:tblGrid>
              <a:tr h="214366">
                <a:tc gridSpan="4">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■月ごとの評価期間（予定）</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a:txBody>
                    <a:bodyPr/>
                    <a:lstStyle/>
                    <a:p>
                      <a:pPr algn="l" fontAlgn="ctr"/>
                      <a:endParaRPr lang="ja-JP" altLang="en-US" sz="10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ja-JP" altLang="en-US" sz="10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1939493"/>
                  </a:ext>
                </a:extLst>
              </a:tr>
              <a:tr h="214366">
                <a:tc>
                  <a:txBody>
                    <a:bodyPr/>
                    <a:lstStyle/>
                    <a:p>
                      <a:pPr algn="ctr" fontAlgn="ct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4</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4</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4</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25</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10</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9</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26</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10</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26</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2456535"/>
                  </a:ext>
                </a:extLst>
              </a:tr>
              <a:tr h="214366">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5</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4</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26</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5</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25</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11</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10</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26</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11</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4856973"/>
                  </a:ext>
                </a:extLst>
              </a:tr>
              <a:tr h="214366">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6</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5</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26</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6</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25</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12</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11</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26</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12</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1459403"/>
                  </a:ext>
                </a:extLst>
              </a:tr>
              <a:tr h="214366">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7</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6</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26</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7</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25</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1</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12</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26</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8131328"/>
                  </a:ext>
                </a:extLst>
              </a:tr>
              <a:tr h="214366">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8</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7</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26</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8</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25</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2</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1</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26</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3503099"/>
                  </a:ext>
                </a:extLst>
              </a:tr>
              <a:tr h="214366">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9</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8</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26</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9</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3</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26</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3</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7330563"/>
                  </a:ext>
                </a:extLst>
              </a:tr>
            </a:tbl>
          </a:graphicData>
        </a:graphic>
      </p:graphicFrame>
      <p:graphicFrame>
        <p:nvGraphicFramePr>
          <p:cNvPr id="8" name="表 7">
            <a:extLst>
              <a:ext uri="{FF2B5EF4-FFF2-40B4-BE49-F238E27FC236}">
                <a16:creationId xmlns:a16="http://schemas.microsoft.com/office/drawing/2014/main" id="{6B1456A0-5497-4440-A8DC-0FAD1D47E408}"/>
              </a:ext>
            </a:extLst>
          </p:cNvPr>
          <p:cNvGraphicFramePr>
            <a:graphicFrameLocks noGrp="1"/>
          </p:cNvGraphicFramePr>
          <p:nvPr/>
        </p:nvGraphicFramePr>
        <p:xfrm>
          <a:off x="4693157" y="3584622"/>
          <a:ext cx="4248471" cy="1500562"/>
        </p:xfrm>
        <a:graphic>
          <a:graphicData uri="http://schemas.openxmlformats.org/drawingml/2006/table">
            <a:tbl>
              <a:tblPr/>
              <a:tblGrid>
                <a:gridCol w="541004">
                  <a:extLst>
                    <a:ext uri="{9D8B030D-6E8A-4147-A177-3AD203B41FA5}">
                      <a16:colId xmlns:a16="http://schemas.microsoft.com/office/drawing/2014/main" val="998599442"/>
                    </a:ext>
                  </a:extLst>
                </a:gridCol>
                <a:gridCol w="1567320">
                  <a:extLst>
                    <a:ext uri="{9D8B030D-6E8A-4147-A177-3AD203B41FA5}">
                      <a16:colId xmlns:a16="http://schemas.microsoft.com/office/drawing/2014/main" val="327867607"/>
                    </a:ext>
                  </a:extLst>
                </a:gridCol>
                <a:gridCol w="572827">
                  <a:extLst>
                    <a:ext uri="{9D8B030D-6E8A-4147-A177-3AD203B41FA5}">
                      <a16:colId xmlns:a16="http://schemas.microsoft.com/office/drawing/2014/main" val="2486481398"/>
                    </a:ext>
                  </a:extLst>
                </a:gridCol>
                <a:gridCol w="1567320">
                  <a:extLst>
                    <a:ext uri="{9D8B030D-6E8A-4147-A177-3AD203B41FA5}">
                      <a16:colId xmlns:a16="http://schemas.microsoft.com/office/drawing/2014/main" val="2974419815"/>
                    </a:ext>
                  </a:extLst>
                </a:gridCol>
              </a:tblGrid>
              <a:tr h="214366">
                <a:tc gridSpan="4">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■「②業務貢献連動型」の対象業務</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86877524"/>
                  </a:ext>
                </a:extLst>
              </a:tr>
              <a:tr h="214366">
                <a:tc>
                  <a:txBody>
                    <a:bodyPr/>
                    <a:lstStyle/>
                    <a:p>
                      <a:pPr algn="ctr" fontAlgn="ct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4</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外部物件への応援回数</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10</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3335782"/>
                  </a:ext>
                </a:extLst>
              </a:tr>
              <a:tr h="214366">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5</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該当なし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11</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590264"/>
                  </a:ext>
                </a:extLst>
              </a:tr>
              <a:tr h="214366">
                <a:tc>
                  <a:txBody>
                    <a:bodyPr/>
                    <a:lstStyle/>
                    <a:p>
                      <a:pPr algn="ctr" fontAlgn="ct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6</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12</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6999874"/>
                  </a:ext>
                </a:extLst>
              </a:tr>
              <a:tr h="214366">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7</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1</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8869982"/>
                  </a:ext>
                </a:extLst>
              </a:tr>
              <a:tr h="214366">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8</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2</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5906691"/>
                  </a:ext>
                </a:extLst>
              </a:tr>
              <a:tr h="214366">
                <a:tc>
                  <a:txBody>
                    <a:bodyPr/>
                    <a:lstStyle/>
                    <a:p>
                      <a:pPr algn="ctr" fontAlgn="ctr"/>
                      <a:r>
                        <a:rPr lang="en-US" altLang="ja-JP" sz="1000" b="1" i="0" u="none" strike="noStrike">
                          <a:solidFill>
                            <a:srgbClr val="FFFFFF"/>
                          </a:solidFill>
                          <a:effectLst/>
                          <a:latin typeface="BIZ UDPゴシック" panose="020B0400000000000000" pitchFamily="50" charset="-128"/>
                          <a:ea typeface="BIZ UDPゴシック" panose="020B0400000000000000" pitchFamily="50" charset="-128"/>
                        </a:rPr>
                        <a:t>9</a:t>
                      </a:r>
                      <a:r>
                        <a:rPr lang="ja-JP" altLang="en-US" sz="1000" b="1" i="0" u="none" strike="noStrike">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3</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3921270"/>
                  </a:ext>
                </a:extLst>
              </a:tr>
            </a:tbl>
          </a:graphicData>
        </a:graphic>
      </p:graphicFrame>
      <p:sp>
        <p:nvSpPr>
          <p:cNvPr id="28" name="タイトル 2">
            <a:extLst>
              <a:ext uri="{FF2B5EF4-FFF2-40B4-BE49-F238E27FC236}">
                <a16:creationId xmlns:a16="http://schemas.microsoft.com/office/drawing/2014/main" id="{EFAF344E-76EB-4B3A-A1AB-A4B719C4AA62}"/>
              </a:ext>
            </a:extLst>
          </p:cNvPr>
          <p:cNvSpPr txBox="1">
            <a:spLocks/>
          </p:cNvSpPr>
          <p:nvPr/>
        </p:nvSpPr>
        <p:spPr>
          <a:xfrm>
            <a:off x="9331" y="805386"/>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lang="ja-JP" altLang="en-US" sz="1000" dirty="0">
                <a:latin typeface="BIZ UDPゴシック" panose="020B0400000000000000" pitchFamily="50" charset="-128"/>
                <a:ea typeface="BIZ UDPゴシック" panose="020B0400000000000000" pitchFamily="50" charset="-128"/>
              </a:rPr>
              <a:t>■エムエムポイント付与方法について</a:t>
            </a:r>
            <a:endParaRPr kumimoji="0" lang="en-US" altLang="ja-JP" sz="10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endParaRPr>
          </a:p>
        </p:txBody>
      </p:sp>
      <p:sp>
        <p:nvSpPr>
          <p:cNvPr id="9" name="タイトル 1">
            <a:extLst>
              <a:ext uri="{FF2B5EF4-FFF2-40B4-BE49-F238E27FC236}">
                <a16:creationId xmlns:a16="http://schemas.microsoft.com/office/drawing/2014/main" id="{8908CA69-F7CA-4D47-9E4A-931439FE8AB8}"/>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ja-JP" altLang="en-US" sz="1100" dirty="0">
                <a:latin typeface="BIZ UDPゴシック" panose="020B0400000000000000" pitchFamily="50" charset="-128"/>
                <a:ea typeface="BIZ UDPゴシック" panose="020B0400000000000000" pitchFamily="50" charset="-128"/>
              </a:rPr>
              <a:t>更新：</a:t>
            </a:r>
            <a:r>
              <a:rPr lang="en-US" altLang="ja-JP" sz="1100" dirty="0">
                <a:latin typeface="BIZ UDPゴシック" panose="020B0400000000000000" pitchFamily="50" charset="-128"/>
                <a:ea typeface="BIZ UDPゴシック" panose="020B0400000000000000" pitchFamily="50" charset="-128"/>
              </a:rPr>
              <a:t>2022</a:t>
            </a:r>
            <a:r>
              <a:rPr lang="ja-JP" altLang="en-US" sz="1100" dirty="0">
                <a:latin typeface="BIZ UDPゴシック" panose="020B0400000000000000" pitchFamily="50" charset="-128"/>
                <a:ea typeface="BIZ UDPゴシック" panose="020B0400000000000000" pitchFamily="50" charset="-128"/>
              </a:rPr>
              <a:t>年</a:t>
            </a:r>
            <a:r>
              <a:rPr lang="en-US" altLang="ja-JP" sz="1100" dirty="0">
                <a:latin typeface="BIZ UDPゴシック" panose="020B0400000000000000" pitchFamily="50" charset="-128"/>
                <a:ea typeface="BIZ UDPゴシック" panose="020B0400000000000000" pitchFamily="50" charset="-128"/>
              </a:rPr>
              <a:t>5</a:t>
            </a:r>
            <a:r>
              <a:rPr lang="ja-JP" altLang="en-US" sz="1100" dirty="0">
                <a:latin typeface="BIZ UDPゴシック" panose="020B0400000000000000" pitchFamily="50" charset="-128"/>
                <a:ea typeface="BIZ UDPゴシック" panose="020B0400000000000000" pitchFamily="50" charset="-128"/>
              </a:rPr>
              <a:t>月３１日</a:t>
            </a:r>
            <a:endParaRPr lang="en-US" altLang="ja-JP" sz="1100" dirty="0">
              <a:latin typeface="BIZ UDPゴシック" panose="020B0400000000000000" pitchFamily="50" charset="-128"/>
              <a:ea typeface="BIZ UDPゴシック" panose="020B0400000000000000" pitchFamily="50" charset="-128"/>
            </a:endParaRPr>
          </a:p>
          <a:p>
            <a:pPr algn="r"/>
            <a:r>
              <a:rPr lang="ja-JP" altLang="en-US" sz="1100" dirty="0">
                <a:latin typeface="BIZ UDPゴシック" panose="020B0400000000000000" pitchFamily="50" charset="-128"/>
                <a:ea typeface="BIZ UDPゴシック" panose="020B0400000000000000" pitchFamily="50" charset="-128"/>
              </a:rPr>
              <a:t>株式会社エムエムインターナショナル</a:t>
            </a:r>
            <a:endParaRPr lang="en-US" altLang="ja-JP" sz="11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549156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 Box 31">
            <a:extLst>
              <a:ext uri="{FF2B5EF4-FFF2-40B4-BE49-F238E27FC236}">
                <a16:creationId xmlns:a16="http://schemas.microsoft.com/office/drawing/2014/main" id="{3315535B-0AA2-4245-A1F7-E3B6DEA11308}"/>
              </a:ext>
            </a:extLst>
          </p:cNvPr>
          <p:cNvSpPr txBox="1">
            <a:spLocks noChangeArrowheads="1"/>
          </p:cNvSpPr>
          <p:nvPr/>
        </p:nvSpPr>
        <p:spPr bwMode="auto">
          <a:xfrm>
            <a:off x="8767432" y="6689416"/>
            <a:ext cx="371897"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BIZ UDPゴシック" panose="020B0400000000000000" pitchFamily="50" charset="-128"/>
                <a:ea typeface="BIZ UDPゴシック" panose="020B0400000000000000" pitchFamily="50" charset="-128"/>
              </a:rPr>
              <a:t>－</a:t>
            </a:r>
            <a:fld id="{B0F819B3-9E8F-4282-8AF7-A5F025A1BD25}" type="slidenum">
              <a:rPr lang="ja-JP" altLang="en-US" sz="1050">
                <a:latin typeface="BIZ UDPゴシック" panose="020B0400000000000000" pitchFamily="50" charset="-128"/>
                <a:ea typeface="BIZ UDPゴシック" panose="020B0400000000000000" pitchFamily="50" charset="-128"/>
              </a:rPr>
              <a:pPr algn="ctr" eaLnBrk="0" hangingPunct="0">
                <a:lnSpc>
                  <a:spcPct val="100000"/>
                </a:lnSpc>
                <a:buClrTx/>
                <a:buSzTx/>
                <a:buFontTx/>
                <a:buNone/>
              </a:pPr>
              <a:t>24</a:t>
            </a:fld>
            <a:r>
              <a:rPr lang="ja-JP" altLang="en-US" sz="1050" dirty="0">
                <a:latin typeface="BIZ UDPゴシック" panose="020B0400000000000000" pitchFamily="50" charset="-128"/>
                <a:ea typeface="BIZ UDPゴシック" panose="020B0400000000000000" pitchFamily="50" charset="-128"/>
              </a:rPr>
              <a:t>－</a:t>
            </a:r>
          </a:p>
        </p:txBody>
      </p:sp>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lang="ja-JP" altLang="en-US" sz="1600" dirty="0">
                <a:latin typeface="BIZ UDPゴシック" panose="020B0400000000000000" pitchFamily="50" charset="-128"/>
                <a:ea typeface="BIZ UDPゴシック" panose="020B0400000000000000" pitchFamily="50" charset="-128"/>
              </a:rPr>
              <a:t>報酬面　ボーナスポイントとエムエムポイントの比較</a:t>
            </a:r>
            <a:endParaRPr kumimoji="0" lang="en-US" altLang="ja-JP"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endParaRPr>
          </a:p>
        </p:txBody>
      </p:sp>
      <p:sp>
        <p:nvSpPr>
          <p:cNvPr id="9" name="タイトル 1">
            <a:extLst>
              <a:ext uri="{FF2B5EF4-FFF2-40B4-BE49-F238E27FC236}">
                <a16:creationId xmlns:a16="http://schemas.microsoft.com/office/drawing/2014/main" id="{8908CA69-F7CA-4D47-9E4A-931439FE8AB8}"/>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ja-JP" altLang="en-US" sz="1100" dirty="0">
                <a:latin typeface="BIZ UDPゴシック" panose="020B0400000000000000" pitchFamily="50" charset="-128"/>
                <a:ea typeface="BIZ UDPゴシック" panose="020B0400000000000000" pitchFamily="50" charset="-128"/>
              </a:rPr>
              <a:t>更新：</a:t>
            </a:r>
            <a:r>
              <a:rPr lang="en-US" altLang="ja-JP" sz="1100" dirty="0">
                <a:latin typeface="BIZ UDPゴシック" panose="020B0400000000000000" pitchFamily="50" charset="-128"/>
                <a:ea typeface="BIZ UDPゴシック" panose="020B0400000000000000" pitchFamily="50" charset="-128"/>
              </a:rPr>
              <a:t>2023</a:t>
            </a:r>
            <a:r>
              <a:rPr lang="ja-JP" altLang="en-US" sz="1100" dirty="0">
                <a:latin typeface="BIZ UDPゴシック" panose="020B0400000000000000" pitchFamily="50" charset="-128"/>
                <a:ea typeface="BIZ UDPゴシック" panose="020B0400000000000000" pitchFamily="50" charset="-128"/>
              </a:rPr>
              <a:t>年</a:t>
            </a:r>
            <a:r>
              <a:rPr lang="en-US" altLang="ja-JP" sz="1100" dirty="0">
                <a:latin typeface="BIZ UDPゴシック" panose="020B0400000000000000" pitchFamily="50" charset="-128"/>
                <a:ea typeface="BIZ UDPゴシック" panose="020B0400000000000000" pitchFamily="50" charset="-128"/>
              </a:rPr>
              <a:t>2</a:t>
            </a:r>
            <a:r>
              <a:rPr lang="ja-JP" altLang="en-US" sz="1100" dirty="0">
                <a:latin typeface="BIZ UDPゴシック" panose="020B0400000000000000" pitchFamily="50" charset="-128"/>
                <a:ea typeface="BIZ UDPゴシック" panose="020B0400000000000000" pitchFamily="50" charset="-128"/>
              </a:rPr>
              <a:t>月</a:t>
            </a:r>
            <a:r>
              <a:rPr lang="en-US" altLang="ja-JP" sz="1100" dirty="0">
                <a:latin typeface="BIZ UDPゴシック" panose="020B0400000000000000" pitchFamily="50" charset="-128"/>
                <a:ea typeface="BIZ UDPゴシック" panose="020B0400000000000000" pitchFamily="50" charset="-128"/>
              </a:rPr>
              <a:t>7</a:t>
            </a:r>
            <a:r>
              <a:rPr lang="ja-JP" altLang="en-US" sz="1100" dirty="0">
                <a:latin typeface="BIZ UDPゴシック" panose="020B0400000000000000" pitchFamily="50" charset="-128"/>
                <a:ea typeface="BIZ UDPゴシック" panose="020B0400000000000000" pitchFamily="50" charset="-128"/>
              </a:rPr>
              <a:t>日</a:t>
            </a:r>
            <a:endParaRPr lang="en-US" altLang="ja-JP" sz="1100" dirty="0">
              <a:latin typeface="BIZ UDPゴシック" panose="020B0400000000000000" pitchFamily="50" charset="-128"/>
              <a:ea typeface="BIZ UDPゴシック" panose="020B0400000000000000" pitchFamily="50" charset="-128"/>
            </a:endParaRPr>
          </a:p>
          <a:p>
            <a:pPr algn="r"/>
            <a:r>
              <a:rPr lang="ja-JP" altLang="en-US" sz="1100" dirty="0">
                <a:latin typeface="BIZ UDPゴシック" panose="020B0400000000000000" pitchFamily="50" charset="-128"/>
                <a:ea typeface="BIZ UDPゴシック" panose="020B0400000000000000" pitchFamily="50" charset="-128"/>
              </a:rPr>
              <a:t>株式会社エムエムインターナショナル</a:t>
            </a:r>
            <a:endParaRPr lang="en-US" altLang="ja-JP" sz="1100" dirty="0">
              <a:latin typeface="BIZ UDPゴシック" panose="020B0400000000000000" pitchFamily="50" charset="-128"/>
              <a:ea typeface="BIZ UDPゴシック" panose="020B0400000000000000" pitchFamily="50" charset="-128"/>
            </a:endParaRPr>
          </a:p>
        </p:txBody>
      </p:sp>
      <p:graphicFrame>
        <p:nvGraphicFramePr>
          <p:cNvPr id="3" name="表 2">
            <a:extLst>
              <a:ext uri="{FF2B5EF4-FFF2-40B4-BE49-F238E27FC236}">
                <a16:creationId xmlns:a16="http://schemas.microsoft.com/office/drawing/2014/main" id="{1E7A6F79-D286-499F-B89D-721293BB9089}"/>
              </a:ext>
            </a:extLst>
          </p:cNvPr>
          <p:cNvGraphicFramePr>
            <a:graphicFrameLocks noGrp="1"/>
          </p:cNvGraphicFramePr>
          <p:nvPr/>
        </p:nvGraphicFramePr>
        <p:xfrm>
          <a:off x="113979" y="1124744"/>
          <a:ext cx="8928995" cy="674370"/>
        </p:xfrm>
        <a:graphic>
          <a:graphicData uri="http://schemas.openxmlformats.org/drawingml/2006/table">
            <a:tbl>
              <a:tblPr/>
              <a:tblGrid>
                <a:gridCol w="1433685">
                  <a:extLst>
                    <a:ext uri="{9D8B030D-6E8A-4147-A177-3AD203B41FA5}">
                      <a16:colId xmlns:a16="http://schemas.microsoft.com/office/drawing/2014/main" val="127876747"/>
                    </a:ext>
                  </a:extLst>
                </a:gridCol>
                <a:gridCol w="3744416">
                  <a:extLst>
                    <a:ext uri="{9D8B030D-6E8A-4147-A177-3AD203B41FA5}">
                      <a16:colId xmlns:a16="http://schemas.microsoft.com/office/drawing/2014/main" val="1735894999"/>
                    </a:ext>
                  </a:extLst>
                </a:gridCol>
                <a:gridCol w="3750894">
                  <a:extLst>
                    <a:ext uri="{9D8B030D-6E8A-4147-A177-3AD203B41FA5}">
                      <a16:colId xmlns:a16="http://schemas.microsoft.com/office/drawing/2014/main" val="2857022177"/>
                    </a:ext>
                  </a:extLst>
                </a:gridCol>
              </a:tblGrid>
              <a:tr h="103634">
                <a:tc>
                  <a:txBody>
                    <a:bodyPr/>
                    <a:lstStyle/>
                    <a:p>
                      <a:pPr algn="ctr" fontAlgn="ctr"/>
                      <a:r>
                        <a:rPr lang="zh-TW"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企業通貨　名称</a:t>
                      </a:r>
                    </a:p>
                  </a:txBody>
                  <a:tcPr marL="9525" marR="9525" marT="9525" marB="0" anchor="ctr">
                    <a:lnL w="12700" cap="flat" cmpd="sng" algn="ctr">
                      <a:no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03764"/>
                    </a:solidFill>
                  </a:tcPr>
                </a:tc>
                <a:tc>
                  <a:txBody>
                    <a:bodyPr/>
                    <a:lstStyle/>
                    <a:p>
                      <a:pPr algn="ctr"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内容</a:t>
                      </a:r>
                    </a:p>
                  </a:txBody>
                  <a:tcPr marL="9525" marR="9525" marT="9525"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03764"/>
                    </a:solidFill>
                  </a:tcPr>
                </a:tc>
                <a:tc>
                  <a:txBody>
                    <a:bodyPr/>
                    <a:lstStyle/>
                    <a:p>
                      <a:pPr algn="ctr"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コード</a:t>
                      </a:r>
                    </a:p>
                  </a:txBody>
                  <a:tcPr marL="9525" marR="9525" marT="9525" marB="0" anchor="ctr">
                    <a:lnL w="12700" cap="flat" cmpd="sng" algn="ctr">
                      <a:solidFill>
                        <a:schemeClr val="bg1">
                          <a:lumMod val="9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03764"/>
                    </a:solidFill>
                  </a:tcPr>
                </a:tc>
                <a:extLst>
                  <a:ext uri="{0D108BD9-81ED-4DB2-BD59-A6C34878D82A}">
                    <a16:rowId xmlns:a16="http://schemas.microsoft.com/office/drawing/2014/main" val="586422017"/>
                  </a:ext>
                </a:extLst>
              </a:tr>
              <a:tr h="247650">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ボーナスポイント</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賞与額を金銭以外のポイントへ交換する（上限</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10</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万円）</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10001</a:t>
                      </a:r>
                      <a:endPar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6136969"/>
                  </a:ext>
                </a:extLst>
              </a:tr>
              <a:tr h="257175">
                <a:tc>
                  <a:txBody>
                    <a:bodyPr/>
                    <a:lstStyle/>
                    <a:p>
                      <a:pPr algn="ctr"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エムエムポイント</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03764"/>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毎月、案件ごとにインセンティブとして付与する</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10002</a:t>
                      </a:r>
                      <a:endPar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33587881"/>
                  </a:ext>
                </a:extLst>
              </a:tr>
            </a:tbl>
          </a:graphicData>
        </a:graphic>
      </p:graphicFrame>
      <p:graphicFrame>
        <p:nvGraphicFramePr>
          <p:cNvPr id="5" name="表 4">
            <a:extLst>
              <a:ext uri="{FF2B5EF4-FFF2-40B4-BE49-F238E27FC236}">
                <a16:creationId xmlns:a16="http://schemas.microsoft.com/office/drawing/2014/main" id="{802611E5-BC21-4434-99D2-89C94411F882}"/>
              </a:ext>
            </a:extLst>
          </p:cNvPr>
          <p:cNvGraphicFramePr>
            <a:graphicFrameLocks noGrp="1"/>
          </p:cNvGraphicFramePr>
          <p:nvPr/>
        </p:nvGraphicFramePr>
        <p:xfrm>
          <a:off x="113979" y="1916832"/>
          <a:ext cx="8928995" cy="3352969"/>
        </p:xfrm>
        <a:graphic>
          <a:graphicData uri="http://schemas.openxmlformats.org/drawingml/2006/table">
            <a:tbl>
              <a:tblPr/>
              <a:tblGrid>
                <a:gridCol w="1434623">
                  <a:extLst>
                    <a:ext uri="{9D8B030D-6E8A-4147-A177-3AD203B41FA5}">
                      <a16:colId xmlns:a16="http://schemas.microsoft.com/office/drawing/2014/main" val="737184553"/>
                    </a:ext>
                  </a:extLst>
                </a:gridCol>
                <a:gridCol w="3747186">
                  <a:extLst>
                    <a:ext uri="{9D8B030D-6E8A-4147-A177-3AD203B41FA5}">
                      <a16:colId xmlns:a16="http://schemas.microsoft.com/office/drawing/2014/main" val="3691091866"/>
                    </a:ext>
                  </a:extLst>
                </a:gridCol>
                <a:gridCol w="3747186">
                  <a:extLst>
                    <a:ext uri="{9D8B030D-6E8A-4147-A177-3AD203B41FA5}">
                      <a16:colId xmlns:a16="http://schemas.microsoft.com/office/drawing/2014/main" val="1367293763"/>
                    </a:ext>
                  </a:extLst>
                </a:gridCol>
              </a:tblGrid>
              <a:tr h="241415">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項目</a:t>
                      </a:r>
                    </a:p>
                  </a:txBody>
                  <a:tcPr marL="6783" marR="6783" marT="6783" marB="0" anchor="ctr">
                    <a:lnL w="1270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03764"/>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ボーナスポイント</a:t>
                      </a:r>
                    </a:p>
                  </a:txBody>
                  <a:tcPr marL="6783" marR="6783" marT="6783"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エムエムポイント</a:t>
                      </a:r>
                    </a:p>
                  </a:txBody>
                  <a:tcPr marL="6783" marR="6783" marT="6783" marB="0" anchor="ctr">
                    <a:lnL w="1270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extLst>
                  <a:ext uri="{0D108BD9-81ED-4DB2-BD59-A6C34878D82A}">
                    <a16:rowId xmlns:a16="http://schemas.microsoft.com/office/drawing/2014/main" val="1706597162"/>
                  </a:ext>
                </a:extLst>
              </a:tr>
              <a:tr h="602973">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ポイントへの交換</a:t>
                      </a:r>
                      <a:b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b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選択期間</a:t>
                      </a:r>
                    </a:p>
                  </a:txBody>
                  <a:tcPr marL="6783" marR="6783" marT="6783"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03764"/>
                    </a:solidFill>
                  </a:tcPr>
                </a:tc>
                <a:tc>
                  <a:txBody>
                    <a:bodyPr/>
                    <a:lstStyle/>
                    <a:p>
                      <a:pPr algn="l" rtl="0"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夏期賞与：</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6</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1</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日～</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6</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30</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日</a:t>
                      </a:r>
                      <a:b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br>
                      <a:b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冬期賞与：</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11</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1</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日～</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11</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30</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6783" marR="6783" marT="678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6783" marR="6783" marT="678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9677161"/>
                  </a:ext>
                </a:extLst>
              </a:tr>
              <a:tr h="602973">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ポイント付与日</a:t>
                      </a:r>
                    </a:p>
                  </a:txBody>
                  <a:tcPr marL="6783" marR="6783" marT="6783"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03764"/>
                    </a:solidFill>
                  </a:tcPr>
                </a:tc>
                <a:tc>
                  <a:txBody>
                    <a:bodyPr/>
                    <a:lstStyle/>
                    <a:p>
                      <a:pPr algn="l" rtl="0"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賞与支給日</a:t>
                      </a:r>
                    </a:p>
                  </a:txBody>
                  <a:tcPr marL="6783" marR="6783" marT="678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当月評価分を翌月</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16</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6783" marR="6783" marT="678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1715750"/>
                  </a:ext>
                </a:extLst>
              </a:tr>
              <a:tr h="602973">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ポイント有効期限</a:t>
                      </a:r>
                    </a:p>
                  </a:txBody>
                  <a:tcPr marL="6783" marR="6783" marT="6783"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03764"/>
                    </a:solidFill>
                  </a:tcPr>
                </a:tc>
                <a:tc>
                  <a:txBody>
                    <a:bodyPr/>
                    <a:lstStyle/>
                    <a:p>
                      <a:pPr algn="l" rtl="0"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付与日から１年間</a:t>
                      </a:r>
                    </a:p>
                  </a:txBody>
                  <a:tcPr marL="6783" marR="6783" marT="678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BIZ UDPゴシック" panose="020B0400000000000000" pitchFamily="50" charset="-128"/>
                          <a:ea typeface="BIZ UDPゴシック" panose="020B0400000000000000" pitchFamily="50" charset="-128"/>
                        </a:rPr>
                        <a:t>年度末まで（</a:t>
                      </a:r>
                      <a:r>
                        <a:rPr lang="en-US" altLang="ja-JP" sz="1000" b="0" i="0" u="none" strike="noStrike" dirty="0">
                          <a:solidFill>
                            <a:schemeClr val="tx1"/>
                          </a:solidFill>
                          <a:effectLst/>
                          <a:latin typeface="BIZ UDPゴシック" panose="020B0400000000000000" pitchFamily="50" charset="-128"/>
                          <a:ea typeface="BIZ UDPゴシック" panose="020B0400000000000000" pitchFamily="50" charset="-128"/>
                        </a:rPr>
                        <a:t>2023</a:t>
                      </a:r>
                      <a:r>
                        <a:rPr lang="ja-JP" altLang="en-US" sz="1000" b="0" i="0" u="none" strike="noStrike" dirty="0">
                          <a:solidFill>
                            <a:schemeClr val="tx1"/>
                          </a:solidFill>
                          <a:effectLst/>
                          <a:latin typeface="BIZ UDPゴシック" panose="020B0400000000000000" pitchFamily="50" charset="-128"/>
                          <a:ea typeface="BIZ UDPゴシック" panose="020B0400000000000000" pitchFamily="50" charset="-128"/>
                        </a:rPr>
                        <a:t>年</a:t>
                      </a:r>
                      <a:r>
                        <a:rPr lang="en-US" altLang="ja-JP" sz="1000" b="0" i="0" u="none" strike="noStrike" dirty="0">
                          <a:solidFill>
                            <a:schemeClr val="tx1"/>
                          </a:solidFill>
                          <a:effectLst/>
                          <a:latin typeface="BIZ UDPゴシック" panose="020B0400000000000000" pitchFamily="50" charset="-128"/>
                          <a:ea typeface="BIZ UDPゴシック" panose="020B0400000000000000" pitchFamily="50" charset="-128"/>
                        </a:rPr>
                        <a:t>3</a:t>
                      </a:r>
                      <a:r>
                        <a:rPr lang="ja-JP" altLang="en-US" sz="1000" b="0" i="0" u="none" strike="noStrike" dirty="0">
                          <a:solidFill>
                            <a:schemeClr val="tx1"/>
                          </a:solidFill>
                          <a:effectLst/>
                          <a:latin typeface="BIZ UDPゴシック" panose="020B0400000000000000" pitchFamily="50" charset="-128"/>
                          <a:ea typeface="BIZ UDPゴシック" panose="020B0400000000000000" pitchFamily="50" charset="-128"/>
                        </a:rPr>
                        <a:t>月</a:t>
                      </a:r>
                      <a:r>
                        <a:rPr lang="en-US" altLang="ja-JP" sz="1000" b="0" i="0" u="none" strike="noStrike" dirty="0">
                          <a:solidFill>
                            <a:schemeClr val="tx1"/>
                          </a:solidFill>
                          <a:effectLst/>
                          <a:latin typeface="BIZ UDPゴシック" panose="020B0400000000000000" pitchFamily="50" charset="-128"/>
                          <a:ea typeface="BIZ UDPゴシック" panose="020B0400000000000000" pitchFamily="50" charset="-128"/>
                        </a:rPr>
                        <a:t>31</a:t>
                      </a:r>
                      <a:r>
                        <a:rPr lang="ja-JP" altLang="en-US" sz="1000" b="0" i="0" u="none" strike="noStrike" dirty="0">
                          <a:solidFill>
                            <a:schemeClr val="tx1"/>
                          </a:solidFill>
                          <a:effectLst/>
                          <a:latin typeface="BIZ UDPゴシック" panose="020B0400000000000000" pitchFamily="50" charset="-128"/>
                          <a:ea typeface="BIZ UDPゴシック" panose="020B0400000000000000" pitchFamily="50" charset="-128"/>
                        </a:rPr>
                        <a:t>日に未使用のポイントは失効する）</a:t>
                      </a:r>
                      <a:br>
                        <a:rPr lang="ja-JP" altLang="en-US" sz="1000" b="0" i="0" u="none" strike="noStrike" dirty="0">
                          <a:solidFill>
                            <a:schemeClr val="tx1"/>
                          </a:solidFill>
                          <a:effectLst/>
                          <a:latin typeface="BIZ UDPゴシック" panose="020B0400000000000000" pitchFamily="50" charset="-128"/>
                          <a:ea typeface="BIZ UDPゴシック" panose="020B0400000000000000" pitchFamily="50" charset="-128"/>
                        </a:rPr>
                      </a:br>
                      <a:r>
                        <a:rPr lang="en-US" altLang="ja-JP" sz="1000" b="0" i="0" u="none" strike="noStrike" dirty="0">
                          <a:solidFill>
                            <a:schemeClr val="tx1"/>
                          </a:solidFill>
                          <a:effectLst/>
                          <a:latin typeface="BIZ UDPゴシック" panose="020B0400000000000000" pitchFamily="50" charset="-128"/>
                          <a:ea typeface="BIZ UDPゴシック" panose="020B0400000000000000" pitchFamily="50" charset="-128"/>
                        </a:rPr>
                        <a:t>※</a:t>
                      </a:r>
                      <a:r>
                        <a:rPr lang="ja-JP" altLang="en-US" sz="1000" b="0" i="0" u="none" strike="noStrike" dirty="0">
                          <a:solidFill>
                            <a:schemeClr val="tx1"/>
                          </a:solidFill>
                          <a:effectLst/>
                          <a:latin typeface="BIZ UDPゴシック" panose="020B0400000000000000" pitchFamily="50" charset="-128"/>
                          <a:ea typeface="BIZ UDPゴシック" panose="020B0400000000000000" pitchFamily="50" charset="-128"/>
                        </a:rPr>
                        <a:t>ポイント使用で得た「メニュー」自体は、年度末失効ではない</a:t>
                      </a:r>
                      <a:endParaRPr lang="en-US" altLang="ja-JP" sz="1000" b="0" i="0" u="none" strike="noStrike" dirty="0">
                        <a:solidFill>
                          <a:schemeClr val="tx1"/>
                        </a:solidFill>
                        <a:effectLst/>
                        <a:latin typeface="BIZ UDPゴシック" panose="020B0400000000000000" pitchFamily="50" charset="-128"/>
                        <a:ea typeface="BIZ UDPゴシック" panose="020B04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b="0" i="0" u="none" strike="noStrike" dirty="0">
                          <a:solidFill>
                            <a:srgbClr val="FF0000"/>
                          </a:solidFill>
                          <a:effectLst/>
                          <a:latin typeface="BIZ UDPゴシック" panose="020B0400000000000000" pitchFamily="50" charset="-128"/>
                          <a:ea typeface="BIZ UDPゴシック" panose="020B0400000000000000" pitchFamily="50" charset="-128"/>
                        </a:rPr>
                        <a:t>※1</a:t>
                      </a:r>
                      <a:r>
                        <a:rPr lang="ja-JP" altLang="en-US" sz="1000" b="0" i="0" u="none" strike="noStrike" dirty="0">
                          <a:solidFill>
                            <a:srgbClr val="FF0000"/>
                          </a:solidFill>
                          <a:effectLst/>
                          <a:latin typeface="BIZ UDPゴシック" panose="020B0400000000000000" pitchFamily="50" charset="-128"/>
                          <a:ea typeface="BIZ UDPゴシック" panose="020B0400000000000000" pitchFamily="50" charset="-128"/>
                        </a:rPr>
                        <a:t>月度は</a:t>
                      </a:r>
                      <a:r>
                        <a:rPr lang="en-US" altLang="ja-JP" sz="1000" b="0" i="0" u="none" strike="noStrike" dirty="0">
                          <a:solidFill>
                            <a:srgbClr val="FF0000"/>
                          </a:solidFill>
                          <a:effectLst/>
                          <a:latin typeface="BIZ UDPゴシック" panose="020B0400000000000000" pitchFamily="50" charset="-128"/>
                          <a:ea typeface="BIZ UDPゴシック" panose="020B0400000000000000" pitchFamily="50" charset="-128"/>
                        </a:rPr>
                        <a:t>3/31</a:t>
                      </a:r>
                      <a:r>
                        <a:rPr lang="ja-JP" altLang="en-US" sz="1000" b="0" i="0" u="none" strike="noStrike" dirty="0">
                          <a:solidFill>
                            <a:srgbClr val="FF0000"/>
                          </a:solidFill>
                          <a:effectLst/>
                          <a:latin typeface="BIZ UDPゴシック" panose="020B0400000000000000" pitchFamily="50" charset="-128"/>
                          <a:ea typeface="BIZ UDPゴシック" panose="020B0400000000000000" pitchFamily="50" charset="-128"/>
                        </a:rPr>
                        <a:t>まで、</a:t>
                      </a:r>
                      <a:r>
                        <a:rPr lang="en-US" altLang="ja-JP" sz="1000" b="0" i="0" u="none" strike="noStrike" dirty="0">
                          <a:solidFill>
                            <a:srgbClr val="FF0000"/>
                          </a:solidFill>
                          <a:effectLst/>
                          <a:latin typeface="BIZ UDPゴシック" panose="020B0400000000000000" pitchFamily="50" charset="-128"/>
                          <a:ea typeface="BIZ UDPゴシック" panose="020B0400000000000000" pitchFamily="50" charset="-128"/>
                        </a:rPr>
                        <a:t>2</a:t>
                      </a:r>
                      <a:r>
                        <a:rPr lang="ja-JP" altLang="en-US" sz="1000" b="0" i="0" u="none" strike="noStrike" dirty="0">
                          <a:solidFill>
                            <a:srgbClr val="FF0000"/>
                          </a:solidFill>
                          <a:effectLst/>
                          <a:latin typeface="BIZ UDPゴシック" panose="020B0400000000000000" pitchFamily="50" charset="-128"/>
                          <a:ea typeface="BIZ UDPゴシック" panose="020B0400000000000000" pitchFamily="50" charset="-128"/>
                        </a:rPr>
                        <a:t>月度は</a:t>
                      </a:r>
                      <a:r>
                        <a:rPr lang="en-US" altLang="ja-JP" sz="1000" b="0" i="0" u="none" strike="noStrike" dirty="0">
                          <a:solidFill>
                            <a:srgbClr val="FF0000"/>
                          </a:solidFill>
                          <a:effectLst/>
                          <a:latin typeface="BIZ UDPゴシック" panose="020B0400000000000000" pitchFamily="50" charset="-128"/>
                          <a:ea typeface="BIZ UDPゴシック" panose="020B0400000000000000" pitchFamily="50" charset="-128"/>
                        </a:rPr>
                        <a:t>4/30</a:t>
                      </a:r>
                      <a:r>
                        <a:rPr lang="ja-JP" altLang="en-US" sz="1000" b="0" i="0" u="none" strike="noStrike" dirty="0">
                          <a:solidFill>
                            <a:srgbClr val="FF0000"/>
                          </a:solidFill>
                          <a:effectLst/>
                          <a:latin typeface="BIZ UDPゴシック" panose="020B0400000000000000" pitchFamily="50" charset="-128"/>
                          <a:ea typeface="BIZ UDPゴシック" panose="020B0400000000000000" pitchFamily="50" charset="-128"/>
                        </a:rPr>
                        <a:t>まで、</a:t>
                      </a:r>
                      <a:r>
                        <a:rPr lang="en-US" altLang="ja-JP" sz="1000" b="0" i="0" u="none" strike="noStrike" dirty="0">
                          <a:solidFill>
                            <a:srgbClr val="FF0000"/>
                          </a:solidFill>
                          <a:effectLst/>
                          <a:latin typeface="BIZ UDPゴシック" panose="020B0400000000000000" pitchFamily="50" charset="-128"/>
                          <a:ea typeface="BIZ UDPゴシック" panose="020B0400000000000000" pitchFamily="50" charset="-128"/>
                        </a:rPr>
                        <a:t>3</a:t>
                      </a:r>
                      <a:r>
                        <a:rPr lang="ja-JP" altLang="en-US" sz="1000" b="0" i="0" u="none" strike="noStrike" dirty="0">
                          <a:solidFill>
                            <a:srgbClr val="FF0000"/>
                          </a:solidFill>
                          <a:effectLst/>
                          <a:latin typeface="BIZ UDPゴシック" panose="020B0400000000000000" pitchFamily="50" charset="-128"/>
                          <a:ea typeface="BIZ UDPゴシック" panose="020B0400000000000000" pitchFamily="50" charset="-128"/>
                        </a:rPr>
                        <a:t>月度は</a:t>
                      </a:r>
                      <a:r>
                        <a:rPr lang="en-US" altLang="ja-JP" sz="1000" b="0" i="0" u="none" strike="noStrike" dirty="0">
                          <a:solidFill>
                            <a:srgbClr val="FF0000"/>
                          </a:solidFill>
                          <a:effectLst/>
                          <a:latin typeface="BIZ UDPゴシック" panose="020B0400000000000000" pitchFamily="50" charset="-128"/>
                          <a:ea typeface="BIZ UDPゴシック" panose="020B0400000000000000" pitchFamily="50" charset="-128"/>
                        </a:rPr>
                        <a:t>5/31</a:t>
                      </a:r>
                      <a:r>
                        <a:rPr lang="ja-JP" altLang="en-US" sz="1000" b="0" i="0" u="none" strike="noStrike" dirty="0">
                          <a:solidFill>
                            <a:srgbClr val="FF0000"/>
                          </a:solidFill>
                          <a:effectLst/>
                          <a:latin typeface="BIZ UDPゴシック" panose="020B0400000000000000" pitchFamily="50" charset="-128"/>
                          <a:ea typeface="BIZ UDPゴシック" panose="020B0400000000000000" pitchFamily="50" charset="-128"/>
                        </a:rPr>
                        <a:t>まで</a:t>
                      </a:r>
                    </a:p>
                  </a:txBody>
                  <a:tcPr marL="6783" marR="6783" marT="678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1703743"/>
                  </a:ext>
                </a:extLst>
              </a:tr>
              <a:tr h="602973">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退職者のポイント申請</a:t>
                      </a:r>
                    </a:p>
                  </a:txBody>
                  <a:tcPr marL="6783" marR="6783" marT="6783"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03764"/>
                    </a:solidFill>
                  </a:tcPr>
                </a:tc>
                <a:tc>
                  <a:txBody>
                    <a:bodyPr/>
                    <a:lstStyle/>
                    <a:p>
                      <a:pPr algn="l" rtl="0"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退職日後のポイント使用は不可（退職日当日は使用可）</a:t>
                      </a:r>
                    </a:p>
                  </a:txBody>
                  <a:tcPr marL="6783" marR="6783" marT="678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同左</a:t>
                      </a:r>
                    </a:p>
                  </a:txBody>
                  <a:tcPr marL="6783" marR="6783" marT="678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59164427"/>
                  </a:ext>
                </a:extLst>
              </a:tr>
              <a:tr h="699662">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使用分の課税対応</a:t>
                      </a:r>
                    </a:p>
                  </a:txBody>
                  <a:tcPr marL="6783" marR="6783" marT="6783"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03764"/>
                    </a:solidFill>
                  </a:tcPr>
                </a:tc>
                <a:tc>
                  <a:txBody>
                    <a:bodyPr/>
                    <a:lstStyle/>
                    <a:p>
                      <a:pPr algn="l" rtl="0"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月給者：前月</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16</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日～</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日までの使用は、当月給与へ課税処理</a:t>
                      </a:r>
                    </a:p>
                  </a:txBody>
                  <a:tcPr marL="6783" marR="6783" marT="678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月給者：前月</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16</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日～当月</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日までの使用は、当月給与へ課税処理</a:t>
                      </a:r>
                      <a:b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br>
                      <a:b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時給者：前月</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16</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日～当月</a:t>
                      </a:r>
                      <a:r>
                        <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日までの使用は、当月給与へ課税処理</a:t>
                      </a:r>
                    </a:p>
                  </a:txBody>
                  <a:tcPr marL="6783" marR="6783" marT="678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103643"/>
                  </a:ext>
                </a:extLst>
              </a:tr>
            </a:tbl>
          </a:graphicData>
        </a:graphic>
      </p:graphicFrame>
      <p:sp>
        <p:nvSpPr>
          <p:cNvPr id="12" name="正方形/長方形 11">
            <a:extLst>
              <a:ext uri="{FF2B5EF4-FFF2-40B4-BE49-F238E27FC236}">
                <a16:creationId xmlns:a16="http://schemas.microsoft.com/office/drawing/2014/main" id="{B86DDF72-FA84-4EF9-9379-583A99F3E800}"/>
              </a:ext>
            </a:extLst>
          </p:cNvPr>
          <p:cNvSpPr/>
          <p:nvPr/>
        </p:nvSpPr>
        <p:spPr>
          <a:xfrm>
            <a:off x="113979" y="5373217"/>
            <a:ext cx="8928995" cy="1212784"/>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0128" tIns="50065" rIns="100128" bIns="50065" rtlCol="0" anchor="ctr"/>
          <a:lstStyle/>
          <a:p>
            <a:pPr marL="171450" indent="-171450">
              <a:buFont typeface="Arial" panose="020B0604020202020204" pitchFamily="34" charset="0"/>
              <a:buChar char="•"/>
              <a:defRPr/>
            </a:pPr>
            <a:r>
              <a:rPr lang="ja-JP" altLang="en-US" sz="1200" dirty="0">
                <a:solidFill>
                  <a:schemeClr val="tx1"/>
                </a:solidFill>
                <a:latin typeface="BIZ UDPゴシック" panose="020B0400000000000000" pitchFamily="50" charset="-128"/>
                <a:ea typeface="BIZ UDPゴシック" panose="020B0400000000000000" pitchFamily="50" charset="-128"/>
              </a:rPr>
              <a:t>ボーナスポイントとエムエムポイントは別の仕組みである。</a:t>
            </a:r>
            <a:endParaRPr lang="en-US" altLang="ja-JP" sz="1200" dirty="0">
              <a:solidFill>
                <a:schemeClr val="tx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defRPr/>
            </a:pPr>
            <a:r>
              <a:rPr lang="ja-JP" altLang="en-US" sz="1200" dirty="0">
                <a:solidFill>
                  <a:schemeClr val="tx1"/>
                </a:solidFill>
                <a:latin typeface="BIZ UDPゴシック" panose="020B0400000000000000" pitchFamily="50" charset="-128"/>
                <a:ea typeface="BIZ UDPゴシック" panose="020B0400000000000000" pitchFamily="50" charset="-128"/>
              </a:rPr>
              <a:t>エムエムポイントの有効期限は、営業インセンティブが</a:t>
            </a:r>
            <a:r>
              <a:rPr lang="en-US" altLang="ja-JP" sz="1200" dirty="0">
                <a:solidFill>
                  <a:schemeClr val="tx1"/>
                </a:solidFill>
                <a:latin typeface="BIZ UDPゴシック" panose="020B0400000000000000" pitchFamily="50" charset="-128"/>
                <a:ea typeface="BIZ UDPゴシック" panose="020B0400000000000000" pitchFamily="50" charset="-128"/>
              </a:rPr>
              <a:t>2022</a:t>
            </a:r>
            <a:r>
              <a:rPr lang="ja-JP" altLang="en-US" sz="1200" dirty="0">
                <a:solidFill>
                  <a:schemeClr val="tx1"/>
                </a:solidFill>
                <a:latin typeface="BIZ UDPゴシック" panose="020B0400000000000000" pitchFamily="50" charset="-128"/>
                <a:ea typeface="BIZ UDPゴシック" panose="020B0400000000000000" pitchFamily="50" charset="-128"/>
              </a:rPr>
              <a:t>年度の営業施策であることから、年度末までとする。</a:t>
            </a:r>
            <a:endParaRPr lang="en-US" altLang="ja-JP" sz="1200" dirty="0">
              <a:solidFill>
                <a:schemeClr val="tx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defRPr/>
            </a:pPr>
            <a:r>
              <a:rPr lang="ja-JP" altLang="en-US" sz="1200" dirty="0">
                <a:solidFill>
                  <a:srgbClr val="FF0000"/>
                </a:solidFill>
                <a:latin typeface="BIZ UDPゴシック" panose="020B0400000000000000" pitchFamily="50" charset="-128"/>
                <a:ea typeface="BIZ UDPゴシック" panose="020B0400000000000000" pitchFamily="50" charset="-128"/>
              </a:rPr>
              <a:t>エムエムポイントを支給可能な対象は、給与の支給実績がある者とする。この理由は、①給与の支給実績がない者へエムエムポイントを支給した場合に課税所得として認識できない可能性があることや、また、②エムエムポイントの登録に必要なデータが揃っていない可能性が高いためである。（例：</a:t>
            </a:r>
            <a:r>
              <a:rPr lang="en-US" altLang="ja-JP" sz="1200" dirty="0">
                <a:solidFill>
                  <a:srgbClr val="FF0000"/>
                </a:solidFill>
                <a:latin typeface="BIZ UDPゴシック" panose="020B0400000000000000" pitchFamily="50" charset="-128"/>
                <a:ea typeface="BIZ UDPゴシック" panose="020B0400000000000000" pitchFamily="50" charset="-128"/>
              </a:rPr>
              <a:t>4</a:t>
            </a:r>
            <a:r>
              <a:rPr lang="ja-JP" altLang="en-US" sz="1200" dirty="0">
                <a:solidFill>
                  <a:srgbClr val="FF0000"/>
                </a:solidFill>
                <a:latin typeface="BIZ UDPゴシック" panose="020B0400000000000000" pitchFamily="50" charset="-128"/>
                <a:ea typeface="BIZ UDPゴシック" panose="020B0400000000000000" pitchFamily="50" charset="-128"/>
              </a:rPr>
              <a:t>月度は、</a:t>
            </a:r>
            <a:r>
              <a:rPr lang="en-US" altLang="ja-JP" sz="1200" dirty="0">
                <a:solidFill>
                  <a:srgbClr val="FF0000"/>
                </a:solidFill>
                <a:latin typeface="BIZ UDPゴシック" panose="020B0400000000000000" pitchFamily="50" charset="-128"/>
                <a:ea typeface="BIZ UDPゴシック" panose="020B0400000000000000" pitchFamily="50" charset="-128"/>
              </a:rPr>
              <a:t>4/10</a:t>
            </a:r>
            <a:r>
              <a:rPr lang="ja-JP" altLang="en-US" sz="1200" dirty="0">
                <a:solidFill>
                  <a:srgbClr val="FF0000"/>
                </a:solidFill>
                <a:latin typeface="BIZ UDPゴシック" panose="020B0400000000000000" pitchFamily="50" charset="-128"/>
                <a:ea typeface="BIZ UDPゴシック" panose="020B0400000000000000" pitchFamily="50" charset="-128"/>
              </a:rPr>
              <a:t>までに勤務実績がある者がエムエムポイントの支給の対象者となる）</a:t>
            </a:r>
            <a:endParaRPr lang="en-US" altLang="ja-JP" sz="1200" dirty="0">
              <a:solidFill>
                <a:srgbClr val="FF0000"/>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415417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 Box 31">
            <a:extLst>
              <a:ext uri="{FF2B5EF4-FFF2-40B4-BE49-F238E27FC236}">
                <a16:creationId xmlns:a16="http://schemas.microsoft.com/office/drawing/2014/main" id="{3315535B-0AA2-4245-A1F7-E3B6DEA11308}"/>
              </a:ext>
            </a:extLst>
          </p:cNvPr>
          <p:cNvSpPr txBox="1">
            <a:spLocks noChangeArrowheads="1"/>
          </p:cNvSpPr>
          <p:nvPr/>
        </p:nvSpPr>
        <p:spPr bwMode="auto">
          <a:xfrm>
            <a:off x="8767432" y="6689416"/>
            <a:ext cx="371897"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BIZ UDPゴシック" panose="020B0400000000000000" pitchFamily="50" charset="-128"/>
                <a:ea typeface="BIZ UDPゴシック" panose="020B0400000000000000" pitchFamily="50" charset="-128"/>
              </a:rPr>
              <a:t>－</a:t>
            </a:r>
            <a:fld id="{B0F819B3-9E8F-4282-8AF7-A5F025A1BD25}" type="slidenum">
              <a:rPr lang="ja-JP" altLang="en-US" sz="1050">
                <a:latin typeface="BIZ UDPゴシック" panose="020B0400000000000000" pitchFamily="50" charset="-128"/>
                <a:ea typeface="BIZ UDPゴシック" panose="020B0400000000000000" pitchFamily="50" charset="-128"/>
              </a:rPr>
              <a:pPr algn="ctr" eaLnBrk="0" hangingPunct="0">
                <a:lnSpc>
                  <a:spcPct val="100000"/>
                </a:lnSpc>
                <a:buClrTx/>
                <a:buSzTx/>
                <a:buFontTx/>
                <a:buNone/>
              </a:pPr>
              <a:t>25</a:t>
            </a:fld>
            <a:r>
              <a:rPr lang="ja-JP" altLang="en-US" sz="1050" dirty="0">
                <a:latin typeface="BIZ UDPゴシック" panose="020B0400000000000000" pitchFamily="50" charset="-128"/>
                <a:ea typeface="BIZ UDPゴシック" panose="020B0400000000000000" pitchFamily="50" charset="-128"/>
              </a:rPr>
              <a:t>－</a:t>
            </a:r>
          </a:p>
        </p:txBody>
      </p:sp>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lang="ja-JP" altLang="en-US" sz="1600" dirty="0">
                <a:latin typeface="BIZ UDPゴシック" panose="020B0400000000000000" pitchFamily="50" charset="-128"/>
                <a:ea typeface="BIZ UDPゴシック" panose="020B0400000000000000" pitchFamily="50" charset="-128"/>
              </a:rPr>
              <a:t>報酬面　時給者への案内</a:t>
            </a:r>
            <a:endParaRPr kumimoji="0" lang="en-US" altLang="ja-JP"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endParaRPr>
          </a:p>
        </p:txBody>
      </p:sp>
      <p:sp>
        <p:nvSpPr>
          <p:cNvPr id="9" name="タイトル 1">
            <a:extLst>
              <a:ext uri="{FF2B5EF4-FFF2-40B4-BE49-F238E27FC236}">
                <a16:creationId xmlns:a16="http://schemas.microsoft.com/office/drawing/2014/main" id="{8908CA69-F7CA-4D47-9E4A-931439FE8AB8}"/>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ja-JP" altLang="en-US" sz="1100" dirty="0">
                <a:latin typeface="BIZ UDPゴシック" panose="020B0400000000000000" pitchFamily="50" charset="-128"/>
                <a:ea typeface="BIZ UDPゴシック" panose="020B0400000000000000" pitchFamily="50" charset="-128"/>
              </a:rPr>
              <a:t>更新：</a:t>
            </a:r>
            <a:r>
              <a:rPr lang="en-US" altLang="ja-JP" sz="1100" dirty="0">
                <a:latin typeface="BIZ UDPゴシック" panose="020B0400000000000000" pitchFamily="50" charset="-128"/>
                <a:ea typeface="BIZ UDPゴシック" panose="020B0400000000000000" pitchFamily="50" charset="-128"/>
              </a:rPr>
              <a:t>2022</a:t>
            </a:r>
            <a:r>
              <a:rPr lang="ja-JP" altLang="en-US" sz="1100" dirty="0">
                <a:latin typeface="BIZ UDPゴシック" panose="020B0400000000000000" pitchFamily="50" charset="-128"/>
                <a:ea typeface="BIZ UDPゴシック" panose="020B0400000000000000" pitchFamily="50" charset="-128"/>
              </a:rPr>
              <a:t>年</a:t>
            </a:r>
            <a:r>
              <a:rPr lang="en-US" altLang="ja-JP" sz="1100" dirty="0">
                <a:latin typeface="BIZ UDPゴシック" panose="020B0400000000000000" pitchFamily="50" charset="-128"/>
                <a:ea typeface="BIZ UDPゴシック" panose="020B0400000000000000" pitchFamily="50" charset="-128"/>
              </a:rPr>
              <a:t>6</a:t>
            </a:r>
            <a:r>
              <a:rPr lang="ja-JP" altLang="en-US" sz="1100" dirty="0">
                <a:latin typeface="BIZ UDPゴシック" panose="020B0400000000000000" pitchFamily="50" charset="-128"/>
                <a:ea typeface="BIZ UDPゴシック" panose="020B0400000000000000" pitchFamily="50" charset="-128"/>
              </a:rPr>
              <a:t>月</a:t>
            </a:r>
            <a:r>
              <a:rPr lang="en-US" altLang="ja-JP" sz="1100" dirty="0">
                <a:latin typeface="BIZ UDPゴシック" panose="020B0400000000000000" pitchFamily="50" charset="-128"/>
                <a:ea typeface="BIZ UDPゴシック" panose="020B0400000000000000" pitchFamily="50" charset="-128"/>
              </a:rPr>
              <a:t>13</a:t>
            </a:r>
            <a:r>
              <a:rPr lang="ja-JP" altLang="en-US" sz="1100" dirty="0">
                <a:latin typeface="BIZ UDPゴシック" panose="020B0400000000000000" pitchFamily="50" charset="-128"/>
                <a:ea typeface="BIZ UDPゴシック" panose="020B0400000000000000" pitchFamily="50" charset="-128"/>
              </a:rPr>
              <a:t>日</a:t>
            </a:r>
            <a:endParaRPr lang="en-US" altLang="ja-JP" sz="1100" dirty="0">
              <a:latin typeface="BIZ UDPゴシック" panose="020B0400000000000000" pitchFamily="50" charset="-128"/>
              <a:ea typeface="BIZ UDPゴシック" panose="020B0400000000000000" pitchFamily="50" charset="-128"/>
            </a:endParaRPr>
          </a:p>
          <a:p>
            <a:pPr algn="r"/>
            <a:r>
              <a:rPr lang="ja-JP" altLang="en-US" sz="1100" dirty="0">
                <a:latin typeface="BIZ UDPゴシック" panose="020B0400000000000000" pitchFamily="50" charset="-128"/>
                <a:ea typeface="BIZ UDPゴシック" panose="020B0400000000000000" pitchFamily="50" charset="-128"/>
              </a:rPr>
              <a:t>株式会社エムエムインターナショナル</a:t>
            </a:r>
            <a:endParaRPr lang="en-US" altLang="ja-JP" sz="1100" dirty="0">
              <a:latin typeface="BIZ UDPゴシック" panose="020B0400000000000000" pitchFamily="50" charset="-128"/>
              <a:ea typeface="BIZ UDPゴシック" panose="020B0400000000000000" pitchFamily="50" charset="-128"/>
            </a:endParaRPr>
          </a:p>
        </p:txBody>
      </p:sp>
      <p:pic>
        <p:nvPicPr>
          <p:cNvPr id="4" name="図 3">
            <a:extLst>
              <a:ext uri="{FF2B5EF4-FFF2-40B4-BE49-F238E27FC236}">
                <a16:creationId xmlns:a16="http://schemas.microsoft.com/office/drawing/2014/main" id="{9C2F84DF-04F0-417C-BD03-77B82C5D0B85}"/>
              </a:ext>
            </a:extLst>
          </p:cNvPr>
          <p:cNvPicPr>
            <a:picLocks noChangeAspect="1"/>
          </p:cNvPicPr>
          <p:nvPr/>
        </p:nvPicPr>
        <p:blipFill rotWithShape="1">
          <a:blip r:embed="rId3"/>
          <a:srcRect l="36613" t="17801" r="35038" b="8001"/>
          <a:stretch/>
        </p:blipFill>
        <p:spPr>
          <a:xfrm>
            <a:off x="684110" y="1052735"/>
            <a:ext cx="3676228" cy="5412225"/>
          </a:xfrm>
          <a:prstGeom prst="rect">
            <a:avLst/>
          </a:prstGeom>
          <a:ln w="19050">
            <a:solidFill>
              <a:schemeClr val="tx1"/>
            </a:solidFill>
          </a:ln>
        </p:spPr>
      </p:pic>
      <p:pic>
        <p:nvPicPr>
          <p:cNvPr id="3" name="図 2">
            <a:extLst>
              <a:ext uri="{FF2B5EF4-FFF2-40B4-BE49-F238E27FC236}">
                <a16:creationId xmlns:a16="http://schemas.microsoft.com/office/drawing/2014/main" id="{BEAA8257-0946-18B3-7A09-795D9871A2A5}"/>
              </a:ext>
            </a:extLst>
          </p:cNvPr>
          <p:cNvPicPr>
            <a:picLocks noChangeAspect="1"/>
          </p:cNvPicPr>
          <p:nvPr/>
        </p:nvPicPr>
        <p:blipFill rotWithShape="1">
          <a:blip r:embed="rId4"/>
          <a:srcRect l="36613" t="19201" r="35038" b="6601"/>
          <a:stretch/>
        </p:blipFill>
        <p:spPr>
          <a:xfrm>
            <a:off x="4770784" y="1052734"/>
            <a:ext cx="3676228" cy="5412225"/>
          </a:xfrm>
          <a:prstGeom prst="rect">
            <a:avLst/>
          </a:prstGeom>
          <a:ln w="22225">
            <a:solidFill>
              <a:schemeClr val="tx1"/>
            </a:solidFill>
          </a:ln>
        </p:spPr>
      </p:pic>
    </p:spTree>
    <p:extLst>
      <p:ext uri="{BB962C8B-B14F-4D97-AF65-F5344CB8AC3E}">
        <p14:creationId xmlns:p14="http://schemas.microsoft.com/office/powerpoint/2010/main" val="14277654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 Box 31">
            <a:extLst>
              <a:ext uri="{FF2B5EF4-FFF2-40B4-BE49-F238E27FC236}">
                <a16:creationId xmlns:a16="http://schemas.microsoft.com/office/drawing/2014/main" id="{3315535B-0AA2-4245-A1F7-E3B6DEA11308}"/>
              </a:ext>
            </a:extLst>
          </p:cNvPr>
          <p:cNvSpPr txBox="1">
            <a:spLocks noChangeArrowheads="1"/>
          </p:cNvSpPr>
          <p:nvPr/>
        </p:nvSpPr>
        <p:spPr bwMode="auto">
          <a:xfrm>
            <a:off x="8767432" y="6689416"/>
            <a:ext cx="371897"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BIZ UDPゴシック" panose="020B0400000000000000" pitchFamily="50" charset="-128"/>
                <a:ea typeface="BIZ UDPゴシック" panose="020B0400000000000000" pitchFamily="50" charset="-128"/>
              </a:rPr>
              <a:t>－</a:t>
            </a:r>
            <a:fld id="{B0F819B3-9E8F-4282-8AF7-A5F025A1BD25}" type="slidenum">
              <a:rPr lang="ja-JP" altLang="en-US" sz="1050">
                <a:latin typeface="BIZ UDPゴシック" panose="020B0400000000000000" pitchFamily="50" charset="-128"/>
                <a:ea typeface="BIZ UDPゴシック" panose="020B0400000000000000" pitchFamily="50" charset="-128"/>
              </a:rPr>
              <a:pPr algn="ctr" eaLnBrk="0" hangingPunct="0">
                <a:lnSpc>
                  <a:spcPct val="100000"/>
                </a:lnSpc>
                <a:buClrTx/>
                <a:buSzTx/>
                <a:buFontTx/>
                <a:buNone/>
              </a:pPr>
              <a:t>26</a:t>
            </a:fld>
            <a:r>
              <a:rPr lang="ja-JP" altLang="en-US" sz="1050" dirty="0">
                <a:latin typeface="BIZ UDPゴシック" panose="020B0400000000000000" pitchFamily="50" charset="-128"/>
                <a:ea typeface="BIZ UDPゴシック" panose="020B0400000000000000" pitchFamily="50" charset="-128"/>
              </a:rPr>
              <a:t>－</a:t>
            </a:r>
          </a:p>
        </p:txBody>
      </p:sp>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179512" y="797418"/>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1600" kern="0" spc="-1" dirty="0">
                <a:latin typeface="BIZ UDPゴシック" panose="020B0400000000000000" pitchFamily="50" charset="-128"/>
                <a:ea typeface="BIZ UDPゴシック" panose="020B0400000000000000" pitchFamily="50" charset="-128"/>
              </a:rPr>
              <a:t>月給者</a:t>
            </a:r>
            <a:endParaRPr lang="en-US" altLang="ja-JP" sz="1600" dirty="0">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2482C7EE-36B2-4BA5-BAF8-10D923654C2B}"/>
              </a:ext>
            </a:extLst>
          </p:cNvPr>
          <p:cNvSpPr/>
          <p:nvPr/>
        </p:nvSpPr>
        <p:spPr>
          <a:xfrm>
            <a:off x="113979" y="6023925"/>
            <a:ext cx="8928995" cy="562075"/>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0128" tIns="50065" rIns="100128" bIns="50065" rtlCol="0" anchor="ctr"/>
          <a:lstStyle/>
          <a:p>
            <a:pPr marL="171450" indent="-171450">
              <a:buFont typeface="Arial" panose="020B0604020202020204" pitchFamily="34" charset="0"/>
              <a:buChar char="•"/>
              <a:defRPr/>
            </a:pPr>
            <a:r>
              <a:rPr lang="ja-JP" altLang="en-US" sz="1200" dirty="0">
                <a:solidFill>
                  <a:schemeClr val="tx1"/>
                </a:solidFill>
                <a:latin typeface="BIZ UDPゴシック" panose="020B0400000000000000" pitchFamily="50" charset="-128"/>
                <a:ea typeface="BIZ UDPゴシック" panose="020B0400000000000000" pitchFamily="50" charset="-128"/>
              </a:rPr>
              <a:t>ポイントは、手順</a:t>
            </a:r>
            <a:r>
              <a:rPr lang="en-US" altLang="ja-JP" sz="1200" dirty="0">
                <a:solidFill>
                  <a:schemeClr val="tx1"/>
                </a:solidFill>
                <a:latin typeface="BIZ UDPゴシック" panose="020B0400000000000000" pitchFamily="50" charset="-128"/>
                <a:ea typeface="BIZ UDPゴシック" panose="020B0400000000000000" pitchFamily="50" charset="-128"/>
              </a:rPr>
              <a:t>2</a:t>
            </a:r>
            <a:r>
              <a:rPr lang="ja-JP" altLang="en-US" sz="1200" dirty="0">
                <a:solidFill>
                  <a:schemeClr val="tx1"/>
                </a:solidFill>
                <a:latin typeface="BIZ UDPゴシック" panose="020B0400000000000000" pitchFamily="50" charset="-128"/>
                <a:ea typeface="BIZ UDPゴシック" panose="020B0400000000000000" pitchFamily="50" charset="-128"/>
              </a:rPr>
              <a:t>を、工数を要せず、また効果的にモチベーション向上につながるフィードバックを行うかである。</a:t>
            </a:r>
            <a:endParaRPr lang="en-US" altLang="ja-JP" sz="1200" dirty="0">
              <a:solidFill>
                <a:schemeClr val="tx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defRPr/>
            </a:pPr>
            <a:r>
              <a:rPr lang="ja-JP" altLang="en-US" sz="1200" dirty="0">
                <a:solidFill>
                  <a:schemeClr val="tx1"/>
                </a:solidFill>
                <a:latin typeface="BIZ UDPゴシック" panose="020B0400000000000000" pitchFamily="50" charset="-128"/>
                <a:ea typeface="BIZ UDPゴシック" panose="020B0400000000000000" pitchFamily="50" charset="-128"/>
              </a:rPr>
              <a:t>手順「</a:t>
            </a:r>
            <a:r>
              <a:rPr lang="en-US" altLang="ja-JP" sz="1200" dirty="0">
                <a:solidFill>
                  <a:schemeClr val="tx1"/>
                </a:solidFill>
                <a:latin typeface="BIZ UDPゴシック" panose="020B0400000000000000" pitchFamily="50" charset="-128"/>
                <a:ea typeface="BIZ UDPゴシック" panose="020B0400000000000000" pitchFamily="50" charset="-128"/>
              </a:rPr>
              <a:t>0-1</a:t>
            </a:r>
            <a:r>
              <a:rPr lang="ja-JP" altLang="en-US" sz="1200" dirty="0">
                <a:solidFill>
                  <a:schemeClr val="tx1"/>
                </a:solidFill>
                <a:latin typeface="BIZ UDPゴシック" panose="020B0400000000000000" pitchFamily="50" charset="-128"/>
                <a:ea typeface="BIZ UDPゴシック" panose="020B0400000000000000" pitchFamily="50" charset="-128"/>
              </a:rPr>
              <a:t>」のユーザ取込が完了していれば、手順「</a:t>
            </a:r>
            <a:r>
              <a:rPr lang="en-US" altLang="ja-JP" sz="1200" dirty="0">
                <a:solidFill>
                  <a:schemeClr val="tx1"/>
                </a:solidFill>
                <a:latin typeface="BIZ UDPゴシック" panose="020B0400000000000000" pitchFamily="50" charset="-128"/>
                <a:ea typeface="BIZ UDPゴシック" panose="020B0400000000000000" pitchFamily="50" charset="-128"/>
              </a:rPr>
              <a:t>0-3</a:t>
            </a:r>
            <a:r>
              <a:rPr lang="ja-JP" altLang="en-US" sz="1200" dirty="0">
                <a:solidFill>
                  <a:schemeClr val="tx1"/>
                </a:solidFill>
                <a:latin typeface="BIZ UDPゴシック" panose="020B0400000000000000" pitchFamily="50" charset="-128"/>
                <a:ea typeface="BIZ UDPゴシック" panose="020B0400000000000000" pitchFamily="50" charset="-128"/>
              </a:rPr>
              <a:t>」の初期登録が完了していなくとも、手順「</a:t>
            </a:r>
            <a:r>
              <a:rPr lang="en-US" altLang="ja-JP" sz="1200" dirty="0">
                <a:solidFill>
                  <a:schemeClr val="tx1"/>
                </a:solidFill>
                <a:latin typeface="BIZ UDPゴシック" panose="020B0400000000000000" pitchFamily="50" charset="-128"/>
                <a:ea typeface="BIZ UDPゴシック" panose="020B0400000000000000" pitchFamily="50" charset="-128"/>
              </a:rPr>
              <a:t>3</a:t>
            </a:r>
            <a:r>
              <a:rPr lang="ja-JP" altLang="en-US" sz="1200" dirty="0">
                <a:solidFill>
                  <a:schemeClr val="tx1"/>
                </a:solidFill>
                <a:latin typeface="BIZ UDPゴシック" panose="020B0400000000000000" pitchFamily="50" charset="-128"/>
                <a:ea typeface="BIZ UDPゴシック" panose="020B0400000000000000" pitchFamily="50" charset="-128"/>
              </a:rPr>
              <a:t>」のポイント付与は可能である。</a:t>
            </a:r>
            <a:endParaRPr lang="en-US" altLang="ja-JP" sz="1200" dirty="0">
              <a:solidFill>
                <a:schemeClr val="tx1"/>
              </a:solidFill>
              <a:latin typeface="BIZ UDPゴシック" panose="020B0400000000000000" pitchFamily="50" charset="-128"/>
              <a:ea typeface="BIZ UDPゴシック" panose="020B0400000000000000" pitchFamily="50" charset="-128"/>
            </a:endParaRPr>
          </a:p>
        </p:txBody>
      </p:sp>
      <p:graphicFrame>
        <p:nvGraphicFramePr>
          <p:cNvPr id="8" name="表 7">
            <a:extLst>
              <a:ext uri="{FF2B5EF4-FFF2-40B4-BE49-F238E27FC236}">
                <a16:creationId xmlns:a16="http://schemas.microsoft.com/office/drawing/2014/main" id="{D8EE03A8-7C6E-42F4-8E38-C765891F6752}"/>
              </a:ext>
            </a:extLst>
          </p:cNvPr>
          <p:cNvGraphicFramePr>
            <a:graphicFrameLocks noGrp="1"/>
          </p:cNvGraphicFramePr>
          <p:nvPr/>
        </p:nvGraphicFramePr>
        <p:xfrm>
          <a:off x="114196" y="1275451"/>
          <a:ext cx="8928992" cy="4529813"/>
        </p:xfrm>
        <a:graphic>
          <a:graphicData uri="http://schemas.openxmlformats.org/drawingml/2006/table">
            <a:tbl>
              <a:tblPr/>
              <a:tblGrid>
                <a:gridCol w="386944">
                  <a:extLst>
                    <a:ext uri="{9D8B030D-6E8A-4147-A177-3AD203B41FA5}">
                      <a16:colId xmlns:a16="http://schemas.microsoft.com/office/drawing/2014/main" val="3200187909"/>
                    </a:ext>
                  </a:extLst>
                </a:gridCol>
                <a:gridCol w="614160">
                  <a:extLst>
                    <a:ext uri="{9D8B030D-6E8A-4147-A177-3AD203B41FA5}">
                      <a16:colId xmlns:a16="http://schemas.microsoft.com/office/drawing/2014/main" val="3043836534"/>
                    </a:ext>
                  </a:extLst>
                </a:gridCol>
                <a:gridCol w="655080">
                  <a:extLst>
                    <a:ext uri="{9D8B030D-6E8A-4147-A177-3AD203B41FA5}">
                      <a16:colId xmlns:a16="http://schemas.microsoft.com/office/drawing/2014/main" val="545177933"/>
                    </a:ext>
                  </a:extLst>
                </a:gridCol>
                <a:gridCol w="3456384">
                  <a:extLst>
                    <a:ext uri="{9D8B030D-6E8A-4147-A177-3AD203B41FA5}">
                      <a16:colId xmlns:a16="http://schemas.microsoft.com/office/drawing/2014/main" val="841770243"/>
                    </a:ext>
                  </a:extLst>
                </a:gridCol>
                <a:gridCol w="2304256">
                  <a:extLst>
                    <a:ext uri="{9D8B030D-6E8A-4147-A177-3AD203B41FA5}">
                      <a16:colId xmlns:a16="http://schemas.microsoft.com/office/drawing/2014/main" val="1683751967"/>
                    </a:ext>
                  </a:extLst>
                </a:gridCol>
                <a:gridCol w="1512168">
                  <a:extLst>
                    <a:ext uri="{9D8B030D-6E8A-4147-A177-3AD203B41FA5}">
                      <a16:colId xmlns:a16="http://schemas.microsoft.com/office/drawing/2014/main" val="1296760097"/>
                    </a:ext>
                  </a:extLst>
                </a:gridCol>
              </a:tblGrid>
              <a:tr h="159182">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手順</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段階</a:t>
                      </a: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a:t>
                      </a: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頻度</a:t>
                      </a:r>
                      <a:endPar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6324" marR="6324" marT="63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担当者</a:t>
                      </a:r>
                    </a:p>
                  </a:txBody>
                  <a:tcPr marL="6324" marR="6324" marT="63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実施事項</a:t>
                      </a:r>
                    </a:p>
                  </a:txBody>
                  <a:tcPr marL="6324" marR="6324" marT="63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必要な資料・ファイル</a:t>
                      </a:r>
                    </a:p>
                  </a:txBody>
                  <a:tcPr marL="6324" marR="6324" marT="63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時期</a:t>
                      </a:r>
                    </a:p>
                  </a:txBody>
                  <a:tcPr marL="6324" marR="6324" marT="6324"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4014637539"/>
                  </a:ext>
                </a:extLst>
              </a:tr>
              <a:tr h="479163">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0-1</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事前準備</a:t>
                      </a:r>
                    </a:p>
                  </a:txBody>
                  <a:tcPr marL="6324" marR="6324" marT="6324"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事務局</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カフェポイントサービスシステムへ、ユーザ取込を行う</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退職者は「退職日付」に退職日を記入し、ユーザ取込を行う</a:t>
                      </a:r>
                      <a:b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（社員番号にもとづき、ユーザデータは、毎月上書きされる）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・ファイル「ユーザ取込ファイル</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.csv</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・新規ﾕｰｻﾞ取込は</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10</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・退職処理処理は</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31</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3874927"/>
                  </a:ext>
                </a:extLst>
              </a:tr>
              <a:tr h="479163">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0-2</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rowSpan="2">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都度</a:t>
                      </a:r>
                    </a:p>
                  </a:txBody>
                  <a:tcPr marL="6324" marR="6324" marT="6324"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事務局</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事務局は従業員に対して案内を行う</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・資料「企画書</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営業インセンティブについて」</a:t>
                      </a:r>
                      <a:b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・資料「エムエムポイントガイドブック」</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都度</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61371069"/>
                  </a:ext>
                </a:extLst>
              </a:tr>
              <a:tr h="479163">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0-3</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従業員</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初回のみ、カフェポイントサービスシステム上で、初期登録を行う</a:t>
                      </a:r>
                      <a:b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（付与対象の該当月の翌月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日までに初期登録を完了させる）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・資料「エムエムポイント付与案内」</a:t>
                      </a:r>
                      <a:b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・登録時に「個人用メールアドレス」が必要</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該当月月末～翌月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2495588"/>
                  </a:ext>
                </a:extLst>
              </a:tr>
              <a:tr h="479163">
                <a:tc>
                  <a:txBody>
                    <a:bodyPr/>
                    <a:lstStyle/>
                    <a:p>
                      <a:pPr algn="ctr" fontAlgn="ctr"/>
                      <a:r>
                        <a:rPr lang="en-US" altLang="ja-JP" sz="900" b="0" i="0" u="none" strike="noStrike">
                          <a:solidFill>
                            <a:schemeClr val="bg1"/>
                          </a:solidFill>
                          <a:effectLst/>
                          <a:latin typeface="BIZ UDPゴシック" panose="020B0400000000000000" pitchFamily="50" charset="-128"/>
                          <a:ea typeface="BIZ UDPゴシック" panose="020B0400000000000000" pitchFamily="50" charset="-128"/>
                        </a:rPr>
                        <a:t>1</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rowSpan="6">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毎月</a:t>
                      </a:r>
                    </a:p>
                  </a:txBody>
                  <a:tcPr marL="6324" marR="6324" marT="6324"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幹部会</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従業員個人ごとに、エムエムポイント付与の意思決定を行う</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・ファイル「ポイント取込ファイル</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.csv</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毎月末</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3139827"/>
                  </a:ext>
                </a:extLst>
              </a:tr>
              <a:tr h="479163">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2</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所属長など</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キントーン稟議にて社内決裁および記録を残す</a:t>
                      </a:r>
                      <a:endParaRPr lang="en-US" altLang="ja-JP" sz="900" b="0" i="0" u="none" strike="noStrike" dirty="0">
                        <a:solidFill>
                          <a:srgbClr val="FF0000"/>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リーダーから本人へ個別の</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FB</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を想定</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l"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16</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日にキントーンを用いて全社案内を行う</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・キントーン上の稟議アプリ</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該当月月末～翌月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563413"/>
                  </a:ext>
                </a:extLst>
              </a:tr>
              <a:tr h="479163">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3</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事務局</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カフェポイントサービスシステム上で、ポイント付与の手続きをする</a:t>
                      </a:r>
                      <a:b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（初期登録が未完了でも、ユーザ取込が完了なら付与自体は可能）</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・ファイル「ポイント取込ファイル</a:t>
                      </a:r>
                      <a:r>
                        <a:rPr lang="en-US" altLang="ja-JP" sz="900" b="0" i="0" u="none" strike="noStrike" dirty="0">
                          <a:solidFill>
                            <a:schemeClr val="tx1"/>
                          </a:solidFill>
                          <a:effectLst/>
                          <a:latin typeface="BIZ UDPゴシック" panose="020B0400000000000000" pitchFamily="50" charset="-128"/>
                          <a:ea typeface="BIZ UDPゴシック" panose="020B0400000000000000" pitchFamily="50" charset="-128"/>
                        </a:rPr>
                        <a:t>.csv</a:t>
                      </a: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該当月月末～翌月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3461126"/>
                  </a:ext>
                </a:extLst>
              </a:tr>
              <a:tr h="537327">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4</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lnL w="12700" cap="flat" cmpd="sng" algn="ctr">
                      <a:solidFill>
                        <a:schemeClr val="bg1"/>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事務局</a:t>
                      </a:r>
                    </a:p>
                  </a:txBody>
                  <a:tcPr marL="6324" marR="6324" marT="6324"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325" rtl="0" eaLnBrk="1" fontAlgn="ctr" latinLnBrk="0" hangingPunct="1">
                        <a:lnSpc>
                          <a:spcPct val="100000"/>
                        </a:lnSpc>
                        <a:spcBef>
                          <a:spcPts val="0"/>
                        </a:spcBef>
                        <a:spcAft>
                          <a:spcPts val="0"/>
                        </a:spcAft>
                        <a:buClrTx/>
                        <a:buSzTx/>
                        <a:buFontTx/>
                        <a:buNone/>
                        <a:tabLst/>
                        <a:defRPr/>
                      </a:pP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カフェポイントサービスシステムからデータ抽出し、</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前月</a:t>
                      </a:r>
                      <a:r>
                        <a:rPr lang="en-US" altLang="ja-JP" sz="900" b="0" i="0" u="none" strike="noStrike" dirty="0">
                          <a:solidFill>
                            <a:srgbClr val="FF0000"/>
                          </a:solidFill>
                          <a:effectLst/>
                          <a:latin typeface="BIZ UDPゴシック" panose="020B0400000000000000" pitchFamily="50" charset="-128"/>
                          <a:ea typeface="BIZ UDPゴシック" panose="020B0400000000000000" pitchFamily="50" charset="-128"/>
                        </a:rPr>
                        <a:t>16</a:t>
                      </a: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日～当月</a:t>
                      </a:r>
                      <a:r>
                        <a:rPr lang="en-US" altLang="ja-JP" sz="900" b="0" i="0" u="none" strike="noStrike" dirty="0">
                          <a:solidFill>
                            <a:srgbClr val="FF0000"/>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日分</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の「支給控除データ」をステラ社へ報告する</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（雇用区分に注意する）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900" b="0" i="0" u="none" strike="noStrike" dirty="0">
                          <a:solidFill>
                            <a:schemeClr val="tx1"/>
                          </a:solidFill>
                          <a:effectLst/>
                          <a:latin typeface="BIZ UDPゴシック" panose="020B0400000000000000" pitchFamily="50" charset="-128"/>
                          <a:ea typeface="BIZ UDPゴシック" panose="020B0400000000000000" pitchFamily="50" charset="-128"/>
                        </a:rPr>
                        <a:t>-</a:t>
                      </a:r>
                      <a:endPar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毎月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16</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19541339"/>
                  </a:ext>
                </a:extLst>
              </a:tr>
              <a:tr h="479163">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5</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従業員</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カフェポイントサービスシステム上でエムエムポイントが付与される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毎月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16</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9122852"/>
                  </a:ext>
                </a:extLst>
              </a:tr>
              <a:tr h="479163">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6</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従業員</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エムエムポイントを「メニュー（</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Amazon</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ポイント等）」へ交換する</a:t>
                      </a:r>
                      <a:b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メニューへ交換した月の「給与手当」として課税所得となる</a:t>
                      </a:r>
                      <a:b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（メニュー自体の有効期限は、</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2023</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年</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3</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31</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日までではない）</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2023</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年</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3</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31</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2589280"/>
                  </a:ext>
                </a:extLst>
              </a:tr>
            </a:tbl>
          </a:graphicData>
        </a:graphic>
      </p:graphicFrame>
      <p:sp>
        <p:nvSpPr>
          <p:cNvPr id="11" name="タイトル 2">
            <a:extLst>
              <a:ext uri="{FF2B5EF4-FFF2-40B4-BE49-F238E27FC236}">
                <a16:creationId xmlns:a16="http://schemas.microsoft.com/office/drawing/2014/main" id="{97510606-A11F-44FF-8099-5E46001ED856}"/>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rPr>
              <a:t>（参考）事務局マニュアル　業務フロー　月給者</a:t>
            </a:r>
            <a:endParaRPr kumimoji="0" lang="en-US" altLang="ja-JP"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endParaRPr>
          </a:p>
        </p:txBody>
      </p:sp>
      <p:sp>
        <p:nvSpPr>
          <p:cNvPr id="10" name="タイトル 1">
            <a:extLst>
              <a:ext uri="{FF2B5EF4-FFF2-40B4-BE49-F238E27FC236}">
                <a16:creationId xmlns:a16="http://schemas.microsoft.com/office/drawing/2014/main" id="{2A1FD0E1-3D47-44F5-B904-4DCF0AEBD064}"/>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ja-JP" altLang="en-US" sz="1100" dirty="0">
                <a:latin typeface="BIZ UDPゴシック" panose="020B0400000000000000" pitchFamily="50" charset="-128"/>
                <a:ea typeface="BIZ UDPゴシック" panose="020B0400000000000000" pitchFamily="50" charset="-128"/>
              </a:rPr>
              <a:t>更新：</a:t>
            </a:r>
            <a:r>
              <a:rPr lang="en-US" altLang="ja-JP" sz="1100" dirty="0">
                <a:latin typeface="BIZ UDPゴシック" panose="020B0400000000000000" pitchFamily="50" charset="-128"/>
                <a:ea typeface="BIZ UDPゴシック" panose="020B0400000000000000" pitchFamily="50" charset="-128"/>
              </a:rPr>
              <a:t>2022</a:t>
            </a:r>
            <a:r>
              <a:rPr lang="ja-JP" altLang="en-US" sz="1100" dirty="0">
                <a:latin typeface="BIZ UDPゴシック" panose="020B0400000000000000" pitchFamily="50" charset="-128"/>
                <a:ea typeface="BIZ UDPゴシック" panose="020B0400000000000000" pitchFamily="50" charset="-128"/>
              </a:rPr>
              <a:t>年</a:t>
            </a:r>
            <a:r>
              <a:rPr lang="en-US" altLang="ja-JP" sz="1100" dirty="0">
                <a:latin typeface="BIZ UDPゴシック" panose="020B0400000000000000" pitchFamily="50" charset="-128"/>
                <a:ea typeface="BIZ UDPゴシック" panose="020B0400000000000000" pitchFamily="50" charset="-128"/>
              </a:rPr>
              <a:t>12</a:t>
            </a:r>
            <a:r>
              <a:rPr lang="ja-JP" altLang="en-US" sz="1100" dirty="0">
                <a:latin typeface="BIZ UDPゴシック" panose="020B0400000000000000" pitchFamily="50" charset="-128"/>
                <a:ea typeface="BIZ UDPゴシック" panose="020B0400000000000000" pitchFamily="50" charset="-128"/>
              </a:rPr>
              <a:t>月</a:t>
            </a:r>
            <a:r>
              <a:rPr lang="en-US" altLang="ja-JP" sz="1100" dirty="0">
                <a:latin typeface="BIZ UDPゴシック" panose="020B0400000000000000" pitchFamily="50" charset="-128"/>
                <a:ea typeface="BIZ UDPゴシック" panose="020B0400000000000000" pitchFamily="50" charset="-128"/>
              </a:rPr>
              <a:t>16</a:t>
            </a:r>
            <a:r>
              <a:rPr lang="ja-JP" altLang="en-US" sz="1100" dirty="0">
                <a:latin typeface="BIZ UDPゴシック" panose="020B0400000000000000" pitchFamily="50" charset="-128"/>
                <a:ea typeface="BIZ UDPゴシック" panose="020B0400000000000000" pitchFamily="50" charset="-128"/>
              </a:rPr>
              <a:t>日</a:t>
            </a:r>
            <a:endParaRPr lang="en-US" altLang="ja-JP" sz="1100" dirty="0">
              <a:latin typeface="BIZ UDPゴシック" panose="020B0400000000000000" pitchFamily="50" charset="-128"/>
              <a:ea typeface="BIZ UDPゴシック" panose="020B0400000000000000" pitchFamily="50" charset="-128"/>
            </a:endParaRPr>
          </a:p>
          <a:p>
            <a:pPr algn="r"/>
            <a:r>
              <a:rPr lang="ja-JP" altLang="en-US" sz="1100" dirty="0">
                <a:latin typeface="BIZ UDPゴシック" panose="020B0400000000000000" pitchFamily="50" charset="-128"/>
                <a:ea typeface="BIZ UDPゴシック" panose="020B0400000000000000" pitchFamily="50" charset="-128"/>
              </a:rPr>
              <a:t>株式会社エムエムインターナショナル</a:t>
            </a:r>
            <a:endParaRPr lang="en-US" altLang="ja-JP" sz="11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026610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BEC6266E-39DB-4A80-B4FC-10A0EF4929B8}"/>
              </a:ext>
            </a:extLst>
          </p:cNvPr>
          <p:cNvGraphicFramePr>
            <a:graphicFrameLocks noGrp="1"/>
          </p:cNvGraphicFramePr>
          <p:nvPr/>
        </p:nvGraphicFramePr>
        <p:xfrm>
          <a:off x="76874" y="1275450"/>
          <a:ext cx="8928992" cy="4241780"/>
        </p:xfrm>
        <a:graphic>
          <a:graphicData uri="http://schemas.openxmlformats.org/drawingml/2006/table">
            <a:tbl>
              <a:tblPr/>
              <a:tblGrid>
                <a:gridCol w="386944">
                  <a:extLst>
                    <a:ext uri="{9D8B030D-6E8A-4147-A177-3AD203B41FA5}">
                      <a16:colId xmlns:a16="http://schemas.microsoft.com/office/drawing/2014/main" val="65361200"/>
                    </a:ext>
                  </a:extLst>
                </a:gridCol>
                <a:gridCol w="614161">
                  <a:extLst>
                    <a:ext uri="{9D8B030D-6E8A-4147-A177-3AD203B41FA5}">
                      <a16:colId xmlns:a16="http://schemas.microsoft.com/office/drawing/2014/main" val="2499282599"/>
                    </a:ext>
                  </a:extLst>
                </a:gridCol>
                <a:gridCol w="827880">
                  <a:extLst>
                    <a:ext uri="{9D8B030D-6E8A-4147-A177-3AD203B41FA5}">
                      <a16:colId xmlns:a16="http://schemas.microsoft.com/office/drawing/2014/main" val="1043295681"/>
                    </a:ext>
                  </a:extLst>
                </a:gridCol>
                <a:gridCol w="3427599">
                  <a:extLst>
                    <a:ext uri="{9D8B030D-6E8A-4147-A177-3AD203B41FA5}">
                      <a16:colId xmlns:a16="http://schemas.microsoft.com/office/drawing/2014/main" val="1221573336"/>
                    </a:ext>
                  </a:extLst>
                </a:gridCol>
                <a:gridCol w="2160240">
                  <a:extLst>
                    <a:ext uri="{9D8B030D-6E8A-4147-A177-3AD203B41FA5}">
                      <a16:colId xmlns:a16="http://schemas.microsoft.com/office/drawing/2014/main" val="2350015255"/>
                    </a:ext>
                  </a:extLst>
                </a:gridCol>
                <a:gridCol w="1512168">
                  <a:extLst>
                    <a:ext uri="{9D8B030D-6E8A-4147-A177-3AD203B41FA5}">
                      <a16:colId xmlns:a16="http://schemas.microsoft.com/office/drawing/2014/main" val="1258738362"/>
                    </a:ext>
                  </a:extLst>
                </a:gridCol>
              </a:tblGrid>
              <a:tr h="163396">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手順</a:t>
                      </a:r>
                      <a:endPar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段階</a:t>
                      </a: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a:t>
                      </a: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頻度</a:t>
                      </a:r>
                    </a:p>
                  </a:txBody>
                  <a:tcPr marL="6324" marR="6324" marT="63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担当者</a:t>
                      </a:r>
                    </a:p>
                  </a:txBody>
                  <a:tcPr marL="6324" marR="6324" marT="63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実施事項</a:t>
                      </a:r>
                    </a:p>
                  </a:txBody>
                  <a:tcPr marL="6324" marR="6324" marT="63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必要な資料・ファイル</a:t>
                      </a:r>
                    </a:p>
                  </a:txBody>
                  <a:tcPr marL="6324" marR="6324" marT="63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時期</a:t>
                      </a:r>
                    </a:p>
                  </a:txBody>
                  <a:tcPr marL="6324" marR="6324" marT="6324"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256362728"/>
                  </a:ext>
                </a:extLst>
              </a:tr>
              <a:tr h="509798">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0-1</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事前準備</a:t>
                      </a:r>
                    </a:p>
                  </a:txBody>
                  <a:tcPr marL="6324" marR="6324" marT="6324"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事務局</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カフェポイントサービスシステムへ、ユーザ取込を行う</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退職者は「退職日付」に退職日を記入し、ユーザ取込を行う</a:t>
                      </a:r>
                      <a:b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（社員番号にもとづき、ユーザデータは、毎月上書きされる）</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・ファイル「ユーザ取込ファイル</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.csv</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・新規ﾕｰｻﾞ取込は</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10</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・退職処理処理は</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31</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9782254"/>
                  </a:ext>
                </a:extLst>
              </a:tr>
              <a:tr h="509798">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1</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rowSpan="7">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毎月</a:t>
                      </a:r>
                    </a:p>
                  </a:txBody>
                  <a:tcPr marL="6324" marR="6324" marT="6324"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幹部会</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従業員個人ごとに、エムエムポイント付与の意思決定を行う</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・ファイル「ポイント取込ファイル</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.csv</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毎月末</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9081065"/>
                  </a:ext>
                </a:extLst>
              </a:tr>
              <a:tr h="509798">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2</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物件担当者など</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キントーン稟議にて社内決裁および記録を残す</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・従業員個人ごとに</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FB</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し、賞賛を贈る</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・資料「エムエムポイント付与案内」</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・メール配信で通知することも可能</a:t>
                      </a:r>
                      <a:endPar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該当月月末～翌月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3163081"/>
                  </a:ext>
                </a:extLst>
              </a:tr>
              <a:tr h="509798">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3</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従業員</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初回のみ、カフェポイントサービスシステム上で、初期登録を行う</a:t>
                      </a:r>
                      <a:b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（付与対象の該当月の翌月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日までに初期登録を完了させる）</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・資料「エムエムポイント付与案内」</a:t>
                      </a:r>
                      <a:b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・登録時に「個人用メールアドレス」が必要</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該当月月末～翌月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2126421"/>
                  </a:ext>
                </a:extLst>
              </a:tr>
              <a:tr h="509798">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4</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事務局</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325" rtl="0" eaLnBrk="1" fontAlgn="ctr" latinLnBrk="0" hangingPunct="1">
                        <a:lnSpc>
                          <a:spcPct val="100000"/>
                        </a:lnSpc>
                        <a:spcBef>
                          <a:spcPts val="0"/>
                        </a:spcBef>
                        <a:spcAft>
                          <a:spcPts val="0"/>
                        </a:spcAft>
                        <a:buClrTx/>
                        <a:buSzTx/>
                        <a:buFontTx/>
                        <a:buNone/>
                        <a:tabLst/>
                        <a:defRPr/>
                      </a:pP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カフェポイントサービスシステムからデータ抽出し、</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前月</a:t>
                      </a:r>
                      <a:r>
                        <a:rPr lang="en-US" altLang="ja-JP" sz="900" b="0" i="0" u="none" strike="noStrike" dirty="0">
                          <a:solidFill>
                            <a:srgbClr val="FF0000"/>
                          </a:solidFill>
                          <a:effectLst/>
                          <a:latin typeface="BIZ UDPゴシック" panose="020B0400000000000000" pitchFamily="50" charset="-128"/>
                          <a:ea typeface="BIZ UDPゴシック" panose="020B0400000000000000" pitchFamily="50" charset="-128"/>
                        </a:rPr>
                        <a:t>16</a:t>
                      </a: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日～当月</a:t>
                      </a:r>
                      <a:r>
                        <a:rPr lang="en-US" altLang="ja-JP" sz="900" b="0" i="0" u="none" strike="noStrike" dirty="0">
                          <a:solidFill>
                            <a:srgbClr val="FF0000"/>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日分</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の「支給控除データ」をステラ社へ報告する</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（雇用区分に注意する）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900" b="0" i="0" u="none" strike="noStrike" dirty="0">
                          <a:solidFill>
                            <a:schemeClr val="tx1"/>
                          </a:solidFill>
                          <a:effectLst/>
                          <a:latin typeface="BIZ UDPゴシック" panose="020B0400000000000000" pitchFamily="50" charset="-128"/>
                          <a:ea typeface="BIZ UDPゴシック" panose="020B0400000000000000" pitchFamily="50" charset="-128"/>
                        </a:rPr>
                        <a:t>-</a:t>
                      </a:r>
                      <a:endPar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毎月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16</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86849321"/>
                  </a:ext>
                </a:extLst>
              </a:tr>
              <a:tr h="509798">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5</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事務局</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カフェポイントサービスシステム上で、対象者へポイント付与をする</a:t>
                      </a:r>
                      <a:b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（初期登録が未完了でも、ユーザ取込が完了なら付与自体は可能）</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・ファイル「ポイント取込ファイル</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.csv</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該当月月末～翌月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9364981"/>
                  </a:ext>
                </a:extLst>
              </a:tr>
              <a:tr h="509798">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6</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従業員</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カフェポイントサービスシステム上でエムエムポイントが付与される</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毎月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16</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2103226"/>
                  </a:ext>
                </a:extLst>
              </a:tr>
              <a:tr h="509798">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7</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従業員</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エムエムポイントを「メニュー（</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Amazon</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ポイント等）」へ交換する</a:t>
                      </a:r>
                      <a:b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メニューへ交換した月の「給与手当」として課税所得となる</a:t>
                      </a:r>
                      <a:b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（メニュー自体の有効期限は、</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2023</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年</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3</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31</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日までではない）</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2023</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年</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3</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31</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8866241"/>
                  </a:ext>
                </a:extLst>
              </a:tr>
            </a:tbl>
          </a:graphicData>
        </a:graphic>
      </p:graphicFrame>
      <p:sp>
        <p:nvSpPr>
          <p:cNvPr id="91" name="Text Box 31">
            <a:extLst>
              <a:ext uri="{FF2B5EF4-FFF2-40B4-BE49-F238E27FC236}">
                <a16:creationId xmlns:a16="http://schemas.microsoft.com/office/drawing/2014/main" id="{3315535B-0AA2-4245-A1F7-E3B6DEA11308}"/>
              </a:ext>
            </a:extLst>
          </p:cNvPr>
          <p:cNvSpPr txBox="1">
            <a:spLocks noChangeArrowheads="1"/>
          </p:cNvSpPr>
          <p:nvPr/>
        </p:nvSpPr>
        <p:spPr bwMode="auto">
          <a:xfrm>
            <a:off x="8767432" y="6689416"/>
            <a:ext cx="371897"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BIZ UDPゴシック" panose="020B0400000000000000" pitchFamily="50" charset="-128"/>
                <a:ea typeface="BIZ UDPゴシック" panose="020B0400000000000000" pitchFamily="50" charset="-128"/>
              </a:rPr>
              <a:t>－</a:t>
            </a:r>
            <a:fld id="{B0F819B3-9E8F-4282-8AF7-A5F025A1BD25}" type="slidenum">
              <a:rPr lang="ja-JP" altLang="en-US" sz="1050">
                <a:latin typeface="BIZ UDPゴシック" panose="020B0400000000000000" pitchFamily="50" charset="-128"/>
                <a:ea typeface="BIZ UDPゴシック" panose="020B0400000000000000" pitchFamily="50" charset="-128"/>
              </a:rPr>
              <a:pPr algn="ctr" eaLnBrk="0" hangingPunct="0">
                <a:lnSpc>
                  <a:spcPct val="100000"/>
                </a:lnSpc>
                <a:buClrTx/>
                <a:buSzTx/>
                <a:buFontTx/>
                <a:buNone/>
              </a:pPr>
              <a:t>27</a:t>
            </a:fld>
            <a:r>
              <a:rPr lang="ja-JP" altLang="en-US" sz="1050" dirty="0">
                <a:latin typeface="BIZ UDPゴシック" panose="020B0400000000000000" pitchFamily="50" charset="-128"/>
                <a:ea typeface="BIZ UDPゴシック" panose="020B0400000000000000" pitchFamily="50" charset="-128"/>
              </a:rPr>
              <a:t>－</a:t>
            </a:r>
          </a:p>
        </p:txBody>
      </p:sp>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rPr>
              <a:t>（参考）事務局マニュアル</a:t>
            </a:r>
            <a:r>
              <a:rPr kumimoji="0" lang="ja-JP" altLang="en-US" sz="1600" b="1"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rPr>
              <a:t>　</a:t>
            </a:r>
            <a:r>
              <a:rPr lang="ja-JP" altLang="en-US" sz="1600" dirty="0">
                <a:latin typeface="BIZ UDPゴシック" panose="020B0400000000000000" pitchFamily="50" charset="-128"/>
                <a:ea typeface="BIZ UDPゴシック" panose="020B0400000000000000" pitchFamily="50" charset="-128"/>
              </a:rPr>
              <a:t>業務フロー　時給者</a:t>
            </a:r>
            <a:endParaRPr kumimoji="0" lang="en-US" altLang="ja-JP"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endParaRPr>
          </a:p>
        </p:txBody>
      </p:sp>
      <p:sp>
        <p:nvSpPr>
          <p:cNvPr id="6" name="タイトル 2">
            <a:extLst>
              <a:ext uri="{FF2B5EF4-FFF2-40B4-BE49-F238E27FC236}">
                <a16:creationId xmlns:a16="http://schemas.microsoft.com/office/drawing/2014/main" id="{4C70CD40-9BA4-4C7C-92D1-6D45335B0792}"/>
              </a:ext>
            </a:extLst>
          </p:cNvPr>
          <p:cNvSpPr txBox="1">
            <a:spLocks/>
          </p:cNvSpPr>
          <p:nvPr/>
        </p:nvSpPr>
        <p:spPr>
          <a:xfrm>
            <a:off x="179512" y="797418"/>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1600" kern="0" spc="-1" dirty="0">
                <a:latin typeface="BIZ UDPゴシック" panose="020B0400000000000000" pitchFamily="50" charset="-128"/>
                <a:ea typeface="BIZ UDPゴシック" panose="020B0400000000000000" pitchFamily="50" charset="-128"/>
              </a:rPr>
              <a:t>時給者</a:t>
            </a:r>
            <a:endParaRPr lang="en-US" altLang="ja-JP" sz="1600" dirty="0">
              <a:latin typeface="BIZ UDPゴシック" panose="020B0400000000000000" pitchFamily="50" charset="-128"/>
              <a:ea typeface="BIZ UDPゴシック" panose="020B0400000000000000" pitchFamily="50" charset="-128"/>
            </a:endParaRPr>
          </a:p>
        </p:txBody>
      </p:sp>
      <p:sp>
        <p:nvSpPr>
          <p:cNvPr id="3" name="正方形/長方形 2">
            <a:extLst>
              <a:ext uri="{FF2B5EF4-FFF2-40B4-BE49-F238E27FC236}">
                <a16:creationId xmlns:a16="http://schemas.microsoft.com/office/drawing/2014/main" id="{B05CB9C2-8665-4C76-A66F-E49572732BA9}"/>
              </a:ext>
            </a:extLst>
          </p:cNvPr>
          <p:cNvSpPr/>
          <p:nvPr/>
        </p:nvSpPr>
        <p:spPr>
          <a:xfrm>
            <a:off x="1073878" y="2451992"/>
            <a:ext cx="7931988" cy="10220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9DC26BB8-B1C1-46BF-8CEC-0209FE91D8FD}"/>
              </a:ext>
            </a:extLst>
          </p:cNvPr>
          <p:cNvSpPr/>
          <p:nvPr/>
        </p:nvSpPr>
        <p:spPr>
          <a:xfrm>
            <a:off x="113979" y="5805265"/>
            <a:ext cx="8928995" cy="780736"/>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0128" tIns="50065" rIns="100128" bIns="50065" rtlCol="0" anchor="ctr"/>
          <a:lstStyle/>
          <a:p>
            <a:pPr marL="171450" indent="-171450">
              <a:buFont typeface="Arial" panose="020B0604020202020204" pitchFamily="34" charset="0"/>
              <a:buChar char="•"/>
              <a:defRPr/>
            </a:pPr>
            <a:r>
              <a:rPr lang="ja-JP" altLang="en-US" sz="1200" dirty="0">
                <a:solidFill>
                  <a:schemeClr val="tx1"/>
                </a:solidFill>
                <a:latin typeface="BIZ UDPゴシック" panose="020B0400000000000000" pitchFamily="50" charset="-128"/>
                <a:ea typeface="BIZ UDPゴシック" panose="020B0400000000000000" pitchFamily="50" charset="-128"/>
              </a:rPr>
              <a:t>ポイントは、①「手順</a:t>
            </a:r>
            <a:r>
              <a:rPr lang="en-US" altLang="ja-JP" sz="1200" dirty="0">
                <a:solidFill>
                  <a:schemeClr val="tx1"/>
                </a:solidFill>
                <a:latin typeface="BIZ UDPゴシック" panose="020B0400000000000000" pitchFamily="50" charset="-128"/>
                <a:ea typeface="BIZ UDPゴシック" panose="020B0400000000000000" pitchFamily="50" charset="-128"/>
              </a:rPr>
              <a:t>2</a:t>
            </a:r>
            <a:r>
              <a:rPr lang="ja-JP" altLang="en-US" sz="1200" dirty="0">
                <a:solidFill>
                  <a:schemeClr val="tx1"/>
                </a:solidFill>
                <a:latin typeface="BIZ UDPゴシック" panose="020B0400000000000000" pitchFamily="50" charset="-128"/>
                <a:ea typeface="BIZ UDPゴシック" panose="020B0400000000000000" pitchFamily="50" charset="-128"/>
              </a:rPr>
              <a:t>」を工数を要せず、また効果的にモチベーション向上につながるフィードバックを行うこと、及び、②「手順</a:t>
            </a:r>
            <a:r>
              <a:rPr lang="en-US" altLang="ja-JP" sz="1200" dirty="0">
                <a:solidFill>
                  <a:schemeClr val="tx1"/>
                </a:solidFill>
                <a:latin typeface="BIZ UDPゴシック" panose="020B0400000000000000" pitchFamily="50" charset="-128"/>
                <a:ea typeface="BIZ UDPゴシック" panose="020B0400000000000000" pitchFamily="50" charset="-128"/>
              </a:rPr>
              <a:t>3</a:t>
            </a:r>
            <a:r>
              <a:rPr lang="ja-JP" altLang="en-US" sz="1200" dirty="0">
                <a:solidFill>
                  <a:schemeClr val="tx1"/>
                </a:solidFill>
                <a:latin typeface="BIZ UDPゴシック" panose="020B0400000000000000" pitchFamily="50" charset="-128"/>
                <a:ea typeface="BIZ UDPゴシック" panose="020B0400000000000000" pitchFamily="50" charset="-128"/>
              </a:rPr>
              <a:t>」を時給者自身が、不足なく行うことができるかである。</a:t>
            </a:r>
            <a:endParaRPr lang="en-US" altLang="ja-JP" sz="1200" dirty="0">
              <a:solidFill>
                <a:schemeClr val="tx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defRPr/>
            </a:pPr>
            <a:r>
              <a:rPr lang="ja-JP" altLang="en-US" sz="1200" dirty="0">
                <a:solidFill>
                  <a:schemeClr val="tx1"/>
                </a:solidFill>
                <a:latin typeface="BIZ UDPゴシック" panose="020B0400000000000000" pitchFamily="50" charset="-128"/>
                <a:ea typeface="BIZ UDPゴシック" panose="020B0400000000000000" pitchFamily="50" charset="-128"/>
              </a:rPr>
              <a:t>手順「</a:t>
            </a:r>
            <a:r>
              <a:rPr lang="en-US" altLang="ja-JP" sz="1200" dirty="0">
                <a:solidFill>
                  <a:schemeClr val="tx1"/>
                </a:solidFill>
                <a:latin typeface="BIZ UDPゴシック" panose="020B0400000000000000" pitchFamily="50" charset="-128"/>
                <a:ea typeface="BIZ UDPゴシック" panose="020B0400000000000000" pitchFamily="50" charset="-128"/>
              </a:rPr>
              <a:t>0-1</a:t>
            </a:r>
            <a:r>
              <a:rPr lang="ja-JP" altLang="en-US" sz="1200" dirty="0">
                <a:solidFill>
                  <a:schemeClr val="tx1"/>
                </a:solidFill>
                <a:latin typeface="BIZ UDPゴシック" panose="020B0400000000000000" pitchFamily="50" charset="-128"/>
                <a:ea typeface="BIZ UDPゴシック" panose="020B0400000000000000" pitchFamily="50" charset="-128"/>
              </a:rPr>
              <a:t>」のユーザ取込が完了していれば、手順「</a:t>
            </a:r>
            <a:r>
              <a:rPr lang="en-US" altLang="ja-JP" sz="1200" dirty="0">
                <a:solidFill>
                  <a:schemeClr val="tx1"/>
                </a:solidFill>
                <a:latin typeface="BIZ UDPゴシック" panose="020B0400000000000000" pitchFamily="50" charset="-128"/>
                <a:ea typeface="BIZ UDPゴシック" panose="020B0400000000000000" pitchFamily="50" charset="-128"/>
              </a:rPr>
              <a:t>3</a:t>
            </a:r>
            <a:r>
              <a:rPr lang="ja-JP" altLang="en-US" sz="1200" dirty="0">
                <a:solidFill>
                  <a:schemeClr val="tx1"/>
                </a:solidFill>
                <a:latin typeface="BIZ UDPゴシック" panose="020B0400000000000000" pitchFamily="50" charset="-128"/>
                <a:ea typeface="BIZ UDPゴシック" panose="020B0400000000000000" pitchFamily="50" charset="-128"/>
              </a:rPr>
              <a:t>」の初期登録が完了していなくとも、手順「</a:t>
            </a:r>
            <a:r>
              <a:rPr lang="en-US" altLang="ja-JP" sz="1200" dirty="0">
                <a:solidFill>
                  <a:schemeClr val="tx1"/>
                </a:solidFill>
                <a:latin typeface="BIZ UDPゴシック" panose="020B0400000000000000" pitchFamily="50" charset="-128"/>
                <a:ea typeface="BIZ UDPゴシック" panose="020B0400000000000000" pitchFamily="50" charset="-128"/>
              </a:rPr>
              <a:t>4</a:t>
            </a:r>
            <a:r>
              <a:rPr lang="ja-JP" altLang="en-US" sz="1200" dirty="0">
                <a:solidFill>
                  <a:schemeClr val="tx1"/>
                </a:solidFill>
                <a:latin typeface="BIZ UDPゴシック" panose="020B0400000000000000" pitchFamily="50" charset="-128"/>
                <a:ea typeface="BIZ UDPゴシック" panose="020B0400000000000000" pitchFamily="50" charset="-128"/>
              </a:rPr>
              <a:t>」のポイント付与は可能である。</a:t>
            </a:r>
            <a:endParaRPr lang="en-US" altLang="ja-JP" sz="1200" dirty="0">
              <a:solidFill>
                <a:schemeClr val="tx1"/>
              </a:solidFill>
              <a:latin typeface="BIZ UDPゴシック" panose="020B0400000000000000" pitchFamily="50" charset="-128"/>
              <a:ea typeface="BIZ UDPゴシック" panose="020B0400000000000000" pitchFamily="50" charset="-128"/>
            </a:endParaRPr>
          </a:p>
        </p:txBody>
      </p:sp>
      <p:sp>
        <p:nvSpPr>
          <p:cNvPr id="9" name="タイトル 1">
            <a:extLst>
              <a:ext uri="{FF2B5EF4-FFF2-40B4-BE49-F238E27FC236}">
                <a16:creationId xmlns:a16="http://schemas.microsoft.com/office/drawing/2014/main" id="{27721664-6698-4298-8928-945CEA544343}"/>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ja-JP" altLang="en-US" sz="1100" dirty="0">
                <a:latin typeface="BIZ UDPゴシック" panose="020B0400000000000000" pitchFamily="50" charset="-128"/>
                <a:ea typeface="BIZ UDPゴシック" panose="020B0400000000000000" pitchFamily="50" charset="-128"/>
              </a:rPr>
              <a:t>更新：</a:t>
            </a:r>
            <a:r>
              <a:rPr lang="en-US" altLang="ja-JP" sz="1100" dirty="0">
                <a:latin typeface="BIZ UDPゴシック" panose="020B0400000000000000" pitchFamily="50" charset="-128"/>
                <a:ea typeface="BIZ UDPゴシック" panose="020B0400000000000000" pitchFamily="50" charset="-128"/>
              </a:rPr>
              <a:t>2022</a:t>
            </a:r>
            <a:r>
              <a:rPr lang="ja-JP" altLang="en-US" sz="1100" dirty="0">
                <a:latin typeface="BIZ UDPゴシック" panose="020B0400000000000000" pitchFamily="50" charset="-128"/>
                <a:ea typeface="BIZ UDPゴシック" panose="020B0400000000000000" pitchFamily="50" charset="-128"/>
              </a:rPr>
              <a:t>年</a:t>
            </a:r>
            <a:r>
              <a:rPr lang="en-US" altLang="ja-JP" sz="1100" dirty="0">
                <a:latin typeface="BIZ UDPゴシック" panose="020B0400000000000000" pitchFamily="50" charset="-128"/>
                <a:ea typeface="BIZ UDPゴシック" panose="020B0400000000000000" pitchFamily="50" charset="-128"/>
              </a:rPr>
              <a:t>12</a:t>
            </a:r>
            <a:r>
              <a:rPr lang="ja-JP" altLang="en-US" sz="1100" dirty="0">
                <a:latin typeface="BIZ UDPゴシック" panose="020B0400000000000000" pitchFamily="50" charset="-128"/>
                <a:ea typeface="BIZ UDPゴシック" panose="020B0400000000000000" pitchFamily="50" charset="-128"/>
              </a:rPr>
              <a:t>月</a:t>
            </a:r>
            <a:r>
              <a:rPr lang="en-US" altLang="ja-JP" sz="1100" dirty="0">
                <a:latin typeface="BIZ UDPゴシック" panose="020B0400000000000000" pitchFamily="50" charset="-128"/>
                <a:ea typeface="BIZ UDPゴシック" panose="020B0400000000000000" pitchFamily="50" charset="-128"/>
              </a:rPr>
              <a:t>16</a:t>
            </a:r>
            <a:r>
              <a:rPr lang="ja-JP" altLang="en-US" sz="1100" dirty="0">
                <a:latin typeface="BIZ UDPゴシック" panose="020B0400000000000000" pitchFamily="50" charset="-128"/>
                <a:ea typeface="BIZ UDPゴシック" panose="020B0400000000000000" pitchFamily="50" charset="-128"/>
              </a:rPr>
              <a:t>日</a:t>
            </a:r>
            <a:endParaRPr lang="en-US" altLang="ja-JP" sz="1100" dirty="0">
              <a:latin typeface="BIZ UDPゴシック" panose="020B0400000000000000" pitchFamily="50" charset="-128"/>
              <a:ea typeface="BIZ UDPゴシック" panose="020B0400000000000000" pitchFamily="50" charset="-128"/>
            </a:endParaRPr>
          </a:p>
          <a:p>
            <a:pPr algn="r"/>
            <a:r>
              <a:rPr lang="ja-JP" altLang="en-US" sz="1100" dirty="0">
                <a:latin typeface="BIZ UDPゴシック" panose="020B0400000000000000" pitchFamily="50" charset="-128"/>
                <a:ea typeface="BIZ UDPゴシック" panose="020B0400000000000000" pitchFamily="50" charset="-128"/>
              </a:rPr>
              <a:t>株式会社エムエムインターナショナル</a:t>
            </a:r>
            <a:endParaRPr lang="en-US" altLang="ja-JP" sz="11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3109903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 Box 31">
            <a:extLst>
              <a:ext uri="{FF2B5EF4-FFF2-40B4-BE49-F238E27FC236}">
                <a16:creationId xmlns:a16="http://schemas.microsoft.com/office/drawing/2014/main" id="{3315535B-0AA2-4245-A1F7-E3B6DEA11308}"/>
              </a:ext>
            </a:extLst>
          </p:cNvPr>
          <p:cNvSpPr txBox="1">
            <a:spLocks noChangeArrowheads="1"/>
          </p:cNvSpPr>
          <p:nvPr/>
        </p:nvSpPr>
        <p:spPr bwMode="auto">
          <a:xfrm>
            <a:off x="8767432" y="6689416"/>
            <a:ext cx="371897"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BIZ UDPゴシック" panose="020B0400000000000000" pitchFamily="50" charset="-128"/>
                <a:ea typeface="BIZ UDPゴシック" panose="020B0400000000000000" pitchFamily="50" charset="-128"/>
              </a:rPr>
              <a:t>－</a:t>
            </a:r>
            <a:fld id="{B0F819B3-9E8F-4282-8AF7-A5F025A1BD25}" type="slidenum">
              <a:rPr lang="ja-JP" altLang="en-US" sz="1050">
                <a:latin typeface="BIZ UDPゴシック" panose="020B0400000000000000" pitchFamily="50" charset="-128"/>
                <a:ea typeface="BIZ UDPゴシック" panose="020B0400000000000000" pitchFamily="50" charset="-128"/>
              </a:rPr>
              <a:pPr algn="ctr" eaLnBrk="0" hangingPunct="0">
                <a:lnSpc>
                  <a:spcPct val="100000"/>
                </a:lnSpc>
                <a:buClrTx/>
                <a:buSzTx/>
                <a:buFontTx/>
                <a:buNone/>
              </a:pPr>
              <a:t>28</a:t>
            </a:fld>
            <a:r>
              <a:rPr lang="ja-JP" altLang="en-US" sz="1050" dirty="0">
                <a:latin typeface="BIZ UDPゴシック" panose="020B0400000000000000" pitchFamily="50" charset="-128"/>
                <a:ea typeface="BIZ UDPゴシック" panose="020B0400000000000000" pitchFamily="50" charset="-128"/>
              </a:rPr>
              <a:t>－</a:t>
            </a:r>
          </a:p>
        </p:txBody>
      </p:sp>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rPr>
              <a:t>（参考）事務局マニュアル</a:t>
            </a:r>
            <a:r>
              <a:rPr kumimoji="0" lang="ja-JP" altLang="en-US" sz="1600" b="1"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rPr>
              <a:t>　</a:t>
            </a:r>
            <a:r>
              <a:rPr lang="ja-JP" altLang="en-US" sz="1600" dirty="0">
                <a:latin typeface="BIZ UDPゴシック" panose="020B0400000000000000" pitchFamily="50" charset="-128"/>
                <a:ea typeface="BIZ UDPゴシック" panose="020B0400000000000000" pitchFamily="50" charset="-128"/>
              </a:rPr>
              <a:t>業務フロー　出向者</a:t>
            </a:r>
            <a:endParaRPr kumimoji="0" lang="en-US" altLang="ja-JP"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endParaRPr>
          </a:p>
        </p:txBody>
      </p:sp>
      <p:sp>
        <p:nvSpPr>
          <p:cNvPr id="6" name="タイトル 2">
            <a:extLst>
              <a:ext uri="{FF2B5EF4-FFF2-40B4-BE49-F238E27FC236}">
                <a16:creationId xmlns:a16="http://schemas.microsoft.com/office/drawing/2014/main" id="{4C70CD40-9BA4-4C7C-92D1-6D45335B0792}"/>
              </a:ext>
            </a:extLst>
          </p:cNvPr>
          <p:cNvSpPr txBox="1">
            <a:spLocks/>
          </p:cNvSpPr>
          <p:nvPr/>
        </p:nvSpPr>
        <p:spPr>
          <a:xfrm>
            <a:off x="179512" y="797418"/>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1600" kern="0" spc="-1" dirty="0">
                <a:latin typeface="BIZ UDPゴシック" panose="020B0400000000000000" pitchFamily="50" charset="-128"/>
                <a:ea typeface="BIZ UDPゴシック" panose="020B0400000000000000" pitchFamily="50" charset="-128"/>
              </a:rPr>
              <a:t>出向者</a:t>
            </a:r>
            <a:endParaRPr lang="en-US" altLang="ja-JP" sz="1600" dirty="0">
              <a:latin typeface="BIZ UDPゴシック" panose="020B0400000000000000" pitchFamily="50" charset="-128"/>
              <a:ea typeface="BIZ UDPゴシック" panose="020B0400000000000000" pitchFamily="50" charset="-128"/>
            </a:endParaRPr>
          </a:p>
        </p:txBody>
      </p:sp>
      <p:sp>
        <p:nvSpPr>
          <p:cNvPr id="9" name="タイトル 1">
            <a:extLst>
              <a:ext uri="{FF2B5EF4-FFF2-40B4-BE49-F238E27FC236}">
                <a16:creationId xmlns:a16="http://schemas.microsoft.com/office/drawing/2014/main" id="{27721664-6698-4298-8928-945CEA544343}"/>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ja-JP" altLang="en-US" sz="1100" dirty="0">
                <a:latin typeface="BIZ UDPゴシック" panose="020B0400000000000000" pitchFamily="50" charset="-128"/>
                <a:ea typeface="BIZ UDPゴシック" panose="020B0400000000000000" pitchFamily="50" charset="-128"/>
              </a:rPr>
              <a:t>更新：</a:t>
            </a:r>
            <a:r>
              <a:rPr lang="en-US" altLang="ja-JP" sz="1100" dirty="0">
                <a:latin typeface="BIZ UDPゴシック" panose="020B0400000000000000" pitchFamily="50" charset="-128"/>
                <a:ea typeface="BIZ UDPゴシック" panose="020B0400000000000000" pitchFamily="50" charset="-128"/>
              </a:rPr>
              <a:t>20</a:t>
            </a:r>
            <a:r>
              <a:rPr lang="ja-JP" altLang="en-US" sz="1100" dirty="0">
                <a:latin typeface="BIZ UDPゴシック" panose="020B0400000000000000" pitchFamily="50" charset="-128"/>
                <a:ea typeface="BIZ UDPゴシック" panose="020B0400000000000000" pitchFamily="50" charset="-128"/>
              </a:rPr>
              <a:t>２３年７月１０日</a:t>
            </a:r>
            <a:endParaRPr lang="en-US" altLang="ja-JP" sz="1100" dirty="0">
              <a:latin typeface="BIZ UDPゴシック" panose="020B0400000000000000" pitchFamily="50" charset="-128"/>
              <a:ea typeface="BIZ UDPゴシック" panose="020B0400000000000000" pitchFamily="50" charset="-128"/>
            </a:endParaRPr>
          </a:p>
          <a:p>
            <a:pPr algn="r"/>
            <a:r>
              <a:rPr lang="ja-JP" altLang="en-US" sz="1100" dirty="0">
                <a:latin typeface="BIZ UDPゴシック" panose="020B0400000000000000" pitchFamily="50" charset="-128"/>
                <a:ea typeface="BIZ UDPゴシック" panose="020B0400000000000000" pitchFamily="50" charset="-128"/>
              </a:rPr>
              <a:t>株式会社エムエムインターナショナル</a:t>
            </a:r>
            <a:endParaRPr lang="en-US" altLang="ja-JP" sz="1100" dirty="0">
              <a:latin typeface="BIZ UDPゴシック" panose="020B0400000000000000" pitchFamily="50" charset="-128"/>
              <a:ea typeface="BIZ UDPゴシック" panose="020B0400000000000000" pitchFamily="50" charset="-128"/>
            </a:endParaRPr>
          </a:p>
        </p:txBody>
      </p:sp>
      <p:graphicFrame>
        <p:nvGraphicFramePr>
          <p:cNvPr id="11" name="表 10">
            <a:extLst>
              <a:ext uri="{FF2B5EF4-FFF2-40B4-BE49-F238E27FC236}">
                <a16:creationId xmlns:a16="http://schemas.microsoft.com/office/drawing/2014/main" id="{A7A57F7E-0D63-73CD-DC70-7759E1B02F4E}"/>
              </a:ext>
            </a:extLst>
          </p:cNvPr>
          <p:cNvGraphicFramePr>
            <a:graphicFrameLocks noGrp="1"/>
          </p:cNvGraphicFramePr>
          <p:nvPr/>
        </p:nvGraphicFramePr>
        <p:xfrm>
          <a:off x="104865" y="1275451"/>
          <a:ext cx="8928992" cy="4645060"/>
        </p:xfrm>
        <a:graphic>
          <a:graphicData uri="http://schemas.openxmlformats.org/drawingml/2006/table">
            <a:tbl>
              <a:tblPr/>
              <a:tblGrid>
                <a:gridCol w="386944">
                  <a:extLst>
                    <a:ext uri="{9D8B030D-6E8A-4147-A177-3AD203B41FA5}">
                      <a16:colId xmlns:a16="http://schemas.microsoft.com/office/drawing/2014/main" val="3200187909"/>
                    </a:ext>
                  </a:extLst>
                </a:gridCol>
                <a:gridCol w="614160">
                  <a:extLst>
                    <a:ext uri="{9D8B030D-6E8A-4147-A177-3AD203B41FA5}">
                      <a16:colId xmlns:a16="http://schemas.microsoft.com/office/drawing/2014/main" val="3043836534"/>
                    </a:ext>
                  </a:extLst>
                </a:gridCol>
                <a:gridCol w="655080">
                  <a:extLst>
                    <a:ext uri="{9D8B030D-6E8A-4147-A177-3AD203B41FA5}">
                      <a16:colId xmlns:a16="http://schemas.microsoft.com/office/drawing/2014/main" val="545177933"/>
                    </a:ext>
                  </a:extLst>
                </a:gridCol>
                <a:gridCol w="3384376">
                  <a:extLst>
                    <a:ext uri="{9D8B030D-6E8A-4147-A177-3AD203B41FA5}">
                      <a16:colId xmlns:a16="http://schemas.microsoft.com/office/drawing/2014/main" val="841770243"/>
                    </a:ext>
                  </a:extLst>
                </a:gridCol>
                <a:gridCol w="2448272">
                  <a:extLst>
                    <a:ext uri="{9D8B030D-6E8A-4147-A177-3AD203B41FA5}">
                      <a16:colId xmlns:a16="http://schemas.microsoft.com/office/drawing/2014/main" val="1683751967"/>
                    </a:ext>
                  </a:extLst>
                </a:gridCol>
                <a:gridCol w="1440160">
                  <a:extLst>
                    <a:ext uri="{9D8B030D-6E8A-4147-A177-3AD203B41FA5}">
                      <a16:colId xmlns:a16="http://schemas.microsoft.com/office/drawing/2014/main" val="1296760097"/>
                    </a:ext>
                  </a:extLst>
                </a:gridCol>
              </a:tblGrid>
              <a:tr h="165355">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手順</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段階</a:t>
                      </a: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a:t>
                      </a: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頻度</a:t>
                      </a:r>
                      <a:endPar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6324" marR="6324" marT="63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担当者</a:t>
                      </a:r>
                    </a:p>
                  </a:txBody>
                  <a:tcPr marL="6324" marR="6324" marT="63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実施事項</a:t>
                      </a:r>
                    </a:p>
                  </a:txBody>
                  <a:tcPr marL="6324" marR="6324" marT="63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必要な資料・ファイル</a:t>
                      </a:r>
                    </a:p>
                  </a:txBody>
                  <a:tcPr marL="6324" marR="6324" marT="63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時期</a:t>
                      </a:r>
                    </a:p>
                  </a:txBody>
                  <a:tcPr marL="6324" marR="6324" marT="6324"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4014637539"/>
                  </a:ext>
                </a:extLst>
              </a:tr>
              <a:tr h="497745">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0-1</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事前準備</a:t>
                      </a:r>
                    </a:p>
                  </a:txBody>
                  <a:tcPr marL="6324" marR="6324" marT="6324"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l" fontAlgn="ctr"/>
                      <a:r>
                        <a:rPr lang="ja-JP" altLang="en-US" sz="900" b="0" i="0" u="none" strike="noStrike">
                          <a:solidFill>
                            <a:schemeClr val="tx1"/>
                          </a:solidFill>
                          <a:effectLst/>
                          <a:latin typeface="BIZ UDPゴシック" panose="020B0400000000000000" pitchFamily="50" charset="-128"/>
                          <a:ea typeface="BIZ UDPゴシック" panose="020B0400000000000000" pitchFamily="50" charset="-128"/>
                        </a:rPr>
                        <a:t>事務局</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カフェポイントサービスシステムへ、ユーザ取込を行う</a:t>
                      </a:r>
                      <a:endParaRPr lang="en-US" altLang="ja-JP" sz="900" b="0" i="0" u="none" strike="noStrike" dirty="0">
                        <a:solidFill>
                          <a:schemeClr val="tx1"/>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退職者は「退職日付」に退職日を記入し、ユーザ取込を行う</a:t>
                      </a:r>
                      <a:b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（社員番号にもとづき、ユーザデータは、毎月上書きされる）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・ファイル「ユーザ取込ファイル</a:t>
                      </a:r>
                      <a:r>
                        <a:rPr lang="en-US" altLang="ja-JP" sz="900" b="0" i="0" u="none" strike="noStrike" dirty="0">
                          <a:solidFill>
                            <a:schemeClr val="tx1"/>
                          </a:solidFill>
                          <a:effectLst/>
                          <a:latin typeface="BIZ UDPゴシック" panose="020B0400000000000000" pitchFamily="50" charset="-128"/>
                          <a:ea typeface="BIZ UDPゴシック" panose="020B0400000000000000" pitchFamily="50" charset="-128"/>
                        </a:rPr>
                        <a:t>.csv</a:t>
                      </a: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a:t>
                      </a:r>
                      <a:endParaRPr lang="en-US" altLang="ja-JP" sz="900" b="0" i="0" u="none" strike="noStrike" dirty="0">
                        <a:solidFill>
                          <a:schemeClr val="tx1"/>
                        </a:solidFill>
                        <a:effectLst/>
                        <a:latin typeface="BIZ UDPゴシック" panose="020B0400000000000000" pitchFamily="50" charset="-128"/>
                        <a:ea typeface="BIZ UDP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・新規ﾕｰｻﾞ取込は</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10</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・退職処理処理は</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31</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3874927"/>
                  </a:ext>
                </a:extLst>
              </a:tr>
              <a:tr h="497745">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0-2</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rowSpan="2">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都度</a:t>
                      </a:r>
                    </a:p>
                  </a:txBody>
                  <a:tcPr marL="6324" marR="6324" marT="6324"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l" fontAlgn="ct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事務局</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事務局は従業員に対して案内を行う</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chemeClr val="tx1"/>
                          </a:solidFill>
                          <a:effectLst/>
                          <a:latin typeface="BIZ UDPゴシック" panose="020B0400000000000000" pitchFamily="50" charset="-128"/>
                          <a:ea typeface="BIZ UDPゴシック" panose="020B0400000000000000" pitchFamily="50" charset="-128"/>
                        </a:rPr>
                        <a:t>・資料「企画書</a:t>
                      </a:r>
                      <a:r>
                        <a:rPr lang="en-US" altLang="ja-JP" sz="900" b="0" i="0" u="none" strike="noStrike">
                          <a:solidFill>
                            <a:schemeClr val="tx1"/>
                          </a:solidFill>
                          <a:effectLst/>
                          <a:latin typeface="BIZ UDPゴシック" panose="020B0400000000000000" pitchFamily="50" charset="-128"/>
                          <a:ea typeface="BIZ UDPゴシック" panose="020B0400000000000000" pitchFamily="50" charset="-128"/>
                        </a:rPr>
                        <a:t>‗</a:t>
                      </a:r>
                      <a:r>
                        <a:rPr lang="ja-JP" altLang="en-US" sz="900" b="0" i="0" u="none" strike="noStrike">
                          <a:solidFill>
                            <a:schemeClr val="tx1"/>
                          </a:solidFill>
                          <a:effectLst/>
                          <a:latin typeface="BIZ UDPゴシック" panose="020B0400000000000000" pitchFamily="50" charset="-128"/>
                          <a:ea typeface="BIZ UDPゴシック" panose="020B0400000000000000" pitchFamily="50" charset="-128"/>
                        </a:rPr>
                        <a:t>営業インセンティブについて」</a:t>
                      </a:r>
                      <a:br>
                        <a:rPr lang="ja-JP" altLang="en-US" sz="900" b="0" i="0" u="none" strike="noStrike">
                          <a:solidFill>
                            <a:schemeClr val="tx1"/>
                          </a:solidFill>
                          <a:effectLst/>
                          <a:latin typeface="BIZ UDPゴシック" panose="020B0400000000000000" pitchFamily="50" charset="-128"/>
                          <a:ea typeface="BIZ UDPゴシック" panose="020B0400000000000000" pitchFamily="50" charset="-128"/>
                        </a:rPr>
                      </a:br>
                      <a:r>
                        <a:rPr lang="ja-JP" altLang="en-US" sz="900" b="0" i="0" u="none" strike="noStrike">
                          <a:solidFill>
                            <a:schemeClr val="tx1"/>
                          </a:solidFill>
                          <a:effectLst/>
                          <a:latin typeface="BIZ UDPゴシック" panose="020B0400000000000000" pitchFamily="50" charset="-128"/>
                          <a:ea typeface="BIZ UDPゴシック" panose="020B0400000000000000" pitchFamily="50" charset="-128"/>
                        </a:rPr>
                        <a:t>・資料「エムエムポイントガイドブック」</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都度</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61371069"/>
                  </a:ext>
                </a:extLst>
              </a:tr>
              <a:tr h="497745">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0-3</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従業員</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初回のみ、カフェポイントサービスシステム上で、初期登録を行う</a:t>
                      </a:r>
                      <a:b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（付与対象の該当月の翌月</a:t>
                      </a:r>
                      <a:r>
                        <a:rPr lang="en-US" altLang="ja-JP" sz="900" b="0" i="0" u="none" strike="noStrike" dirty="0">
                          <a:solidFill>
                            <a:schemeClr val="tx1"/>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日までに初期登録を完了させる）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chemeClr val="tx1"/>
                          </a:solidFill>
                          <a:effectLst/>
                          <a:latin typeface="BIZ UDPゴシック" panose="020B0400000000000000" pitchFamily="50" charset="-128"/>
                          <a:ea typeface="BIZ UDPゴシック" panose="020B0400000000000000" pitchFamily="50" charset="-128"/>
                        </a:rPr>
                        <a:t>・資料「エムエムポイント付与案内」</a:t>
                      </a:r>
                      <a:br>
                        <a:rPr lang="ja-JP" altLang="en-US" sz="900" b="0" i="0" u="none" strike="noStrike">
                          <a:solidFill>
                            <a:schemeClr val="tx1"/>
                          </a:solidFill>
                          <a:effectLst/>
                          <a:latin typeface="BIZ UDPゴシック" panose="020B0400000000000000" pitchFamily="50" charset="-128"/>
                          <a:ea typeface="BIZ UDPゴシック" panose="020B0400000000000000" pitchFamily="50" charset="-128"/>
                        </a:rPr>
                      </a:br>
                      <a:r>
                        <a:rPr lang="ja-JP" altLang="en-US" sz="900" b="0" i="0" u="none" strike="noStrike">
                          <a:solidFill>
                            <a:schemeClr val="tx1"/>
                          </a:solidFill>
                          <a:effectLst/>
                          <a:latin typeface="BIZ UDPゴシック" panose="020B0400000000000000" pitchFamily="50" charset="-128"/>
                          <a:ea typeface="BIZ UDPゴシック" panose="020B0400000000000000" pitchFamily="50" charset="-128"/>
                        </a:rPr>
                        <a:t>・登録時に「個人用メールアドレス」が必要</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該当月月末～翌月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2495588"/>
                  </a:ext>
                </a:extLst>
              </a:tr>
              <a:tr h="497745">
                <a:tc>
                  <a:txBody>
                    <a:bodyPr/>
                    <a:lstStyle/>
                    <a:p>
                      <a:pPr algn="ctr" fontAlgn="ctr"/>
                      <a:r>
                        <a:rPr lang="en-US" altLang="ja-JP" sz="900" b="0" i="0" u="none" strike="noStrike">
                          <a:solidFill>
                            <a:schemeClr val="bg1"/>
                          </a:solidFill>
                          <a:effectLst/>
                          <a:latin typeface="BIZ UDPゴシック" panose="020B0400000000000000" pitchFamily="50" charset="-128"/>
                          <a:ea typeface="BIZ UDPゴシック" panose="020B0400000000000000" pitchFamily="50" charset="-128"/>
                        </a:rPr>
                        <a:t>1</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rowSpan="6">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毎月</a:t>
                      </a:r>
                    </a:p>
                  </a:txBody>
                  <a:tcPr marL="6324" marR="6324" marT="6324"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l" fontAlgn="ct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幹部会</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従業員個人ごとに、エムエムポイント付与の意思決定を行う</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chemeClr val="tx1"/>
                          </a:solidFill>
                          <a:effectLst/>
                          <a:latin typeface="BIZ UDPゴシック" panose="020B0400000000000000" pitchFamily="50" charset="-128"/>
                          <a:ea typeface="BIZ UDPゴシック" panose="020B0400000000000000" pitchFamily="50" charset="-128"/>
                        </a:rPr>
                        <a:t>・ファイル「ポイント取込ファイル</a:t>
                      </a:r>
                      <a:r>
                        <a:rPr lang="en-US" altLang="ja-JP" sz="900" b="0" i="0" u="none" strike="noStrike">
                          <a:solidFill>
                            <a:schemeClr val="tx1"/>
                          </a:solidFill>
                          <a:effectLst/>
                          <a:latin typeface="BIZ UDPゴシック" panose="020B0400000000000000" pitchFamily="50" charset="-128"/>
                          <a:ea typeface="BIZ UDPゴシック" panose="020B0400000000000000" pitchFamily="50" charset="-128"/>
                        </a:rPr>
                        <a:t>.csv</a:t>
                      </a:r>
                      <a:r>
                        <a:rPr lang="ja-JP" altLang="en-US" sz="900" b="0" i="0" u="none" strike="noStrike">
                          <a:solidFill>
                            <a:schemeClr val="tx1"/>
                          </a:solidFill>
                          <a:effectLst/>
                          <a:latin typeface="BIZ UDPゴシック" panose="020B0400000000000000" pitchFamily="50" charset="-128"/>
                          <a:ea typeface="BIZ UDPゴシック" panose="020B0400000000000000"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毎月末</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3139827"/>
                  </a:ext>
                </a:extLst>
              </a:tr>
              <a:tr h="497745">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2</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所属長など</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キントーン稟議にて社内決裁および記録を残す</a:t>
                      </a:r>
                      <a:endParaRPr lang="en-US" altLang="ja-JP" sz="900" b="0" i="0" u="none" strike="noStrike" dirty="0">
                        <a:solidFill>
                          <a:schemeClr val="tx1"/>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リーダーから本人へ個別の</a:t>
                      </a:r>
                      <a:r>
                        <a:rPr lang="en-US" altLang="ja-JP" sz="900" b="0" i="0" u="none" strike="noStrike" dirty="0">
                          <a:solidFill>
                            <a:schemeClr val="tx1"/>
                          </a:solidFill>
                          <a:effectLst/>
                          <a:latin typeface="BIZ UDPゴシック" panose="020B0400000000000000" pitchFamily="50" charset="-128"/>
                          <a:ea typeface="BIZ UDPゴシック" panose="020B0400000000000000" pitchFamily="50" charset="-128"/>
                        </a:rPr>
                        <a:t>FB</a:t>
                      </a: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を想定</a:t>
                      </a:r>
                      <a:endParaRPr lang="en-US" altLang="ja-JP" sz="900" b="0" i="0" u="none" strike="noStrike" dirty="0">
                        <a:solidFill>
                          <a:schemeClr val="tx1"/>
                        </a:solidFill>
                        <a:effectLst/>
                        <a:latin typeface="BIZ UDPゴシック" panose="020B0400000000000000" pitchFamily="50" charset="-128"/>
                        <a:ea typeface="BIZ UDPゴシック" panose="020B0400000000000000" pitchFamily="50" charset="-128"/>
                      </a:endParaRPr>
                    </a:p>
                    <a:p>
                      <a:pPr algn="l" fontAlgn="ctr"/>
                      <a:r>
                        <a:rPr lang="en-US" altLang="ja-JP" sz="900" b="0" i="0" u="none" strike="noStrike" dirty="0">
                          <a:solidFill>
                            <a:schemeClr val="tx1"/>
                          </a:solidFill>
                          <a:effectLst/>
                          <a:latin typeface="BIZ UDPゴシック" panose="020B0400000000000000" pitchFamily="50" charset="-128"/>
                          <a:ea typeface="BIZ UDPゴシック" panose="020B0400000000000000" pitchFamily="50" charset="-128"/>
                        </a:rPr>
                        <a:t>16</a:t>
                      </a: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日にキントーンを用いて全社案内を行う</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chemeClr val="tx1"/>
                          </a:solidFill>
                          <a:effectLst/>
                          <a:latin typeface="BIZ UDPゴシック" panose="020B0400000000000000" pitchFamily="50" charset="-128"/>
                          <a:ea typeface="BIZ UDPゴシック" panose="020B0400000000000000" pitchFamily="50" charset="-128"/>
                        </a:rPr>
                        <a:t>・キントーン上の稟議アプリ</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該当月月末～翌月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563413"/>
                  </a:ext>
                </a:extLst>
              </a:tr>
              <a:tr h="497745">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3</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事務局</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カフェポイントサービスシステム上で、ポイント付与の手続きをする</a:t>
                      </a:r>
                      <a:b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（初期登録が未完了でも、ユーザ取込が完了なら付与自体は可能）</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・ファイル「ポイント取込ファイル</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.csv</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該当月月末～翌月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15</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3461126"/>
                  </a:ext>
                </a:extLst>
              </a:tr>
              <a:tr h="497745">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4</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事務局</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325" rtl="0" eaLnBrk="1" fontAlgn="ctr" latinLnBrk="0" hangingPunct="1">
                        <a:lnSpc>
                          <a:spcPct val="100000"/>
                        </a:lnSpc>
                        <a:spcBef>
                          <a:spcPts val="0"/>
                        </a:spcBef>
                        <a:spcAft>
                          <a:spcPts val="0"/>
                        </a:spcAft>
                        <a:buClrTx/>
                        <a:buSzTx/>
                        <a:buFontTx/>
                        <a:buNone/>
                        <a:tabLst/>
                        <a:defRPr/>
                      </a:pP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カフェポイントサービスシステムからデータ抽出し、</a:t>
                      </a:r>
                      <a:endParaRPr lang="en-US" altLang="ja-JP" sz="900" b="0" i="0" u="none" strike="noStrike" dirty="0">
                        <a:solidFill>
                          <a:srgbClr val="FF0000"/>
                        </a:solidFill>
                        <a:effectLst/>
                        <a:latin typeface="BIZ UDPゴシック" panose="020B0400000000000000" pitchFamily="50" charset="-128"/>
                        <a:ea typeface="BIZ UDPゴシック" panose="020B0400000000000000" pitchFamily="50" charset="-128"/>
                      </a:endParaRPr>
                    </a:p>
                    <a:p>
                      <a:pPr algn="l" fontAlgn="ct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前月</a:t>
                      </a:r>
                      <a:r>
                        <a:rPr lang="en-US" altLang="ja-JP" sz="900" b="0" i="0" u="none" strike="noStrike" dirty="0">
                          <a:solidFill>
                            <a:srgbClr val="FF0000"/>
                          </a:solidFill>
                          <a:effectLst/>
                          <a:latin typeface="BIZ UDPゴシック" panose="020B0400000000000000" pitchFamily="50" charset="-128"/>
                          <a:ea typeface="BIZ UDPゴシック" panose="020B0400000000000000" pitchFamily="50" charset="-128"/>
                        </a:rPr>
                        <a:t>11</a:t>
                      </a: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日～当月</a:t>
                      </a:r>
                      <a:r>
                        <a:rPr lang="en-US" altLang="ja-JP" sz="900" b="0" i="0" u="none" strike="noStrike" dirty="0">
                          <a:solidFill>
                            <a:srgbClr val="FF0000"/>
                          </a:solidFill>
                          <a:effectLst/>
                          <a:latin typeface="BIZ UDPゴシック" panose="020B0400000000000000" pitchFamily="50" charset="-128"/>
                          <a:ea typeface="BIZ UDPゴシック" panose="020B0400000000000000" pitchFamily="50" charset="-128"/>
                        </a:rPr>
                        <a:t>10</a:t>
                      </a: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日分の「支給控除データ」をマルハンへ報告する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ガルーンスレッドの「</a:t>
                      </a:r>
                      <a:r>
                        <a:rPr lang="en-US" altLang="ja-JP" sz="900" b="0" i="0" u="none" strike="noStrike" dirty="0">
                          <a:solidFill>
                            <a:srgbClr val="FF0000"/>
                          </a:solidFill>
                          <a:effectLst/>
                          <a:latin typeface="BIZ UDPゴシック" panose="020B0400000000000000" pitchFamily="50" charset="-128"/>
                          <a:ea typeface="BIZ UDPゴシック" panose="020B0400000000000000" pitchFamily="50" charset="-128"/>
                        </a:rPr>
                        <a:t>【</a:t>
                      </a: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Ａ</a:t>
                      </a:r>
                      <a:r>
                        <a:rPr lang="en-US" altLang="ja-JP" sz="900" b="0" i="0" u="none" strike="noStrike" dirty="0">
                          <a:solidFill>
                            <a:srgbClr val="FF0000"/>
                          </a:solidFill>
                          <a:effectLst/>
                          <a:latin typeface="BIZ UDPゴシック" panose="020B0400000000000000" pitchFamily="50" charset="-128"/>
                          <a:ea typeface="BIZ UDPゴシック" panose="020B0400000000000000" pitchFamily="50" charset="-128"/>
                        </a:rPr>
                        <a:t>】</a:t>
                      </a: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出向者のコロナ除菌作業手当の支給に関して」で共有する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毎月</a:t>
                      </a:r>
                      <a:r>
                        <a:rPr lang="en-US" altLang="ja-JP" sz="900" b="0" i="0" u="none" strike="noStrike" dirty="0">
                          <a:solidFill>
                            <a:srgbClr val="FF0000"/>
                          </a:solidFill>
                          <a:effectLst/>
                          <a:latin typeface="BIZ UDPゴシック" panose="020B0400000000000000" pitchFamily="50" charset="-128"/>
                          <a:ea typeface="BIZ UDPゴシック" panose="020B0400000000000000" pitchFamily="50" charset="-128"/>
                        </a:rPr>
                        <a:t>11</a:t>
                      </a: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日～</a:t>
                      </a:r>
                      <a:r>
                        <a:rPr lang="en-US" altLang="ja-JP" sz="900" b="0" i="0" u="none" strike="noStrike" dirty="0">
                          <a:solidFill>
                            <a:srgbClr val="FF0000"/>
                          </a:solidFill>
                          <a:effectLst/>
                          <a:latin typeface="BIZ UDPゴシック" panose="020B0400000000000000" pitchFamily="50" charset="-128"/>
                          <a:ea typeface="BIZ UDPゴシック" panose="020B0400000000000000" pitchFamily="50" charset="-128"/>
                        </a:rPr>
                        <a:t>14</a:t>
                      </a:r>
                      <a:r>
                        <a:rPr lang="ja-JP" altLang="en-US" sz="900" b="0" i="0" u="none" strike="noStrike" dirty="0">
                          <a:solidFill>
                            <a:srgbClr val="FF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19541339"/>
                  </a:ext>
                </a:extLst>
              </a:tr>
              <a:tr h="497745">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5</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従業員</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カフェポイントサービスシステム上でエムエムポイントが付与される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毎月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16</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9122852"/>
                  </a:ext>
                </a:extLst>
              </a:tr>
              <a:tr h="497745">
                <a:tc>
                  <a:txBody>
                    <a:bodyPr/>
                    <a:lstStyle/>
                    <a:p>
                      <a:pPr algn="ctr" fontAlgn="ct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6</a:t>
                      </a:r>
                    </a:p>
                  </a:txBody>
                  <a:tcPr marL="6324" marR="6324" marT="6324"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従業員</a:t>
                      </a:r>
                    </a:p>
                  </a:txBody>
                  <a:tcPr marL="6324" marR="6324" marT="63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エムエムポイントを「メニュー（</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Amazon</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ポイント等）」へ交換する</a:t>
                      </a:r>
                      <a:b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メニューへ交換した月の「給与手当」として課税所得となる</a:t>
                      </a:r>
                      <a:b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（メニュー自体の有効期限は、</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2023</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年</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3</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31</a:t>
                      </a:r>
                      <a:r>
                        <a:rPr lang="ja-JP" altLang="en-US" sz="900" b="0" i="0" u="none" strike="noStrike">
                          <a:solidFill>
                            <a:srgbClr val="000000"/>
                          </a:solidFill>
                          <a:effectLst/>
                          <a:latin typeface="BIZ UDPゴシック" panose="020B0400000000000000" pitchFamily="50" charset="-128"/>
                          <a:ea typeface="BIZ UDPゴシック" panose="020B0400000000000000" pitchFamily="50" charset="-128"/>
                        </a:rPr>
                        <a:t>日までではない）</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9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2023</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年</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3</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月</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31</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2589280"/>
                  </a:ext>
                </a:extLst>
              </a:tr>
            </a:tbl>
          </a:graphicData>
        </a:graphic>
      </p:graphicFrame>
      <p:sp>
        <p:nvSpPr>
          <p:cNvPr id="2" name="正方形/長方形 1">
            <a:extLst>
              <a:ext uri="{FF2B5EF4-FFF2-40B4-BE49-F238E27FC236}">
                <a16:creationId xmlns:a16="http://schemas.microsoft.com/office/drawing/2014/main" id="{70E6E7C3-1E50-F786-8244-DD6B35B87C7B}"/>
              </a:ext>
            </a:extLst>
          </p:cNvPr>
          <p:cNvSpPr/>
          <p:nvPr/>
        </p:nvSpPr>
        <p:spPr>
          <a:xfrm>
            <a:off x="899592" y="1988840"/>
            <a:ext cx="7416824" cy="3528392"/>
          </a:xfrm>
          <a:prstGeom prst="rect">
            <a:avLst/>
          </a:prstGeom>
          <a:solidFill>
            <a:srgbClr val="FFFFCC"/>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3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出向者へは支給しない</a:t>
            </a:r>
            <a:endParaRPr kumimoji="1" lang="en-US" altLang="ja-JP" sz="3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algn="ctr"/>
            <a:r>
              <a:rPr lang="ja-JP" altLang="en-US" sz="3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3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2023</a:t>
            </a:r>
            <a:r>
              <a:rPr lang="ja-JP" altLang="en-US" sz="3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年</a:t>
            </a:r>
            <a:r>
              <a:rPr lang="en-US" altLang="ja-JP" sz="3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7</a:t>
            </a:r>
            <a:r>
              <a:rPr lang="ja-JP" altLang="en-US" sz="3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月</a:t>
            </a:r>
            <a:r>
              <a:rPr lang="en-US" altLang="ja-JP" sz="3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10</a:t>
            </a:r>
            <a:r>
              <a:rPr lang="ja-JP" altLang="en-US" sz="3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日付）</a:t>
            </a:r>
            <a:endParaRPr kumimoji="1" lang="ja-JP" altLang="en-US" sz="3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Tree>
    <p:extLst>
      <p:ext uri="{BB962C8B-B14F-4D97-AF65-F5344CB8AC3E}">
        <p14:creationId xmlns:p14="http://schemas.microsoft.com/office/powerpoint/2010/main" val="36300396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 Box 31">
            <a:extLst>
              <a:ext uri="{FF2B5EF4-FFF2-40B4-BE49-F238E27FC236}">
                <a16:creationId xmlns:a16="http://schemas.microsoft.com/office/drawing/2014/main" id="{3315535B-0AA2-4245-A1F7-E3B6DEA11308}"/>
              </a:ext>
            </a:extLst>
          </p:cNvPr>
          <p:cNvSpPr txBox="1">
            <a:spLocks noChangeArrowheads="1"/>
          </p:cNvSpPr>
          <p:nvPr/>
        </p:nvSpPr>
        <p:spPr bwMode="auto">
          <a:xfrm>
            <a:off x="8767432" y="6689416"/>
            <a:ext cx="371897"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BIZ UDPゴシック" panose="020B0400000000000000" pitchFamily="50" charset="-128"/>
                <a:ea typeface="BIZ UDPゴシック" panose="020B0400000000000000" pitchFamily="50" charset="-128"/>
              </a:rPr>
              <a:t>－</a:t>
            </a:r>
            <a:fld id="{B0F819B3-9E8F-4282-8AF7-A5F025A1BD25}" type="slidenum">
              <a:rPr lang="ja-JP" altLang="en-US" sz="1050">
                <a:latin typeface="BIZ UDPゴシック" panose="020B0400000000000000" pitchFamily="50" charset="-128"/>
                <a:ea typeface="BIZ UDPゴシック" panose="020B0400000000000000" pitchFamily="50" charset="-128"/>
              </a:rPr>
              <a:pPr algn="ctr" eaLnBrk="0" hangingPunct="0">
                <a:lnSpc>
                  <a:spcPct val="100000"/>
                </a:lnSpc>
                <a:buClrTx/>
                <a:buSzTx/>
                <a:buFontTx/>
                <a:buNone/>
              </a:pPr>
              <a:t>29</a:t>
            </a:fld>
            <a:r>
              <a:rPr lang="ja-JP" altLang="en-US" sz="1050" dirty="0">
                <a:latin typeface="BIZ UDPゴシック" panose="020B0400000000000000" pitchFamily="50" charset="-128"/>
                <a:ea typeface="BIZ UDPゴシック" panose="020B0400000000000000" pitchFamily="50" charset="-128"/>
              </a:rPr>
              <a:t>－</a:t>
            </a:r>
          </a:p>
        </p:txBody>
      </p:sp>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rPr>
              <a:t>（参考）事務局マニュアル　従業員の個人情報の入手方法について</a:t>
            </a:r>
            <a:endParaRPr kumimoji="0" lang="en-US" altLang="ja-JP"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endParaRPr>
          </a:p>
        </p:txBody>
      </p:sp>
      <p:graphicFrame>
        <p:nvGraphicFramePr>
          <p:cNvPr id="2" name="表 1">
            <a:extLst>
              <a:ext uri="{FF2B5EF4-FFF2-40B4-BE49-F238E27FC236}">
                <a16:creationId xmlns:a16="http://schemas.microsoft.com/office/drawing/2014/main" id="{BCF2D951-77D5-41B7-AF86-692D57AB0686}"/>
              </a:ext>
            </a:extLst>
          </p:cNvPr>
          <p:cNvGraphicFramePr>
            <a:graphicFrameLocks noGrp="1"/>
          </p:cNvGraphicFramePr>
          <p:nvPr/>
        </p:nvGraphicFramePr>
        <p:xfrm>
          <a:off x="144828" y="1196752"/>
          <a:ext cx="8856983" cy="4076195"/>
        </p:xfrm>
        <a:graphic>
          <a:graphicData uri="http://schemas.openxmlformats.org/drawingml/2006/table">
            <a:tbl>
              <a:tblPr/>
              <a:tblGrid>
                <a:gridCol w="293014">
                  <a:extLst>
                    <a:ext uri="{9D8B030D-6E8A-4147-A177-3AD203B41FA5}">
                      <a16:colId xmlns:a16="http://schemas.microsoft.com/office/drawing/2014/main" val="1929777321"/>
                    </a:ext>
                  </a:extLst>
                </a:gridCol>
                <a:gridCol w="643090">
                  <a:extLst>
                    <a:ext uri="{9D8B030D-6E8A-4147-A177-3AD203B41FA5}">
                      <a16:colId xmlns:a16="http://schemas.microsoft.com/office/drawing/2014/main" val="4132818131"/>
                    </a:ext>
                  </a:extLst>
                </a:gridCol>
                <a:gridCol w="892899">
                  <a:extLst>
                    <a:ext uri="{9D8B030D-6E8A-4147-A177-3AD203B41FA5}">
                      <a16:colId xmlns:a16="http://schemas.microsoft.com/office/drawing/2014/main" val="163412336"/>
                    </a:ext>
                  </a:extLst>
                </a:gridCol>
                <a:gridCol w="3904149">
                  <a:extLst>
                    <a:ext uri="{9D8B030D-6E8A-4147-A177-3AD203B41FA5}">
                      <a16:colId xmlns:a16="http://schemas.microsoft.com/office/drawing/2014/main" val="2178162596"/>
                    </a:ext>
                  </a:extLst>
                </a:gridCol>
                <a:gridCol w="1293628">
                  <a:extLst>
                    <a:ext uri="{9D8B030D-6E8A-4147-A177-3AD203B41FA5}">
                      <a16:colId xmlns:a16="http://schemas.microsoft.com/office/drawing/2014/main" val="3613948815"/>
                    </a:ext>
                  </a:extLst>
                </a:gridCol>
                <a:gridCol w="1830203">
                  <a:extLst>
                    <a:ext uri="{9D8B030D-6E8A-4147-A177-3AD203B41FA5}">
                      <a16:colId xmlns:a16="http://schemas.microsoft.com/office/drawing/2014/main" val="3771828898"/>
                    </a:ext>
                  </a:extLst>
                </a:gridCol>
              </a:tblGrid>
              <a:tr h="525952">
                <a:tc>
                  <a:txBody>
                    <a:bodyPr/>
                    <a:lstStyle/>
                    <a:p>
                      <a:pPr algn="ctr" fontAlgn="ctr"/>
                      <a:r>
                        <a:rPr lang="en-US" sz="1050" b="0" i="0" u="none" strike="noStrike" dirty="0">
                          <a:solidFill>
                            <a:schemeClr val="bg1"/>
                          </a:solidFill>
                          <a:effectLst/>
                          <a:latin typeface="BIZ UDPゴシック" panose="020B0400000000000000" pitchFamily="50" charset="-128"/>
                          <a:ea typeface="BIZ UDPゴシック" panose="020B0400000000000000" pitchFamily="50" charset="-128"/>
                        </a:rPr>
                        <a:t>NO</a:t>
                      </a:r>
                    </a:p>
                  </a:txBody>
                  <a:tcPr marL="5975" marR="5975" marT="5975" marB="0" anchor="ctr">
                    <a:lnL w="6350" cap="flat" cmpd="sng" algn="ctr">
                      <a:solidFill>
                        <a:srgbClr val="000000"/>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fontAlgn="ctr"/>
                      <a:r>
                        <a:rPr lang="ja-JP" altLang="en-US" sz="1050" b="0" i="0" u="none" strike="noStrike">
                          <a:solidFill>
                            <a:schemeClr val="bg1"/>
                          </a:solidFill>
                          <a:effectLst/>
                          <a:latin typeface="BIZ UDPゴシック" panose="020B0400000000000000" pitchFamily="50" charset="-128"/>
                          <a:ea typeface="BIZ UDPゴシック" panose="020B0400000000000000" pitchFamily="50" charset="-128"/>
                        </a:rPr>
                        <a:t>対象者</a:t>
                      </a:r>
                    </a:p>
                  </a:txBody>
                  <a:tcPr marL="5975" marR="5975" marT="597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50" b="0" i="0" u="none" strike="noStrike">
                          <a:solidFill>
                            <a:schemeClr val="bg1"/>
                          </a:solidFill>
                          <a:effectLst/>
                          <a:latin typeface="BIZ UDPゴシック" panose="020B0400000000000000" pitchFamily="50" charset="-128"/>
                          <a:ea typeface="BIZ UDPゴシック" panose="020B0400000000000000" pitchFamily="50" charset="-128"/>
                        </a:rPr>
                        <a:t>データ取得元</a:t>
                      </a:r>
                    </a:p>
                  </a:txBody>
                  <a:tcPr marL="5975" marR="5975" marT="597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50" b="0" i="0" u="none" strike="noStrike" dirty="0">
                          <a:solidFill>
                            <a:schemeClr val="bg1"/>
                          </a:solidFill>
                          <a:effectLst/>
                          <a:latin typeface="BIZ UDPゴシック" panose="020B0400000000000000" pitchFamily="50" charset="-128"/>
                          <a:ea typeface="BIZ UDPゴシック" panose="020B0400000000000000" pitchFamily="50" charset="-128"/>
                        </a:rPr>
                        <a:t>データ取得方法</a:t>
                      </a:r>
                    </a:p>
                  </a:txBody>
                  <a:tcPr marL="5975" marR="5975" marT="597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50" b="0" i="0" u="none" strike="noStrike" dirty="0">
                          <a:solidFill>
                            <a:schemeClr val="bg1"/>
                          </a:solidFill>
                          <a:effectLst/>
                          <a:latin typeface="BIZ UDPゴシック" panose="020B0400000000000000" pitchFamily="50" charset="-128"/>
                          <a:ea typeface="BIZ UDPゴシック" panose="020B0400000000000000" pitchFamily="50" charset="-128"/>
                        </a:rPr>
                        <a:t>データ取得時期・</a:t>
                      </a:r>
                      <a:endParaRPr lang="en-US" altLang="ja-JP" sz="1050" b="0" i="0" u="none" strike="noStrike" dirty="0">
                        <a:solidFill>
                          <a:schemeClr val="bg1"/>
                        </a:solidFill>
                        <a:effectLst/>
                        <a:latin typeface="BIZ UDPゴシック" panose="020B0400000000000000" pitchFamily="50" charset="-128"/>
                        <a:ea typeface="BIZ UDPゴシック" panose="020B0400000000000000" pitchFamily="50" charset="-128"/>
                      </a:endParaRPr>
                    </a:p>
                    <a:p>
                      <a:pPr algn="ctr" fontAlgn="ctr"/>
                      <a:r>
                        <a:rPr lang="ja-JP" altLang="en-US" sz="1050" b="0" i="0" u="none" strike="noStrike" dirty="0">
                          <a:solidFill>
                            <a:schemeClr val="bg1"/>
                          </a:solidFill>
                          <a:effectLst/>
                          <a:latin typeface="BIZ UDPゴシック" panose="020B0400000000000000" pitchFamily="50" charset="-128"/>
                          <a:ea typeface="BIZ UDPゴシック" panose="020B0400000000000000" pitchFamily="50" charset="-128"/>
                        </a:rPr>
                        <a:t>登録時期</a:t>
                      </a:r>
                    </a:p>
                  </a:txBody>
                  <a:tcPr marL="5975" marR="5975" marT="597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50" b="0" i="0" u="none" strike="noStrike" dirty="0">
                          <a:solidFill>
                            <a:schemeClr val="bg1"/>
                          </a:solidFill>
                          <a:effectLst/>
                          <a:latin typeface="BIZ UDPゴシック" panose="020B0400000000000000" pitchFamily="50" charset="-128"/>
                          <a:ea typeface="BIZ UDPゴシック" panose="020B0400000000000000" pitchFamily="50" charset="-128"/>
                        </a:rPr>
                        <a:t>備考</a:t>
                      </a:r>
                    </a:p>
                  </a:txBody>
                  <a:tcPr marL="5975" marR="5975" marT="5975" marB="0" anchor="ctr">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378557870"/>
                  </a:ext>
                </a:extLst>
              </a:tr>
              <a:tr h="914208">
                <a:tc>
                  <a:txBody>
                    <a:bodyPr/>
                    <a:lstStyle/>
                    <a:p>
                      <a:pPr algn="ctr" fontAlgn="ctr"/>
                      <a:r>
                        <a:rPr lang="en-US" altLang="ja-JP" sz="1050" b="0" i="0" u="none" strike="noStrike" dirty="0">
                          <a:solidFill>
                            <a:schemeClr val="bg1"/>
                          </a:solidFill>
                          <a:effectLst/>
                          <a:latin typeface="BIZ UDPゴシック" panose="020B0400000000000000" pitchFamily="50" charset="-128"/>
                          <a:ea typeface="BIZ UDPゴシック" panose="020B0400000000000000" pitchFamily="50" charset="-128"/>
                        </a:rPr>
                        <a:t>1</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l" fontAlgn="ctr"/>
                      <a: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t>時給者</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3wins</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fontAlgn="ctr">
                        <a:buFont typeface="Arial" panose="020B0604020202020204" pitchFamily="34" charset="0"/>
                        <a:buNone/>
                      </a:pP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■在籍者の把握</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marL="171450" indent="-171450" algn="l" fontAlgn="ctr">
                        <a:buFont typeface="Arial" panose="020B0604020202020204" pitchFamily="34" charset="0"/>
                        <a:buChar char="•"/>
                      </a:pP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3wins</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人事管理→人事情報→「</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条件で選択」→在籍情報「在籍</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休職」→ｃｓｖ作成にて、データを取得する</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marL="0" indent="0" algn="l" fontAlgn="ctr">
                        <a:buFont typeface="Arial" panose="020B0604020202020204" pitchFamily="34" charset="0"/>
                        <a:buNone/>
                      </a:pP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■退職者の把握</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marL="171450" marR="0" lvl="0" indent="-171450" algn="l" defTabSz="914325"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3wins</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人事管理→人事情報→「</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条件で選択」→在籍情報「退職」→ｃｓｖ作成にて、データを取得する</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毎月</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11</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　</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7981922"/>
                  </a:ext>
                </a:extLst>
              </a:tr>
              <a:tr h="1466173">
                <a:tc>
                  <a:txBody>
                    <a:bodyPr/>
                    <a:lstStyle/>
                    <a:p>
                      <a:pPr algn="ctr" fontAlgn="ctr"/>
                      <a:r>
                        <a:rPr lang="en-US" altLang="ja-JP" sz="1050" b="0" i="0" u="none" strike="noStrike" dirty="0">
                          <a:solidFill>
                            <a:schemeClr val="bg1"/>
                          </a:solidFill>
                          <a:effectLst/>
                          <a:latin typeface="BIZ UDPゴシック" panose="020B0400000000000000" pitchFamily="50" charset="-128"/>
                          <a:ea typeface="BIZ UDPゴシック" panose="020B0400000000000000" pitchFamily="50" charset="-128"/>
                        </a:rPr>
                        <a:t>2</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月給者</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給与奉行</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fontAlgn="ctr">
                        <a:buFont typeface="Arial" panose="020B0604020202020204" pitchFamily="34" charset="0"/>
                        <a:buNone/>
                      </a:pP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■在籍者の把握</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marL="171450" indent="-171450" algn="l" fontAlgn="ctr">
                        <a:buFont typeface="Arial" panose="020B0604020202020204" pitchFamily="34" charset="0"/>
                        <a:buChar char="•"/>
                      </a:pP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「随時処理」→「</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6.</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汎用データ作成」→「</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社員情報データ作成」→「</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社員情報データ作成」→「パターン名　時給者マスタ」→出力ソートで雇用区分を「正社員・契約社員・契約社員</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B</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」を抽出する。「社員番号」の先頭に「</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3</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」を追記する。</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marL="0" indent="0" algn="l" fontAlgn="ctr">
                        <a:buFont typeface="Arial" panose="020B0604020202020204" pitchFamily="34" charset="0"/>
                        <a:buNone/>
                      </a:pP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■退職者の把握</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marL="171450" indent="-171450" algn="l" fontAlgn="ctr">
                        <a:buFont typeface="Arial" panose="020B0604020202020204" pitchFamily="34" charset="0"/>
                        <a:buChar char="•"/>
                      </a:pP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「随時処理」→「</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6.</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汎用データ作成」→「</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社員情報データ作成」→「</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社員情報データ作成」→「パターン名　退職日」→出力ソート</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毎月</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16</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日</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給与奉行データは、</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3wins</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データのコピーデータであり、給与締め日である「毎月</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10</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日」までのデータが格納されている</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626418"/>
                  </a:ext>
                </a:extLst>
              </a:tr>
              <a:tr h="1117975">
                <a:tc>
                  <a:txBody>
                    <a:bodyPr/>
                    <a:lstStyle/>
                    <a:p>
                      <a:pPr algn="ctr" fontAlgn="ctr"/>
                      <a:r>
                        <a:rPr lang="en-US" altLang="ja-JP" sz="1050" b="0" i="0" u="none" strike="noStrike" dirty="0">
                          <a:solidFill>
                            <a:schemeClr val="bg1"/>
                          </a:solidFill>
                          <a:effectLst/>
                          <a:latin typeface="BIZ UDPゴシック" panose="020B0400000000000000" pitchFamily="50" charset="-128"/>
                          <a:ea typeface="BIZ UDPゴシック" panose="020B0400000000000000" pitchFamily="50" charset="-128"/>
                        </a:rPr>
                        <a:t>3</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l" fontAlgn="ctr"/>
                      <a: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t>出向者</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なし</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rPr>
                        <a:t>固定データを用いる</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5975" marR="5975" marT="59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4676657"/>
                  </a:ext>
                </a:extLst>
              </a:tr>
            </a:tbl>
          </a:graphicData>
        </a:graphic>
      </p:graphicFrame>
      <p:sp>
        <p:nvSpPr>
          <p:cNvPr id="9" name="テキスト ボックス 8">
            <a:extLst>
              <a:ext uri="{FF2B5EF4-FFF2-40B4-BE49-F238E27FC236}">
                <a16:creationId xmlns:a16="http://schemas.microsoft.com/office/drawing/2014/main" id="{83F5F1A5-96FD-486E-8C8E-5BD32223DCB5}"/>
              </a:ext>
            </a:extLst>
          </p:cNvPr>
          <p:cNvSpPr txBox="1"/>
          <p:nvPr/>
        </p:nvSpPr>
        <p:spPr>
          <a:xfrm>
            <a:off x="7310" y="5656576"/>
            <a:ext cx="8994501" cy="253916"/>
          </a:xfrm>
          <a:prstGeom prst="rect">
            <a:avLst/>
          </a:prstGeom>
          <a:noFill/>
        </p:spPr>
        <p:txBody>
          <a:bodyPr wrap="square">
            <a:spAutoFit/>
          </a:bodyPr>
          <a:lstStyle/>
          <a:p>
            <a:r>
              <a:rPr lang="en-US" altLang="ja-JP" sz="1050" dirty="0">
                <a:latin typeface="BIZ UDPゴシック" panose="020B0400000000000000" pitchFamily="50" charset="-128"/>
                <a:ea typeface="BIZ UDPゴシック" panose="020B0400000000000000" pitchFamily="50" charset="-128"/>
              </a:rPr>
              <a:t>https://detail.chiebukuro.yahoo.co.jp/qa/question_detail/q1027656360</a:t>
            </a:r>
            <a:endParaRPr lang="ja-JP" altLang="en-US" sz="1050" dirty="0">
              <a:latin typeface="BIZ UDPゴシック" panose="020B0400000000000000" pitchFamily="50" charset="-128"/>
              <a:ea typeface="BIZ UDPゴシック" panose="020B0400000000000000" pitchFamily="50" charset="-128"/>
            </a:endParaRPr>
          </a:p>
        </p:txBody>
      </p:sp>
      <p:sp>
        <p:nvSpPr>
          <p:cNvPr id="10" name="タイトル 2">
            <a:extLst>
              <a:ext uri="{FF2B5EF4-FFF2-40B4-BE49-F238E27FC236}">
                <a16:creationId xmlns:a16="http://schemas.microsoft.com/office/drawing/2014/main" id="{EB71E0B2-7A63-48DE-AE20-C934F5ECC55B}"/>
              </a:ext>
            </a:extLst>
          </p:cNvPr>
          <p:cNvSpPr txBox="1">
            <a:spLocks/>
          </p:cNvSpPr>
          <p:nvPr/>
        </p:nvSpPr>
        <p:spPr>
          <a:xfrm>
            <a:off x="0" y="5307649"/>
            <a:ext cx="8994500"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105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rPr>
              <a:t>エクセルで</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年月日から「</a:t>
            </a:r>
            <a:r>
              <a:rPr lang="en-US" altLang="ja-JP" sz="1050" b="0" i="0" dirty="0">
                <a:solidFill>
                  <a:srgbClr val="333333"/>
                </a:solidFill>
                <a:effectLst/>
                <a:latin typeface="BIZ UDPゴシック" panose="020B0400000000000000" pitchFamily="50" charset="-128"/>
                <a:ea typeface="BIZ UDPゴシック" panose="020B0400000000000000" pitchFamily="50" charset="-128"/>
              </a:rPr>
              <a:t>/</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 消す方法</a:t>
            </a:r>
            <a:endParaRPr kumimoji="0" lang="en-US" altLang="ja-JP" sz="105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3EBF0941-93E2-493A-BCFC-41C83E1C3702}"/>
              </a:ext>
            </a:extLst>
          </p:cNvPr>
          <p:cNvSpPr txBox="1"/>
          <p:nvPr/>
        </p:nvSpPr>
        <p:spPr>
          <a:xfrm>
            <a:off x="14002" y="6362098"/>
            <a:ext cx="9123306" cy="253916"/>
          </a:xfrm>
          <a:prstGeom prst="rect">
            <a:avLst/>
          </a:prstGeom>
          <a:noFill/>
        </p:spPr>
        <p:txBody>
          <a:bodyPr wrap="square">
            <a:spAutoFit/>
          </a:bodyPr>
          <a:lstStyle/>
          <a:p>
            <a:r>
              <a:rPr lang="en-US" altLang="ja-JP" sz="1050" dirty="0">
                <a:latin typeface="BIZ UDPゴシック" panose="020B0400000000000000" pitchFamily="50" charset="-128"/>
                <a:ea typeface="BIZ UDPゴシック" panose="020B0400000000000000" pitchFamily="50" charset="-128"/>
                <a:hlinkClick r:id="rId3"/>
              </a:rPr>
              <a:t>https://www.pc-koubou.jp/magazine/27246</a:t>
            </a:r>
            <a:r>
              <a:rPr lang="ja-JP" altLang="en-US" sz="1050" dirty="0">
                <a:latin typeface="BIZ UDPゴシック" panose="020B0400000000000000" pitchFamily="50" charset="-128"/>
                <a:ea typeface="BIZ UDPゴシック" panose="020B0400000000000000" pitchFamily="50" charset="-128"/>
              </a:rPr>
              <a:t>　</a:t>
            </a:r>
          </a:p>
        </p:txBody>
      </p:sp>
      <p:sp>
        <p:nvSpPr>
          <p:cNvPr id="12" name="タイトル 2">
            <a:extLst>
              <a:ext uri="{FF2B5EF4-FFF2-40B4-BE49-F238E27FC236}">
                <a16:creationId xmlns:a16="http://schemas.microsoft.com/office/drawing/2014/main" id="{DA60183B-249B-40BA-9560-F0B3393E7699}"/>
              </a:ext>
            </a:extLst>
          </p:cNvPr>
          <p:cNvSpPr txBox="1">
            <a:spLocks/>
          </p:cNvSpPr>
          <p:nvPr/>
        </p:nvSpPr>
        <p:spPr>
          <a:xfrm>
            <a:off x="6692" y="6013171"/>
            <a:ext cx="8994500"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lang="ja-JP" altLang="en-US" sz="1050" b="0" i="0" dirty="0">
                <a:effectLst/>
                <a:latin typeface="BIZ UDPゴシック" panose="020B0400000000000000" pitchFamily="50" charset="-128"/>
                <a:ea typeface="BIZ UDPゴシック" panose="020B0400000000000000" pitchFamily="50" charset="-128"/>
              </a:rPr>
              <a:t>エクセル 数字の先頭に</a:t>
            </a:r>
            <a:r>
              <a:rPr lang="en-US" altLang="ja-JP" sz="1050" b="0" i="0" dirty="0">
                <a:effectLst/>
                <a:latin typeface="BIZ UDPゴシック" panose="020B0400000000000000" pitchFamily="50" charset="-128"/>
                <a:ea typeface="BIZ UDPゴシック" panose="020B0400000000000000" pitchFamily="50" charset="-128"/>
              </a:rPr>
              <a:t>0</a:t>
            </a:r>
            <a:r>
              <a:rPr lang="ja-JP" altLang="en-US" sz="1050" b="0" i="0" dirty="0">
                <a:effectLst/>
                <a:latin typeface="BIZ UDPゴシック" panose="020B0400000000000000" pitchFamily="50" charset="-128"/>
                <a:ea typeface="BIZ UDPゴシック" panose="020B0400000000000000" pitchFamily="50" charset="-128"/>
              </a:rPr>
              <a:t>をつける方法</a:t>
            </a:r>
            <a:endParaRPr kumimoji="0" lang="en-US" altLang="ja-JP" sz="14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endParaRPr>
          </a:p>
        </p:txBody>
      </p:sp>
      <p:sp>
        <p:nvSpPr>
          <p:cNvPr id="13" name="タイトル 1">
            <a:extLst>
              <a:ext uri="{FF2B5EF4-FFF2-40B4-BE49-F238E27FC236}">
                <a16:creationId xmlns:a16="http://schemas.microsoft.com/office/drawing/2014/main" id="{88EC945C-4F24-49A3-BF51-4F57F05A3A21}"/>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ja-JP" altLang="en-US" sz="1100" dirty="0">
                <a:latin typeface="BIZ UDPゴシック" panose="020B0400000000000000" pitchFamily="50" charset="-128"/>
                <a:ea typeface="BIZ UDPゴシック" panose="020B0400000000000000" pitchFamily="50" charset="-128"/>
              </a:rPr>
              <a:t>更新：</a:t>
            </a:r>
            <a:r>
              <a:rPr lang="en-US" altLang="ja-JP" sz="1100" dirty="0">
                <a:latin typeface="BIZ UDPゴシック" panose="020B0400000000000000" pitchFamily="50" charset="-128"/>
                <a:ea typeface="BIZ UDPゴシック" panose="020B0400000000000000" pitchFamily="50" charset="-128"/>
              </a:rPr>
              <a:t>2022</a:t>
            </a:r>
            <a:r>
              <a:rPr lang="ja-JP" altLang="en-US" sz="1100" dirty="0">
                <a:latin typeface="BIZ UDPゴシック" panose="020B0400000000000000" pitchFamily="50" charset="-128"/>
                <a:ea typeface="BIZ UDPゴシック" panose="020B0400000000000000" pitchFamily="50" charset="-128"/>
              </a:rPr>
              <a:t>年</a:t>
            </a:r>
            <a:r>
              <a:rPr lang="en-US" altLang="ja-JP" sz="1100" dirty="0">
                <a:latin typeface="BIZ UDPゴシック" panose="020B0400000000000000" pitchFamily="50" charset="-128"/>
                <a:ea typeface="BIZ UDPゴシック" panose="020B0400000000000000" pitchFamily="50" charset="-128"/>
              </a:rPr>
              <a:t>12</a:t>
            </a:r>
            <a:r>
              <a:rPr lang="ja-JP" altLang="en-US" sz="1100" dirty="0">
                <a:latin typeface="BIZ UDPゴシック" panose="020B0400000000000000" pitchFamily="50" charset="-128"/>
                <a:ea typeface="BIZ UDPゴシック" panose="020B0400000000000000" pitchFamily="50" charset="-128"/>
              </a:rPr>
              <a:t>月</a:t>
            </a:r>
            <a:r>
              <a:rPr lang="en-US" altLang="ja-JP" sz="1100" dirty="0">
                <a:latin typeface="BIZ UDPゴシック" panose="020B0400000000000000" pitchFamily="50" charset="-128"/>
                <a:ea typeface="BIZ UDPゴシック" panose="020B0400000000000000" pitchFamily="50" charset="-128"/>
              </a:rPr>
              <a:t>14</a:t>
            </a:r>
            <a:r>
              <a:rPr lang="ja-JP" altLang="en-US" sz="1100" dirty="0">
                <a:latin typeface="BIZ UDPゴシック" panose="020B0400000000000000" pitchFamily="50" charset="-128"/>
                <a:ea typeface="BIZ UDPゴシック" panose="020B0400000000000000" pitchFamily="50" charset="-128"/>
              </a:rPr>
              <a:t>日</a:t>
            </a:r>
            <a:endParaRPr lang="en-US" altLang="ja-JP" sz="1100" dirty="0">
              <a:latin typeface="BIZ UDPゴシック" panose="020B0400000000000000" pitchFamily="50" charset="-128"/>
              <a:ea typeface="BIZ UDPゴシック" panose="020B0400000000000000" pitchFamily="50" charset="-128"/>
            </a:endParaRPr>
          </a:p>
          <a:p>
            <a:pPr algn="r"/>
            <a:r>
              <a:rPr lang="ja-JP" altLang="en-US" sz="1100" dirty="0">
                <a:latin typeface="BIZ UDPゴシック" panose="020B0400000000000000" pitchFamily="50" charset="-128"/>
                <a:ea typeface="BIZ UDPゴシック" panose="020B0400000000000000" pitchFamily="50" charset="-128"/>
              </a:rPr>
              <a:t>株式会社エムエムインターナショナル</a:t>
            </a:r>
            <a:endParaRPr lang="en-US" altLang="ja-JP" sz="11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0297524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 Box 31">
            <a:extLst>
              <a:ext uri="{FF2B5EF4-FFF2-40B4-BE49-F238E27FC236}">
                <a16:creationId xmlns:a16="http://schemas.microsoft.com/office/drawing/2014/main" id="{3315535B-0AA2-4245-A1F7-E3B6DEA11308}"/>
              </a:ext>
            </a:extLst>
          </p:cNvPr>
          <p:cNvSpPr txBox="1">
            <a:spLocks noChangeArrowheads="1"/>
          </p:cNvSpPr>
          <p:nvPr/>
        </p:nvSpPr>
        <p:spPr bwMode="auto">
          <a:xfrm>
            <a:off x="8767432" y="6689416"/>
            <a:ext cx="371897"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BIZ UDPゴシック" panose="020B0400000000000000" pitchFamily="50" charset="-128"/>
                <a:ea typeface="BIZ UDPゴシック" panose="020B0400000000000000" pitchFamily="50" charset="-128"/>
              </a:rPr>
              <a:t>－</a:t>
            </a:r>
            <a:fld id="{B0F819B3-9E8F-4282-8AF7-A5F025A1BD25}" type="slidenum">
              <a:rPr lang="ja-JP" altLang="en-US" sz="1050">
                <a:latin typeface="BIZ UDPゴシック" panose="020B0400000000000000" pitchFamily="50" charset="-128"/>
                <a:ea typeface="BIZ UDPゴシック" panose="020B0400000000000000" pitchFamily="50" charset="-128"/>
              </a:rPr>
              <a:pPr algn="ctr" eaLnBrk="0" hangingPunct="0">
                <a:lnSpc>
                  <a:spcPct val="100000"/>
                </a:lnSpc>
                <a:buClrTx/>
                <a:buSzTx/>
                <a:buFontTx/>
                <a:buNone/>
              </a:pPr>
              <a:t>30</a:t>
            </a:fld>
            <a:r>
              <a:rPr lang="ja-JP" altLang="en-US" sz="1050" dirty="0">
                <a:latin typeface="BIZ UDPゴシック" panose="020B0400000000000000" pitchFamily="50" charset="-128"/>
                <a:ea typeface="BIZ UDPゴシック" panose="020B0400000000000000" pitchFamily="50" charset="-128"/>
              </a:rPr>
              <a:t>－</a:t>
            </a:r>
          </a:p>
        </p:txBody>
      </p:sp>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rPr>
              <a:t>（参考）退職者へエムエムポイントを付与した場合の対応方法</a:t>
            </a:r>
            <a:endParaRPr kumimoji="0" lang="en-US" altLang="ja-JP"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endParaRPr>
          </a:p>
        </p:txBody>
      </p:sp>
      <p:sp>
        <p:nvSpPr>
          <p:cNvPr id="13" name="タイトル 1">
            <a:extLst>
              <a:ext uri="{FF2B5EF4-FFF2-40B4-BE49-F238E27FC236}">
                <a16:creationId xmlns:a16="http://schemas.microsoft.com/office/drawing/2014/main" id="{88EC945C-4F24-49A3-BF51-4F57F05A3A21}"/>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ja-JP" altLang="en-US" sz="1100" dirty="0">
                <a:latin typeface="BIZ UDPゴシック" panose="020B0400000000000000" pitchFamily="50" charset="-128"/>
                <a:ea typeface="BIZ UDPゴシック" panose="020B0400000000000000" pitchFamily="50" charset="-128"/>
              </a:rPr>
              <a:t>更新：</a:t>
            </a:r>
            <a:r>
              <a:rPr lang="en-US" altLang="ja-JP" sz="1100" dirty="0">
                <a:latin typeface="BIZ UDPゴシック" panose="020B0400000000000000" pitchFamily="50" charset="-128"/>
                <a:ea typeface="BIZ UDPゴシック" panose="020B0400000000000000" pitchFamily="50" charset="-128"/>
              </a:rPr>
              <a:t>2022</a:t>
            </a:r>
            <a:r>
              <a:rPr lang="ja-JP" altLang="en-US" sz="1100" dirty="0">
                <a:latin typeface="BIZ UDPゴシック" panose="020B0400000000000000" pitchFamily="50" charset="-128"/>
                <a:ea typeface="BIZ UDPゴシック" panose="020B0400000000000000" pitchFamily="50" charset="-128"/>
              </a:rPr>
              <a:t>年</a:t>
            </a:r>
            <a:r>
              <a:rPr lang="en-US" altLang="ja-JP" sz="1100" dirty="0">
                <a:latin typeface="BIZ UDPゴシック" panose="020B0400000000000000" pitchFamily="50" charset="-128"/>
                <a:ea typeface="BIZ UDPゴシック" panose="020B0400000000000000" pitchFamily="50" charset="-128"/>
              </a:rPr>
              <a:t>12</a:t>
            </a:r>
            <a:r>
              <a:rPr lang="ja-JP" altLang="en-US" sz="1100" dirty="0">
                <a:latin typeface="BIZ UDPゴシック" panose="020B0400000000000000" pitchFamily="50" charset="-128"/>
                <a:ea typeface="BIZ UDPゴシック" panose="020B0400000000000000" pitchFamily="50" charset="-128"/>
              </a:rPr>
              <a:t>月</a:t>
            </a:r>
            <a:r>
              <a:rPr lang="en-US" altLang="ja-JP" sz="1100" dirty="0">
                <a:latin typeface="BIZ UDPゴシック" panose="020B0400000000000000" pitchFamily="50" charset="-128"/>
                <a:ea typeface="BIZ UDPゴシック" panose="020B0400000000000000" pitchFamily="50" charset="-128"/>
              </a:rPr>
              <a:t>19</a:t>
            </a:r>
            <a:r>
              <a:rPr lang="ja-JP" altLang="en-US" sz="1100" dirty="0">
                <a:latin typeface="BIZ UDPゴシック" panose="020B0400000000000000" pitchFamily="50" charset="-128"/>
                <a:ea typeface="BIZ UDPゴシック" panose="020B0400000000000000" pitchFamily="50" charset="-128"/>
              </a:rPr>
              <a:t>日</a:t>
            </a:r>
            <a:endParaRPr lang="en-US" altLang="ja-JP" sz="1100" dirty="0">
              <a:latin typeface="BIZ UDPゴシック" panose="020B0400000000000000" pitchFamily="50" charset="-128"/>
              <a:ea typeface="BIZ UDPゴシック" panose="020B0400000000000000" pitchFamily="50" charset="-128"/>
            </a:endParaRPr>
          </a:p>
          <a:p>
            <a:pPr algn="r"/>
            <a:r>
              <a:rPr lang="ja-JP" altLang="en-US" sz="1100" dirty="0">
                <a:latin typeface="BIZ UDPゴシック" panose="020B0400000000000000" pitchFamily="50" charset="-128"/>
                <a:ea typeface="BIZ UDPゴシック" panose="020B0400000000000000" pitchFamily="50" charset="-128"/>
              </a:rPr>
              <a:t>株式会社エムエムインターナショナル</a:t>
            </a:r>
            <a:endParaRPr lang="en-US" altLang="ja-JP" sz="1100" dirty="0">
              <a:latin typeface="BIZ UDPゴシック" panose="020B0400000000000000" pitchFamily="50" charset="-128"/>
              <a:ea typeface="BIZ UDPゴシック" panose="020B0400000000000000" pitchFamily="50" charset="-128"/>
            </a:endParaRPr>
          </a:p>
        </p:txBody>
      </p:sp>
      <p:graphicFrame>
        <p:nvGraphicFramePr>
          <p:cNvPr id="3" name="表 2">
            <a:extLst>
              <a:ext uri="{FF2B5EF4-FFF2-40B4-BE49-F238E27FC236}">
                <a16:creationId xmlns:a16="http://schemas.microsoft.com/office/drawing/2014/main" id="{006ECFA7-4B20-9CEE-5E5C-460E6F18FF7D}"/>
              </a:ext>
            </a:extLst>
          </p:cNvPr>
          <p:cNvGraphicFramePr>
            <a:graphicFrameLocks noGrp="1"/>
          </p:cNvGraphicFramePr>
          <p:nvPr/>
        </p:nvGraphicFramePr>
        <p:xfrm>
          <a:off x="186204" y="875451"/>
          <a:ext cx="8784976" cy="4572135"/>
        </p:xfrm>
        <a:graphic>
          <a:graphicData uri="http://schemas.openxmlformats.org/drawingml/2006/table">
            <a:tbl>
              <a:tblPr/>
              <a:tblGrid>
                <a:gridCol w="5273081">
                  <a:extLst>
                    <a:ext uri="{9D8B030D-6E8A-4147-A177-3AD203B41FA5}">
                      <a16:colId xmlns:a16="http://schemas.microsoft.com/office/drawing/2014/main" val="2174890835"/>
                    </a:ext>
                  </a:extLst>
                </a:gridCol>
                <a:gridCol w="3511895">
                  <a:extLst>
                    <a:ext uri="{9D8B030D-6E8A-4147-A177-3AD203B41FA5}">
                      <a16:colId xmlns:a16="http://schemas.microsoft.com/office/drawing/2014/main" val="1968653291"/>
                    </a:ext>
                  </a:extLst>
                </a:gridCol>
              </a:tblGrid>
              <a:tr h="172418">
                <a:tc>
                  <a:txBody>
                    <a:bodyPr/>
                    <a:lstStyle/>
                    <a:p>
                      <a:pPr fontAlgn="ctr"/>
                      <a:endParaRPr lang="ja-JP" altLang="en-US" sz="1000" u="none" strike="noStrike">
                        <a:solidFill>
                          <a:srgbClr val="0A62AD"/>
                        </a:solidFill>
                        <a:effectLst/>
                        <a:latin typeface="BIZ UDPゴシック" panose="020B0400000000000000" pitchFamily="50" charset="-128"/>
                        <a:ea typeface="BIZ UDPゴシック" panose="020B0400000000000000" pitchFamily="50" charset="-128"/>
                        <a:hlinkClick r:id="rId3"/>
                      </a:endParaRPr>
                    </a:p>
                  </a:txBody>
                  <a:tcPr marL="43104" marR="43104" marT="21552" marB="21552">
                    <a:lnL>
                      <a:noFill/>
                    </a:lnL>
                    <a:lnR>
                      <a:noFill/>
                    </a:lnR>
                    <a:lnT>
                      <a:noFill/>
                    </a:lnT>
                    <a:lnB>
                      <a:noFill/>
                    </a:lnB>
                    <a:solidFill>
                      <a:srgbClr val="FFFFFF"/>
                    </a:solidFill>
                  </a:tcPr>
                </a:tc>
                <a:tc>
                  <a:txBody>
                    <a:bodyPr/>
                    <a:lstStyle/>
                    <a:p>
                      <a:endParaRPr lang="ja-JP" altLang="en-US" sz="1000">
                        <a:latin typeface="BIZ UDPゴシック" panose="020B0400000000000000" pitchFamily="50" charset="-128"/>
                        <a:ea typeface="BIZ UDPゴシック" panose="020B0400000000000000" pitchFamily="50" charset="-128"/>
                      </a:endParaRPr>
                    </a:p>
                  </a:txBody>
                  <a:tcPr marL="43104" marR="43104" marT="21552" marB="21552">
                    <a:lnL>
                      <a:noFill/>
                    </a:lnL>
                    <a:lnR>
                      <a:noFill/>
                    </a:lnR>
                    <a:lnT>
                      <a:noFill/>
                    </a:lnT>
                    <a:lnB>
                      <a:noFill/>
                    </a:lnB>
                    <a:solidFill>
                      <a:srgbClr val="FFFFFF"/>
                    </a:solidFill>
                  </a:tcPr>
                </a:tc>
                <a:extLst>
                  <a:ext uri="{0D108BD9-81ED-4DB2-BD59-A6C34878D82A}">
                    <a16:rowId xmlns:a16="http://schemas.microsoft.com/office/drawing/2014/main" val="719199631"/>
                  </a:ext>
                </a:extLst>
              </a:tr>
              <a:tr h="172418">
                <a:tc>
                  <a:txBody>
                    <a:bodyPr/>
                    <a:lstStyle/>
                    <a:p>
                      <a:pPr fontAlgn="t"/>
                      <a:r>
                        <a:rPr lang="en-US" altLang="ja-JP" sz="1000" dirty="0">
                          <a:effectLst/>
                          <a:latin typeface="BIZ UDPゴシック" panose="020B0400000000000000" pitchFamily="50" charset="-128"/>
                          <a:ea typeface="BIZ UDPゴシック" panose="020B0400000000000000" pitchFamily="50" charset="-128"/>
                        </a:rPr>
                        <a:t>137:</a:t>
                      </a:r>
                      <a:r>
                        <a:rPr lang="ja-JP" altLang="en-US" sz="1000" u="none" strike="noStrike" dirty="0">
                          <a:solidFill>
                            <a:srgbClr val="0A62AD"/>
                          </a:solidFill>
                          <a:effectLst/>
                          <a:latin typeface="BIZ UDPゴシック" panose="020B0400000000000000" pitchFamily="50" charset="-128"/>
                          <a:ea typeface="BIZ UDPゴシック" panose="020B0400000000000000" pitchFamily="50" charset="-128"/>
                          <a:hlinkClick r:id="rId3"/>
                        </a:rPr>
                        <a:t>檜垣　壮</a:t>
                      </a:r>
                      <a:r>
                        <a:rPr lang="en-US" altLang="ja-JP" sz="1000" dirty="0">
                          <a:solidFill>
                            <a:srgbClr val="737373"/>
                          </a:solidFill>
                          <a:effectLst/>
                          <a:latin typeface="BIZ UDPゴシック" panose="020B0400000000000000" pitchFamily="50" charset="-128"/>
                          <a:ea typeface="BIZ UDPゴシック" panose="020B0400000000000000" pitchFamily="50" charset="-128"/>
                        </a:rPr>
                        <a:t>2022</a:t>
                      </a:r>
                      <a:r>
                        <a:rPr lang="ja-JP" altLang="en-US" sz="1000" dirty="0">
                          <a:solidFill>
                            <a:srgbClr val="737373"/>
                          </a:solidFill>
                          <a:effectLst/>
                          <a:latin typeface="BIZ UDPゴシック" panose="020B0400000000000000" pitchFamily="50" charset="-128"/>
                          <a:ea typeface="BIZ UDPゴシック" panose="020B0400000000000000" pitchFamily="50" charset="-128"/>
                        </a:rPr>
                        <a:t>年</a:t>
                      </a:r>
                      <a:r>
                        <a:rPr lang="en-US" altLang="ja-JP" sz="1000" dirty="0">
                          <a:solidFill>
                            <a:srgbClr val="737373"/>
                          </a:solidFill>
                          <a:effectLst/>
                          <a:latin typeface="BIZ UDPゴシック" panose="020B0400000000000000" pitchFamily="50" charset="-128"/>
                          <a:ea typeface="BIZ UDPゴシック" panose="020B0400000000000000" pitchFamily="50" charset="-128"/>
                        </a:rPr>
                        <a:t>12</a:t>
                      </a:r>
                      <a:r>
                        <a:rPr lang="ja-JP" altLang="en-US" sz="1000" dirty="0">
                          <a:solidFill>
                            <a:srgbClr val="737373"/>
                          </a:solidFill>
                          <a:effectLst/>
                          <a:latin typeface="BIZ UDPゴシック" panose="020B0400000000000000" pitchFamily="50" charset="-128"/>
                          <a:ea typeface="BIZ UDPゴシック" panose="020B0400000000000000" pitchFamily="50" charset="-128"/>
                        </a:rPr>
                        <a:t>月</a:t>
                      </a:r>
                      <a:r>
                        <a:rPr lang="en-US" altLang="ja-JP" sz="1000" dirty="0">
                          <a:solidFill>
                            <a:srgbClr val="737373"/>
                          </a:solidFill>
                          <a:effectLst/>
                          <a:latin typeface="BIZ UDPゴシック" panose="020B0400000000000000" pitchFamily="50" charset="-128"/>
                          <a:ea typeface="BIZ UDPゴシック" panose="020B0400000000000000" pitchFamily="50" charset="-128"/>
                        </a:rPr>
                        <a:t>15</a:t>
                      </a:r>
                      <a:r>
                        <a:rPr lang="ja-JP" altLang="en-US" sz="1000" dirty="0">
                          <a:solidFill>
                            <a:srgbClr val="737373"/>
                          </a:solidFill>
                          <a:effectLst/>
                          <a:latin typeface="BIZ UDPゴシック" panose="020B0400000000000000" pitchFamily="50" charset="-128"/>
                          <a:ea typeface="BIZ UDPゴシック" panose="020B0400000000000000" pitchFamily="50" charset="-128"/>
                        </a:rPr>
                        <a:t>日（木） </a:t>
                      </a:r>
                      <a:r>
                        <a:rPr lang="en-US" altLang="ja-JP" sz="1000" dirty="0">
                          <a:solidFill>
                            <a:srgbClr val="737373"/>
                          </a:solidFill>
                          <a:effectLst/>
                          <a:latin typeface="BIZ UDPゴシック" panose="020B0400000000000000" pitchFamily="50" charset="-128"/>
                          <a:ea typeface="BIZ UDPゴシック" panose="020B0400000000000000" pitchFamily="50" charset="-128"/>
                        </a:rPr>
                        <a:t>10:24</a:t>
                      </a:r>
                      <a:endParaRPr lang="ja-JP" altLang="en-US" sz="1000" dirty="0">
                        <a:effectLst/>
                        <a:latin typeface="BIZ UDPゴシック" panose="020B0400000000000000" pitchFamily="50" charset="-128"/>
                        <a:ea typeface="BIZ UDPゴシック" panose="020B0400000000000000" pitchFamily="50" charset="-128"/>
                      </a:endParaRPr>
                    </a:p>
                  </a:txBody>
                  <a:tcPr marL="43104" marR="43104" marT="21552" marB="21552">
                    <a:lnL>
                      <a:noFill/>
                    </a:lnL>
                    <a:lnR>
                      <a:noFill/>
                    </a:lnR>
                    <a:lnT>
                      <a:noFill/>
                    </a:lnT>
                    <a:lnB>
                      <a:noFill/>
                    </a:lnB>
                    <a:solidFill>
                      <a:srgbClr val="FFFFFF"/>
                    </a:solidFill>
                  </a:tcPr>
                </a:tc>
                <a:tc>
                  <a:txBody>
                    <a:bodyPr/>
                    <a:lstStyle/>
                    <a:p>
                      <a:pPr fontAlgn="t"/>
                      <a:endParaRPr lang="ja-JP" altLang="en-US" sz="1000" dirty="0">
                        <a:effectLst/>
                        <a:latin typeface="BIZ UDPゴシック" panose="020B0400000000000000" pitchFamily="50" charset="-128"/>
                        <a:ea typeface="BIZ UDPゴシック" panose="020B0400000000000000" pitchFamily="50" charset="-128"/>
                      </a:endParaRPr>
                    </a:p>
                  </a:txBody>
                  <a:tcPr marL="43104" marR="43104" marT="21552" marB="21552">
                    <a:lnL>
                      <a:noFill/>
                    </a:lnL>
                    <a:lnR>
                      <a:noFill/>
                    </a:lnR>
                    <a:lnT>
                      <a:noFill/>
                    </a:lnT>
                    <a:lnB>
                      <a:noFill/>
                    </a:lnB>
                    <a:solidFill>
                      <a:srgbClr val="FFFFFF"/>
                    </a:solidFill>
                  </a:tcPr>
                </a:tc>
                <a:extLst>
                  <a:ext uri="{0D108BD9-81ED-4DB2-BD59-A6C34878D82A}">
                    <a16:rowId xmlns:a16="http://schemas.microsoft.com/office/drawing/2014/main" val="3133118889"/>
                  </a:ext>
                </a:extLst>
              </a:tr>
              <a:tr h="4181127">
                <a:tc gridSpan="2">
                  <a:txBody>
                    <a:bodyPr/>
                    <a:lstStyle/>
                    <a:p>
                      <a:pPr fontAlgn="t">
                        <a:buFont typeface="Arial" panose="020B0604020202020204" pitchFamily="34" charset="0"/>
                        <a:buChar char="•"/>
                      </a:pPr>
                      <a:r>
                        <a:rPr lang="en-US" altLang="ja-JP" sz="1000" u="none" strike="noStrike" dirty="0">
                          <a:solidFill>
                            <a:srgbClr val="0A62AD"/>
                          </a:solidFill>
                          <a:effectLst/>
                          <a:latin typeface="BIZ UDPゴシック" panose="020B0400000000000000" pitchFamily="50" charset="-128"/>
                          <a:ea typeface="BIZ UDPゴシック" panose="020B0400000000000000" pitchFamily="50" charset="-128"/>
                          <a:hlinkClick r:id="rId4"/>
                        </a:rPr>
                        <a:t>@</a:t>
                      </a:r>
                      <a:r>
                        <a:rPr lang="ja-JP" altLang="en-US" sz="1000" u="none" strike="noStrike" dirty="0">
                          <a:solidFill>
                            <a:srgbClr val="0A62AD"/>
                          </a:solidFill>
                          <a:effectLst/>
                          <a:latin typeface="BIZ UDPゴシック" panose="020B0400000000000000" pitchFamily="50" charset="-128"/>
                          <a:ea typeface="BIZ UDPゴシック" panose="020B0400000000000000" pitchFamily="50" charset="-128"/>
                          <a:hlinkClick r:id="rId4"/>
                        </a:rPr>
                        <a:t>伊藤　祐介</a:t>
                      </a:r>
                      <a:r>
                        <a:rPr lang="en-US" altLang="ja-JP" sz="1000" u="none" strike="noStrike" dirty="0">
                          <a:solidFill>
                            <a:srgbClr val="0A62AD"/>
                          </a:solidFill>
                          <a:effectLst/>
                          <a:latin typeface="BIZ UDPゴシック" panose="020B0400000000000000" pitchFamily="50" charset="-128"/>
                          <a:ea typeface="BIZ UDPゴシック" panose="020B0400000000000000" pitchFamily="50" charset="-128"/>
                          <a:hlinkClick r:id="rId5"/>
                        </a:rPr>
                        <a:t>@</a:t>
                      </a:r>
                      <a:r>
                        <a:rPr lang="ja-JP" altLang="en-US" sz="1000" u="none" strike="noStrike" dirty="0">
                          <a:solidFill>
                            <a:srgbClr val="0A62AD"/>
                          </a:solidFill>
                          <a:effectLst/>
                          <a:latin typeface="BIZ UDPゴシック" panose="020B0400000000000000" pitchFamily="50" charset="-128"/>
                          <a:ea typeface="BIZ UDPゴシック" panose="020B0400000000000000" pitchFamily="50" charset="-128"/>
                          <a:hlinkClick r:id="rId5"/>
                        </a:rPr>
                        <a:t>遠上　智之</a:t>
                      </a:r>
                      <a:endParaRPr lang="ja-JP" altLang="en-US" sz="1000" dirty="0">
                        <a:effectLst/>
                        <a:latin typeface="BIZ UDPゴシック" panose="020B0400000000000000" pitchFamily="50" charset="-128"/>
                        <a:ea typeface="BIZ UDPゴシック" panose="020B0400000000000000" pitchFamily="50" charset="-128"/>
                      </a:endParaRPr>
                    </a:p>
                    <a:p>
                      <a:pPr fontAlgn="t"/>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＞遠上さん・伊藤さん</a:t>
                      </a: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今後の施策として、</a:t>
                      </a:r>
                      <a:r>
                        <a:rPr lang="en-US" sz="1000" dirty="0">
                          <a:effectLst/>
                          <a:latin typeface="BIZ UDPゴシック" panose="020B0400000000000000" pitchFamily="50" charset="-128"/>
                          <a:ea typeface="BIZ UDPゴシック" panose="020B0400000000000000" pitchFamily="50" charset="-128"/>
                        </a:rPr>
                        <a:t>ＭＭＩ</a:t>
                      </a:r>
                      <a:r>
                        <a:rPr lang="ja-JP" altLang="en-US" sz="1000" dirty="0">
                          <a:effectLst/>
                          <a:latin typeface="BIZ UDPゴシック" panose="020B0400000000000000" pitchFamily="50" charset="-128"/>
                          <a:ea typeface="BIZ UDPゴシック" panose="020B0400000000000000" pitchFamily="50" charset="-128"/>
                        </a:rPr>
                        <a:t>時給者の</a:t>
                      </a:r>
                      <a:r>
                        <a:rPr lang="en-US" sz="1000" dirty="0">
                          <a:effectLst/>
                          <a:latin typeface="BIZ UDPゴシック" panose="020B0400000000000000" pitchFamily="50" charset="-128"/>
                          <a:ea typeface="BIZ UDPゴシック" panose="020B0400000000000000" pitchFamily="50" charset="-128"/>
                        </a:rPr>
                        <a:t>LINE</a:t>
                      </a:r>
                      <a:r>
                        <a:rPr lang="ja-JP" altLang="en-US" sz="1000" dirty="0">
                          <a:effectLst/>
                          <a:latin typeface="BIZ UDPゴシック" panose="020B0400000000000000" pitchFamily="50" charset="-128"/>
                          <a:ea typeface="BIZ UDPゴシック" panose="020B0400000000000000" pitchFamily="50" charset="-128"/>
                        </a:rPr>
                        <a:t>登録者へのエムエムポイント付与する計画があります。この場合、小口のエムエムポイントを数百人規模で付与することが予想されます。</a:t>
                      </a:r>
                      <a:br>
                        <a:rPr lang="ja-JP" altLang="en-US" sz="1000" dirty="0">
                          <a:effectLst/>
                          <a:latin typeface="BIZ UDPゴシック" panose="020B0400000000000000" pitchFamily="50" charset="-128"/>
                          <a:ea typeface="BIZ UDPゴシック" panose="020B0400000000000000" pitchFamily="50" charset="-128"/>
                        </a:rPr>
                      </a:b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運用上の問題点として、一連のやりとりにあるように、退職者がエムエムポイントの交換を行った時の対応方法、について決めておくことが必要であると思います。</a:t>
                      </a: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今回の遠上さんとのやり取りで分かったこととして、以下を想定しています。伊藤さん・遠上さんのご意見をいただけると幸いです。特に、以下の⑨についてご意見をいただけると幸いです。</a:t>
                      </a:r>
                      <a:br>
                        <a:rPr lang="ja-JP" altLang="en-US" sz="1000" dirty="0">
                          <a:effectLst/>
                          <a:latin typeface="BIZ UDPゴシック" panose="020B0400000000000000" pitchFamily="50" charset="-128"/>
                          <a:ea typeface="BIZ UDPゴシック" panose="020B0400000000000000" pitchFamily="50" charset="-128"/>
                        </a:rPr>
                      </a:b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■以下、想定される問題点への対応案</a:t>
                      </a:r>
                      <a:br>
                        <a:rPr lang="ja-JP" altLang="en-US" sz="1000" dirty="0">
                          <a:effectLst/>
                          <a:latin typeface="BIZ UDPゴシック" panose="020B0400000000000000" pitchFamily="50" charset="-128"/>
                          <a:ea typeface="BIZ UDPゴシック" panose="020B0400000000000000" pitchFamily="50" charset="-128"/>
                        </a:rPr>
                      </a:b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①</a:t>
                      </a:r>
                      <a:r>
                        <a:rPr lang="en-US" sz="1000" dirty="0">
                          <a:effectLst/>
                          <a:latin typeface="BIZ UDPゴシック" panose="020B0400000000000000" pitchFamily="50" charset="-128"/>
                          <a:ea typeface="BIZ UDPゴシック" panose="020B0400000000000000" pitchFamily="50" charset="-128"/>
                        </a:rPr>
                        <a:t>A</a:t>
                      </a:r>
                      <a:r>
                        <a:rPr lang="ja-JP" altLang="en-US" sz="1000" dirty="0">
                          <a:effectLst/>
                          <a:latin typeface="BIZ UDPゴシック" panose="020B0400000000000000" pitchFamily="50" charset="-128"/>
                          <a:ea typeface="BIZ UDPゴシック" panose="020B0400000000000000" pitchFamily="50" charset="-128"/>
                        </a:rPr>
                        <a:t>さんは、</a:t>
                      </a:r>
                      <a:r>
                        <a:rPr lang="en-US" altLang="ja-JP" sz="1000" dirty="0">
                          <a:effectLst/>
                          <a:latin typeface="BIZ UDPゴシック" panose="020B0400000000000000" pitchFamily="50" charset="-128"/>
                          <a:ea typeface="BIZ UDPゴシック" panose="020B0400000000000000" pitchFamily="50" charset="-128"/>
                        </a:rPr>
                        <a:t>2022</a:t>
                      </a:r>
                      <a:r>
                        <a:rPr lang="ja-JP" altLang="en-US" sz="1000" dirty="0">
                          <a:effectLst/>
                          <a:latin typeface="BIZ UDPゴシック" panose="020B0400000000000000" pitchFamily="50" charset="-128"/>
                          <a:ea typeface="BIZ UDPゴシック" panose="020B0400000000000000" pitchFamily="50" charset="-128"/>
                        </a:rPr>
                        <a:t>年</a:t>
                      </a:r>
                      <a:r>
                        <a:rPr lang="en-US" altLang="ja-JP" sz="1000" dirty="0">
                          <a:effectLst/>
                          <a:latin typeface="BIZ UDPゴシック" panose="020B0400000000000000" pitchFamily="50" charset="-128"/>
                          <a:ea typeface="BIZ UDPゴシック" panose="020B0400000000000000" pitchFamily="50" charset="-128"/>
                        </a:rPr>
                        <a:t>12</a:t>
                      </a:r>
                      <a:r>
                        <a:rPr lang="ja-JP" altLang="en-US" sz="1000" dirty="0">
                          <a:effectLst/>
                          <a:latin typeface="BIZ UDPゴシック" panose="020B0400000000000000" pitchFamily="50" charset="-128"/>
                          <a:ea typeface="BIZ UDPゴシック" panose="020B0400000000000000" pitchFamily="50" charset="-128"/>
                        </a:rPr>
                        <a:t>月</a:t>
                      </a:r>
                      <a:r>
                        <a:rPr lang="en-US" altLang="ja-JP" sz="1000" dirty="0">
                          <a:effectLst/>
                          <a:latin typeface="BIZ UDPゴシック" panose="020B0400000000000000" pitchFamily="50" charset="-128"/>
                          <a:ea typeface="BIZ UDPゴシック" panose="020B0400000000000000" pitchFamily="50" charset="-128"/>
                        </a:rPr>
                        <a:t>10</a:t>
                      </a:r>
                      <a:r>
                        <a:rPr lang="ja-JP" altLang="en-US" sz="1000" dirty="0">
                          <a:effectLst/>
                          <a:latin typeface="BIZ UDPゴシック" panose="020B0400000000000000" pitchFamily="50" charset="-128"/>
                          <a:ea typeface="BIZ UDPゴシック" panose="020B0400000000000000" pitchFamily="50" charset="-128"/>
                        </a:rPr>
                        <a:t>日に退職したが、カフェテリアポイントは</a:t>
                      </a:r>
                      <a:r>
                        <a:rPr lang="en-US" altLang="ja-JP" sz="1000" dirty="0">
                          <a:effectLst/>
                          <a:latin typeface="BIZ UDPゴシック" panose="020B0400000000000000" pitchFamily="50" charset="-128"/>
                          <a:ea typeface="BIZ UDPゴシック" panose="020B0400000000000000" pitchFamily="50" charset="-128"/>
                        </a:rPr>
                        <a:t>500</a:t>
                      </a:r>
                      <a:r>
                        <a:rPr lang="en-US" sz="1000" dirty="0">
                          <a:effectLst/>
                          <a:latin typeface="BIZ UDPゴシック" panose="020B0400000000000000" pitchFamily="50" charset="-128"/>
                          <a:ea typeface="BIZ UDPゴシック" panose="020B0400000000000000" pitchFamily="50" charset="-128"/>
                        </a:rPr>
                        <a:t>Ｐ</a:t>
                      </a:r>
                      <a:r>
                        <a:rPr lang="ja-JP" altLang="en-US" sz="1000" dirty="0">
                          <a:effectLst/>
                          <a:latin typeface="BIZ UDPゴシック" panose="020B0400000000000000" pitchFamily="50" charset="-128"/>
                          <a:ea typeface="BIZ UDPゴシック" panose="020B0400000000000000" pitchFamily="50" charset="-128"/>
                        </a:rPr>
                        <a:t>保有していた。</a:t>
                      </a: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②</a:t>
                      </a:r>
                      <a:r>
                        <a:rPr lang="en-US" sz="1000" dirty="0">
                          <a:effectLst/>
                          <a:latin typeface="BIZ UDPゴシック" panose="020B0400000000000000" pitchFamily="50" charset="-128"/>
                          <a:ea typeface="BIZ UDPゴシック" panose="020B0400000000000000" pitchFamily="50" charset="-128"/>
                        </a:rPr>
                        <a:t>Ａ</a:t>
                      </a:r>
                      <a:r>
                        <a:rPr lang="ja-JP" altLang="en-US" sz="1000" dirty="0">
                          <a:effectLst/>
                          <a:latin typeface="BIZ UDPゴシック" panose="020B0400000000000000" pitchFamily="50" charset="-128"/>
                          <a:ea typeface="BIZ UDPゴシック" panose="020B0400000000000000" pitchFamily="50" charset="-128"/>
                        </a:rPr>
                        <a:t>さんは、</a:t>
                      </a:r>
                      <a:r>
                        <a:rPr lang="en-US" altLang="ja-JP" sz="1000" dirty="0">
                          <a:effectLst/>
                          <a:latin typeface="BIZ UDPゴシック" panose="020B0400000000000000" pitchFamily="50" charset="-128"/>
                          <a:ea typeface="BIZ UDPゴシック" panose="020B0400000000000000" pitchFamily="50" charset="-128"/>
                        </a:rPr>
                        <a:t>2022</a:t>
                      </a:r>
                      <a:r>
                        <a:rPr lang="ja-JP" altLang="en-US" sz="1000" dirty="0">
                          <a:effectLst/>
                          <a:latin typeface="BIZ UDPゴシック" panose="020B0400000000000000" pitchFamily="50" charset="-128"/>
                          <a:ea typeface="BIZ UDPゴシック" panose="020B0400000000000000" pitchFamily="50" charset="-128"/>
                        </a:rPr>
                        <a:t>年</a:t>
                      </a:r>
                      <a:r>
                        <a:rPr lang="en-US" altLang="ja-JP" sz="1000" dirty="0">
                          <a:effectLst/>
                          <a:latin typeface="BIZ UDPゴシック" panose="020B0400000000000000" pitchFamily="50" charset="-128"/>
                          <a:ea typeface="BIZ UDPゴシック" panose="020B0400000000000000" pitchFamily="50" charset="-128"/>
                        </a:rPr>
                        <a:t>12</a:t>
                      </a:r>
                      <a:r>
                        <a:rPr lang="ja-JP" altLang="en-US" sz="1000" dirty="0">
                          <a:effectLst/>
                          <a:latin typeface="BIZ UDPゴシック" panose="020B0400000000000000" pitchFamily="50" charset="-128"/>
                          <a:ea typeface="BIZ UDPゴシック" panose="020B0400000000000000" pitchFamily="50" charset="-128"/>
                        </a:rPr>
                        <a:t>月</a:t>
                      </a:r>
                      <a:r>
                        <a:rPr lang="en-US" altLang="ja-JP" sz="1000" dirty="0">
                          <a:effectLst/>
                          <a:latin typeface="BIZ UDPゴシック" panose="020B0400000000000000" pitchFamily="50" charset="-128"/>
                          <a:ea typeface="BIZ UDPゴシック" panose="020B0400000000000000" pitchFamily="50" charset="-128"/>
                        </a:rPr>
                        <a:t>13</a:t>
                      </a:r>
                      <a:r>
                        <a:rPr lang="ja-JP" altLang="en-US" sz="1000" dirty="0">
                          <a:effectLst/>
                          <a:latin typeface="BIZ UDPゴシック" panose="020B0400000000000000" pitchFamily="50" charset="-128"/>
                          <a:ea typeface="BIZ UDPゴシック" panose="020B0400000000000000" pitchFamily="50" charset="-128"/>
                        </a:rPr>
                        <a:t>日に保有するカフェテリアポイントは</a:t>
                      </a:r>
                      <a:r>
                        <a:rPr lang="en-US" altLang="ja-JP" sz="1000" dirty="0">
                          <a:effectLst/>
                          <a:latin typeface="BIZ UDPゴシック" panose="020B0400000000000000" pitchFamily="50" charset="-128"/>
                          <a:ea typeface="BIZ UDPゴシック" panose="020B0400000000000000" pitchFamily="50" charset="-128"/>
                        </a:rPr>
                        <a:t>500</a:t>
                      </a:r>
                      <a:r>
                        <a:rPr lang="en-US" sz="1000" dirty="0">
                          <a:effectLst/>
                          <a:latin typeface="BIZ UDPゴシック" panose="020B0400000000000000" pitchFamily="50" charset="-128"/>
                          <a:ea typeface="BIZ UDPゴシック" panose="020B0400000000000000" pitchFamily="50" charset="-128"/>
                        </a:rPr>
                        <a:t>Ｐ</a:t>
                      </a:r>
                      <a:r>
                        <a:rPr lang="ja-JP" altLang="en-US" sz="1000" dirty="0">
                          <a:effectLst/>
                          <a:latin typeface="BIZ UDPゴシック" panose="020B0400000000000000" pitchFamily="50" charset="-128"/>
                          <a:ea typeface="BIZ UDPゴシック" panose="020B0400000000000000" pitchFamily="50" charset="-128"/>
                        </a:rPr>
                        <a:t>をアマゾンポイントへ交換した。</a:t>
                      </a: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③</a:t>
                      </a:r>
                      <a:r>
                        <a:rPr lang="en-US" sz="1000" dirty="0">
                          <a:effectLst/>
                          <a:latin typeface="BIZ UDPゴシック" panose="020B0400000000000000" pitchFamily="50" charset="-128"/>
                          <a:ea typeface="BIZ UDPゴシック" panose="020B0400000000000000" pitchFamily="50" charset="-128"/>
                        </a:rPr>
                        <a:t>ＭＭＩ</a:t>
                      </a:r>
                      <a:r>
                        <a:rPr lang="ja-JP" altLang="en-US" sz="1000" dirty="0">
                          <a:effectLst/>
                          <a:latin typeface="BIZ UDPゴシック" panose="020B0400000000000000" pitchFamily="50" charset="-128"/>
                          <a:ea typeface="BIZ UDPゴシック" panose="020B0400000000000000" pitchFamily="50" charset="-128"/>
                        </a:rPr>
                        <a:t>は、カフェテリアポイントの課税データに関し、</a:t>
                      </a: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　</a:t>
                      </a:r>
                      <a:r>
                        <a:rPr lang="en-US" altLang="ja-JP" sz="1000" dirty="0">
                          <a:effectLst/>
                          <a:latin typeface="BIZ UDPゴシック" panose="020B0400000000000000" pitchFamily="50" charset="-128"/>
                          <a:ea typeface="BIZ UDPゴシック" panose="020B0400000000000000" pitchFamily="50" charset="-128"/>
                        </a:rPr>
                        <a:t>2022</a:t>
                      </a:r>
                      <a:r>
                        <a:rPr lang="ja-JP" altLang="en-US" sz="1000" dirty="0">
                          <a:effectLst/>
                          <a:latin typeface="BIZ UDPゴシック" panose="020B0400000000000000" pitchFamily="50" charset="-128"/>
                          <a:ea typeface="BIZ UDPゴシック" panose="020B0400000000000000" pitchFamily="50" charset="-128"/>
                        </a:rPr>
                        <a:t>年</a:t>
                      </a:r>
                      <a:r>
                        <a:rPr lang="en-US" altLang="ja-JP" sz="1000" dirty="0">
                          <a:effectLst/>
                          <a:latin typeface="BIZ UDPゴシック" panose="020B0400000000000000" pitchFamily="50" charset="-128"/>
                          <a:ea typeface="BIZ UDPゴシック" panose="020B0400000000000000" pitchFamily="50" charset="-128"/>
                        </a:rPr>
                        <a:t>11</a:t>
                      </a:r>
                      <a:r>
                        <a:rPr lang="ja-JP" altLang="en-US" sz="1000" dirty="0">
                          <a:effectLst/>
                          <a:latin typeface="BIZ UDPゴシック" panose="020B0400000000000000" pitchFamily="50" charset="-128"/>
                          <a:ea typeface="BIZ UDPゴシック" panose="020B0400000000000000" pitchFamily="50" charset="-128"/>
                        </a:rPr>
                        <a:t>月</a:t>
                      </a:r>
                      <a:r>
                        <a:rPr lang="en-US" altLang="ja-JP" sz="1000" dirty="0">
                          <a:effectLst/>
                          <a:latin typeface="BIZ UDPゴシック" panose="020B0400000000000000" pitchFamily="50" charset="-128"/>
                          <a:ea typeface="BIZ UDPゴシック" panose="020B0400000000000000" pitchFamily="50" charset="-128"/>
                        </a:rPr>
                        <a:t>11</a:t>
                      </a:r>
                      <a:r>
                        <a:rPr lang="ja-JP" altLang="en-US" sz="1000" dirty="0">
                          <a:effectLst/>
                          <a:latin typeface="BIZ UDPゴシック" panose="020B0400000000000000" pitchFamily="50" charset="-128"/>
                          <a:ea typeface="BIZ UDPゴシック" panose="020B0400000000000000" pitchFamily="50" charset="-128"/>
                        </a:rPr>
                        <a:t>日～</a:t>
                      </a:r>
                      <a:r>
                        <a:rPr lang="en-US" altLang="ja-JP" sz="1000" dirty="0">
                          <a:effectLst/>
                          <a:latin typeface="BIZ UDPゴシック" panose="020B0400000000000000" pitchFamily="50" charset="-128"/>
                          <a:ea typeface="BIZ UDPゴシック" panose="020B0400000000000000" pitchFamily="50" charset="-128"/>
                        </a:rPr>
                        <a:t>12</a:t>
                      </a:r>
                      <a:r>
                        <a:rPr lang="ja-JP" altLang="en-US" sz="1000" dirty="0">
                          <a:effectLst/>
                          <a:latin typeface="BIZ UDPゴシック" panose="020B0400000000000000" pitchFamily="50" charset="-128"/>
                          <a:ea typeface="BIZ UDPゴシック" panose="020B0400000000000000" pitchFamily="50" charset="-128"/>
                        </a:rPr>
                        <a:t>月</a:t>
                      </a:r>
                      <a:r>
                        <a:rPr lang="en-US" altLang="ja-JP" sz="1000" dirty="0">
                          <a:effectLst/>
                          <a:latin typeface="BIZ UDPゴシック" panose="020B0400000000000000" pitchFamily="50" charset="-128"/>
                          <a:ea typeface="BIZ UDPゴシック" panose="020B0400000000000000" pitchFamily="50" charset="-128"/>
                        </a:rPr>
                        <a:t>10</a:t>
                      </a:r>
                      <a:r>
                        <a:rPr lang="ja-JP" altLang="en-US" sz="1000" dirty="0">
                          <a:effectLst/>
                          <a:latin typeface="BIZ UDPゴシック" panose="020B0400000000000000" pitchFamily="50" charset="-128"/>
                          <a:ea typeface="BIZ UDPゴシック" panose="020B0400000000000000" pitchFamily="50" charset="-128"/>
                        </a:rPr>
                        <a:t>日間でのデータを取得した後に、サンタ社労士法人とデータを共有した。</a:t>
                      </a: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④</a:t>
                      </a:r>
                      <a:r>
                        <a:rPr lang="en-US" sz="1000" dirty="0">
                          <a:effectLst/>
                          <a:latin typeface="BIZ UDPゴシック" panose="020B0400000000000000" pitchFamily="50" charset="-128"/>
                          <a:ea typeface="BIZ UDPゴシック" panose="020B0400000000000000" pitchFamily="50" charset="-128"/>
                        </a:rPr>
                        <a:t>ＭＭＩ</a:t>
                      </a:r>
                      <a:r>
                        <a:rPr lang="ja-JP" altLang="en-US" sz="1000" dirty="0">
                          <a:effectLst/>
                          <a:latin typeface="BIZ UDPゴシック" panose="020B0400000000000000" pitchFamily="50" charset="-128"/>
                          <a:ea typeface="BIZ UDPゴシック" panose="020B0400000000000000" pitchFamily="50" charset="-128"/>
                        </a:rPr>
                        <a:t>は、</a:t>
                      </a:r>
                      <a:r>
                        <a:rPr lang="en-US" altLang="ja-JP" sz="1000" dirty="0">
                          <a:effectLst/>
                          <a:latin typeface="BIZ UDPゴシック" panose="020B0400000000000000" pitchFamily="50" charset="-128"/>
                          <a:ea typeface="BIZ UDPゴシック" panose="020B0400000000000000" pitchFamily="50" charset="-128"/>
                        </a:rPr>
                        <a:t>2022</a:t>
                      </a:r>
                      <a:r>
                        <a:rPr lang="ja-JP" altLang="en-US" sz="1000" dirty="0">
                          <a:effectLst/>
                          <a:latin typeface="BIZ UDPゴシック" panose="020B0400000000000000" pitchFamily="50" charset="-128"/>
                          <a:ea typeface="BIZ UDPゴシック" panose="020B0400000000000000" pitchFamily="50" charset="-128"/>
                        </a:rPr>
                        <a:t>年</a:t>
                      </a:r>
                      <a:r>
                        <a:rPr lang="en-US" altLang="ja-JP" sz="1000" dirty="0">
                          <a:effectLst/>
                          <a:latin typeface="BIZ UDPゴシック" panose="020B0400000000000000" pitchFamily="50" charset="-128"/>
                          <a:ea typeface="BIZ UDPゴシック" panose="020B0400000000000000" pitchFamily="50" charset="-128"/>
                        </a:rPr>
                        <a:t>12</a:t>
                      </a:r>
                      <a:r>
                        <a:rPr lang="ja-JP" altLang="en-US" sz="1000" dirty="0">
                          <a:effectLst/>
                          <a:latin typeface="BIZ UDPゴシック" panose="020B0400000000000000" pitchFamily="50" charset="-128"/>
                          <a:ea typeface="BIZ UDPゴシック" panose="020B0400000000000000" pitchFamily="50" charset="-128"/>
                        </a:rPr>
                        <a:t>月</a:t>
                      </a:r>
                      <a:r>
                        <a:rPr lang="en-US" altLang="ja-JP" sz="1000" dirty="0">
                          <a:effectLst/>
                          <a:latin typeface="BIZ UDPゴシック" panose="020B0400000000000000" pitchFamily="50" charset="-128"/>
                          <a:ea typeface="BIZ UDPゴシック" panose="020B0400000000000000" pitchFamily="50" charset="-128"/>
                        </a:rPr>
                        <a:t>25</a:t>
                      </a:r>
                      <a:r>
                        <a:rPr lang="ja-JP" altLang="en-US" sz="1000" dirty="0">
                          <a:effectLst/>
                          <a:latin typeface="BIZ UDPゴシック" panose="020B0400000000000000" pitchFamily="50" charset="-128"/>
                          <a:ea typeface="BIZ UDPゴシック" panose="020B0400000000000000" pitchFamily="50" charset="-128"/>
                        </a:rPr>
                        <a:t>日に、</a:t>
                      </a:r>
                      <a:r>
                        <a:rPr lang="en-US" altLang="ja-JP" sz="1000" dirty="0">
                          <a:effectLst/>
                          <a:latin typeface="BIZ UDPゴシック" panose="020B0400000000000000" pitchFamily="50" charset="-128"/>
                          <a:ea typeface="BIZ UDPゴシック" panose="020B0400000000000000" pitchFamily="50" charset="-128"/>
                        </a:rPr>
                        <a:t>11</a:t>
                      </a:r>
                      <a:r>
                        <a:rPr lang="ja-JP" altLang="en-US" sz="1000" dirty="0">
                          <a:effectLst/>
                          <a:latin typeface="BIZ UDPゴシック" panose="020B0400000000000000" pitchFamily="50" charset="-128"/>
                          <a:ea typeface="BIZ UDPゴシック" panose="020B0400000000000000" pitchFamily="50" charset="-128"/>
                        </a:rPr>
                        <a:t>月</a:t>
                      </a:r>
                      <a:r>
                        <a:rPr lang="en-US" altLang="ja-JP" sz="1000" dirty="0">
                          <a:effectLst/>
                          <a:latin typeface="BIZ UDPゴシック" panose="020B0400000000000000" pitchFamily="50" charset="-128"/>
                          <a:ea typeface="BIZ UDPゴシック" panose="020B0400000000000000" pitchFamily="50" charset="-128"/>
                        </a:rPr>
                        <a:t>11</a:t>
                      </a:r>
                      <a:r>
                        <a:rPr lang="ja-JP" altLang="en-US" sz="1000" dirty="0">
                          <a:effectLst/>
                          <a:latin typeface="BIZ UDPゴシック" panose="020B0400000000000000" pitchFamily="50" charset="-128"/>
                          <a:ea typeface="BIZ UDPゴシック" panose="020B0400000000000000" pitchFamily="50" charset="-128"/>
                        </a:rPr>
                        <a:t>日～</a:t>
                      </a:r>
                      <a:r>
                        <a:rPr lang="en-US" altLang="ja-JP" sz="1000" dirty="0">
                          <a:effectLst/>
                          <a:latin typeface="BIZ UDPゴシック" panose="020B0400000000000000" pitchFamily="50" charset="-128"/>
                          <a:ea typeface="BIZ UDPゴシック" panose="020B0400000000000000" pitchFamily="50" charset="-128"/>
                        </a:rPr>
                        <a:t>12</a:t>
                      </a:r>
                      <a:r>
                        <a:rPr lang="ja-JP" altLang="en-US" sz="1000" dirty="0">
                          <a:effectLst/>
                          <a:latin typeface="BIZ UDPゴシック" panose="020B0400000000000000" pitchFamily="50" charset="-128"/>
                          <a:ea typeface="BIZ UDPゴシック" panose="020B0400000000000000" pitchFamily="50" charset="-128"/>
                        </a:rPr>
                        <a:t>月</a:t>
                      </a:r>
                      <a:r>
                        <a:rPr lang="en-US" altLang="ja-JP" sz="1000" dirty="0">
                          <a:effectLst/>
                          <a:latin typeface="BIZ UDPゴシック" panose="020B0400000000000000" pitchFamily="50" charset="-128"/>
                          <a:ea typeface="BIZ UDPゴシック" panose="020B0400000000000000" pitchFamily="50" charset="-128"/>
                        </a:rPr>
                        <a:t>10</a:t>
                      </a:r>
                      <a:r>
                        <a:rPr lang="ja-JP" altLang="en-US" sz="1000" dirty="0">
                          <a:effectLst/>
                          <a:latin typeface="BIZ UDPゴシック" panose="020B0400000000000000" pitchFamily="50" charset="-128"/>
                          <a:ea typeface="BIZ UDPゴシック" panose="020B0400000000000000" pitchFamily="50" charset="-128"/>
                        </a:rPr>
                        <a:t>日でのカフェテリアポイントの課税データを考慮した給与を支給し、給与計算を完了させた。</a:t>
                      </a: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⑤</a:t>
                      </a:r>
                      <a:r>
                        <a:rPr lang="en-US" sz="1000" dirty="0">
                          <a:effectLst/>
                          <a:latin typeface="BIZ UDPゴシック" panose="020B0400000000000000" pitchFamily="50" charset="-128"/>
                          <a:ea typeface="BIZ UDPゴシック" panose="020B0400000000000000" pitchFamily="50" charset="-128"/>
                        </a:rPr>
                        <a:t>ＭＭＩ</a:t>
                      </a:r>
                      <a:r>
                        <a:rPr lang="ja-JP" altLang="en-US" sz="1000" dirty="0">
                          <a:effectLst/>
                          <a:latin typeface="BIZ UDPゴシック" panose="020B0400000000000000" pitchFamily="50" charset="-128"/>
                          <a:ea typeface="BIZ UDPゴシック" panose="020B0400000000000000" pitchFamily="50" charset="-128"/>
                        </a:rPr>
                        <a:t>は、</a:t>
                      </a:r>
                      <a:r>
                        <a:rPr lang="en-US" altLang="ja-JP" sz="1000" dirty="0">
                          <a:effectLst/>
                          <a:latin typeface="BIZ UDPゴシック" panose="020B0400000000000000" pitchFamily="50" charset="-128"/>
                          <a:ea typeface="BIZ UDPゴシック" panose="020B0400000000000000" pitchFamily="50" charset="-128"/>
                        </a:rPr>
                        <a:t>2022</a:t>
                      </a:r>
                      <a:r>
                        <a:rPr lang="ja-JP" altLang="en-US" sz="1000" dirty="0">
                          <a:effectLst/>
                          <a:latin typeface="BIZ UDPゴシック" panose="020B0400000000000000" pitchFamily="50" charset="-128"/>
                          <a:ea typeface="BIZ UDPゴシック" panose="020B0400000000000000" pitchFamily="50" charset="-128"/>
                        </a:rPr>
                        <a:t>年</a:t>
                      </a:r>
                      <a:r>
                        <a:rPr lang="en-US" altLang="ja-JP" sz="1000" dirty="0">
                          <a:effectLst/>
                          <a:latin typeface="BIZ UDPゴシック" panose="020B0400000000000000" pitchFamily="50" charset="-128"/>
                          <a:ea typeface="BIZ UDPゴシック" panose="020B0400000000000000" pitchFamily="50" charset="-128"/>
                        </a:rPr>
                        <a:t>12</a:t>
                      </a:r>
                      <a:r>
                        <a:rPr lang="ja-JP" altLang="en-US" sz="1000" dirty="0">
                          <a:effectLst/>
                          <a:latin typeface="BIZ UDPゴシック" panose="020B0400000000000000" pitchFamily="50" charset="-128"/>
                          <a:ea typeface="BIZ UDPゴシック" panose="020B0400000000000000" pitchFamily="50" charset="-128"/>
                        </a:rPr>
                        <a:t>月</a:t>
                      </a:r>
                      <a:r>
                        <a:rPr lang="en-US" altLang="ja-JP" sz="1000" dirty="0">
                          <a:effectLst/>
                          <a:latin typeface="BIZ UDPゴシック" panose="020B0400000000000000" pitchFamily="50" charset="-128"/>
                          <a:ea typeface="BIZ UDPゴシック" panose="020B0400000000000000" pitchFamily="50" charset="-128"/>
                        </a:rPr>
                        <a:t>31</a:t>
                      </a:r>
                      <a:r>
                        <a:rPr lang="ja-JP" altLang="en-US" sz="1000" dirty="0">
                          <a:effectLst/>
                          <a:latin typeface="BIZ UDPゴシック" panose="020B0400000000000000" pitchFamily="50" charset="-128"/>
                          <a:ea typeface="BIZ UDPゴシック" panose="020B0400000000000000" pitchFamily="50" charset="-128"/>
                        </a:rPr>
                        <a:t>日に、</a:t>
                      </a:r>
                      <a:r>
                        <a:rPr lang="en-US" sz="1000" dirty="0">
                          <a:effectLst/>
                          <a:latin typeface="BIZ UDPゴシック" panose="020B0400000000000000" pitchFamily="50" charset="-128"/>
                          <a:ea typeface="BIZ UDPゴシック" panose="020B0400000000000000" pitchFamily="50" charset="-128"/>
                        </a:rPr>
                        <a:t>Ａ</a:t>
                      </a:r>
                      <a:r>
                        <a:rPr lang="ja-JP" altLang="en-US" sz="1000" dirty="0">
                          <a:effectLst/>
                          <a:latin typeface="BIZ UDPゴシック" panose="020B0400000000000000" pitchFamily="50" charset="-128"/>
                          <a:ea typeface="BIZ UDPゴシック" panose="020B0400000000000000" pitchFamily="50" charset="-128"/>
                        </a:rPr>
                        <a:t>さんの退職に関する情報を</a:t>
                      </a:r>
                      <a:r>
                        <a:rPr lang="en-US" altLang="ja-JP" sz="1000" dirty="0">
                          <a:effectLst/>
                          <a:latin typeface="BIZ UDPゴシック" panose="020B0400000000000000" pitchFamily="50" charset="-128"/>
                          <a:ea typeface="BIZ UDPゴシック" panose="020B0400000000000000" pitchFamily="50" charset="-128"/>
                        </a:rPr>
                        <a:t>3</a:t>
                      </a:r>
                      <a:r>
                        <a:rPr lang="en-US" sz="1000" dirty="0">
                          <a:effectLst/>
                          <a:latin typeface="BIZ UDPゴシック" panose="020B0400000000000000" pitchFamily="50" charset="-128"/>
                          <a:ea typeface="BIZ UDPゴシック" panose="020B0400000000000000" pitchFamily="50" charset="-128"/>
                        </a:rPr>
                        <a:t>wins</a:t>
                      </a:r>
                      <a:r>
                        <a:rPr lang="ja-JP" altLang="en-US" sz="1000" dirty="0">
                          <a:effectLst/>
                          <a:latin typeface="BIZ UDPゴシック" panose="020B0400000000000000" pitchFamily="50" charset="-128"/>
                          <a:ea typeface="BIZ UDPゴシック" panose="020B0400000000000000" pitchFamily="50" charset="-128"/>
                        </a:rPr>
                        <a:t>へ入力した。</a:t>
                      </a: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⑥</a:t>
                      </a:r>
                      <a:r>
                        <a:rPr lang="en-US" sz="1000" dirty="0">
                          <a:effectLst/>
                          <a:latin typeface="BIZ UDPゴシック" panose="020B0400000000000000" pitchFamily="50" charset="-128"/>
                          <a:ea typeface="BIZ UDPゴシック" panose="020B0400000000000000" pitchFamily="50" charset="-128"/>
                        </a:rPr>
                        <a:t>ＭＭＩ</a:t>
                      </a:r>
                      <a:r>
                        <a:rPr lang="ja-JP" altLang="en-US" sz="1000" dirty="0">
                          <a:effectLst/>
                          <a:latin typeface="BIZ UDPゴシック" panose="020B0400000000000000" pitchFamily="50" charset="-128"/>
                          <a:ea typeface="BIZ UDPゴシック" panose="020B0400000000000000" pitchFamily="50" charset="-128"/>
                        </a:rPr>
                        <a:t>は、会社は、カフェテリアポイントの課税データに関し、</a:t>
                      </a: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　</a:t>
                      </a:r>
                      <a:r>
                        <a:rPr lang="en-US" altLang="ja-JP" sz="1000" dirty="0">
                          <a:effectLst/>
                          <a:latin typeface="BIZ UDPゴシック" panose="020B0400000000000000" pitchFamily="50" charset="-128"/>
                          <a:ea typeface="BIZ UDPゴシック" panose="020B0400000000000000" pitchFamily="50" charset="-128"/>
                        </a:rPr>
                        <a:t>2022</a:t>
                      </a:r>
                      <a:r>
                        <a:rPr lang="ja-JP" altLang="en-US" sz="1000" dirty="0">
                          <a:effectLst/>
                          <a:latin typeface="BIZ UDPゴシック" panose="020B0400000000000000" pitchFamily="50" charset="-128"/>
                          <a:ea typeface="BIZ UDPゴシック" panose="020B0400000000000000" pitchFamily="50" charset="-128"/>
                        </a:rPr>
                        <a:t>年</a:t>
                      </a:r>
                      <a:r>
                        <a:rPr lang="en-US" altLang="ja-JP" sz="1000" dirty="0">
                          <a:effectLst/>
                          <a:latin typeface="BIZ UDPゴシック" panose="020B0400000000000000" pitchFamily="50" charset="-128"/>
                          <a:ea typeface="BIZ UDPゴシック" panose="020B0400000000000000" pitchFamily="50" charset="-128"/>
                        </a:rPr>
                        <a:t>12</a:t>
                      </a:r>
                      <a:r>
                        <a:rPr lang="ja-JP" altLang="en-US" sz="1000" dirty="0">
                          <a:effectLst/>
                          <a:latin typeface="BIZ UDPゴシック" panose="020B0400000000000000" pitchFamily="50" charset="-128"/>
                          <a:ea typeface="BIZ UDPゴシック" panose="020B0400000000000000" pitchFamily="50" charset="-128"/>
                        </a:rPr>
                        <a:t>月</a:t>
                      </a:r>
                      <a:r>
                        <a:rPr lang="en-US" altLang="ja-JP" sz="1000" dirty="0">
                          <a:effectLst/>
                          <a:latin typeface="BIZ UDPゴシック" panose="020B0400000000000000" pitchFamily="50" charset="-128"/>
                          <a:ea typeface="BIZ UDPゴシック" panose="020B0400000000000000" pitchFamily="50" charset="-128"/>
                        </a:rPr>
                        <a:t>11</a:t>
                      </a:r>
                      <a:r>
                        <a:rPr lang="ja-JP" altLang="en-US" sz="1000" dirty="0">
                          <a:effectLst/>
                          <a:latin typeface="BIZ UDPゴシック" panose="020B0400000000000000" pitchFamily="50" charset="-128"/>
                          <a:ea typeface="BIZ UDPゴシック" panose="020B0400000000000000" pitchFamily="50" charset="-128"/>
                        </a:rPr>
                        <a:t>日～</a:t>
                      </a:r>
                      <a:r>
                        <a:rPr lang="en-US" altLang="ja-JP" sz="1000" dirty="0">
                          <a:effectLst/>
                          <a:latin typeface="BIZ UDPゴシック" panose="020B0400000000000000" pitchFamily="50" charset="-128"/>
                          <a:ea typeface="BIZ UDPゴシック" panose="020B0400000000000000" pitchFamily="50" charset="-128"/>
                        </a:rPr>
                        <a:t>2023</a:t>
                      </a:r>
                      <a:r>
                        <a:rPr lang="ja-JP" altLang="en-US" sz="1000" dirty="0">
                          <a:effectLst/>
                          <a:latin typeface="BIZ UDPゴシック" panose="020B0400000000000000" pitchFamily="50" charset="-128"/>
                          <a:ea typeface="BIZ UDPゴシック" panose="020B0400000000000000" pitchFamily="50" charset="-128"/>
                        </a:rPr>
                        <a:t>年</a:t>
                      </a:r>
                      <a:r>
                        <a:rPr lang="en-US" altLang="ja-JP" sz="1000" dirty="0">
                          <a:effectLst/>
                          <a:latin typeface="BIZ UDPゴシック" panose="020B0400000000000000" pitchFamily="50" charset="-128"/>
                          <a:ea typeface="BIZ UDPゴシック" panose="020B0400000000000000" pitchFamily="50" charset="-128"/>
                        </a:rPr>
                        <a:t>1</a:t>
                      </a:r>
                      <a:r>
                        <a:rPr lang="ja-JP" altLang="en-US" sz="1000" dirty="0">
                          <a:effectLst/>
                          <a:latin typeface="BIZ UDPゴシック" panose="020B0400000000000000" pitchFamily="50" charset="-128"/>
                          <a:ea typeface="BIZ UDPゴシック" panose="020B0400000000000000" pitchFamily="50" charset="-128"/>
                        </a:rPr>
                        <a:t>月</a:t>
                      </a:r>
                      <a:r>
                        <a:rPr lang="en-US" altLang="ja-JP" sz="1000" dirty="0">
                          <a:effectLst/>
                          <a:latin typeface="BIZ UDPゴシック" panose="020B0400000000000000" pitchFamily="50" charset="-128"/>
                          <a:ea typeface="BIZ UDPゴシック" panose="020B0400000000000000" pitchFamily="50" charset="-128"/>
                        </a:rPr>
                        <a:t>10</a:t>
                      </a:r>
                      <a:r>
                        <a:rPr lang="ja-JP" altLang="en-US" sz="1000" dirty="0">
                          <a:effectLst/>
                          <a:latin typeface="BIZ UDPゴシック" panose="020B0400000000000000" pitchFamily="50" charset="-128"/>
                          <a:ea typeface="BIZ UDPゴシック" panose="020B0400000000000000" pitchFamily="50" charset="-128"/>
                        </a:rPr>
                        <a:t>日間でのデータを取得した後に、サンタ社労士法人とデータを共有した。</a:t>
                      </a: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⑦サンタ社労士法人は、</a:t>
                      </a:r>
                      <a:r>
                        <a:rPr lang="en-US" sz="1000" dirty="0">
                          <a:effectLst/>
                          <a:latin typeface="BIZ UDPゴシック" panose="020B0400000000000000" pitchFamily="50" charset="-128"/>
                          <a:ea typeface="BIZ UDPゴシック" panose="020B0400000000000000" pitchFamily="50" charset="-128"/>
                        </a:rPr>
                        <a:t>Ａ</a:t>
                      </a:r>
                      <a:r>
                        <a:rPr lang="ja-JP" altLang="en-US" sz="1000" dirty="0">
                          <a:effectLst/>
                          <a:latin typeface="BIZ UDPゴシック" panose="020B0400000000000000" pitchFamily="50" charset="-128"/>
                          <a:ea typeface="BIZ UDPゴシック" panose="020B0400000000000000" pitchFamily="50" charset="-128"/>
                        </a:rPr>
                        <a:t>さんが退職後であることから、課税データを</a:t>
                      </a:r>
                      <a:r>
                        <a:rPr lang="en-US" sz="1000" dirty="0">
                          <a:effectLst/>
                          <a:latin typeface="BIZ UDPゴシック" panose="020B0400000000000000" pitchFamily="50" charset="-128"/>
                          <a:ea typeface="BIZ UDPゴシック" panose="020B0400000000000000" pitchFamily="50" charset="-128"/>
                        </a:rPr>
                        <a:t>Ａ</a:t>
                      </a:r>
                      <a:r>
                        <a:rPr lang="ja-JP" altLang="en-US" sz="1000" dirty="0">
                          <a:effectLst/>
                          <a:latin typeface="BIZ UDPゴシック" panose="020B0400000000000000" pitchFamily="50" charset="-128"/>
                          <a:ea typeface="BIZ UDPゴシック" panose="020B0400000000000000" pitchFamily="50" charset="-128"/>
                        </a:rPr>
                        <a:t>さんへの給与支給できなかったことを</a:t>
                      </a:r>
                      <a:r>
                        <a:rPr lang="en-US" sz="1000" dirty="0">
                          <a:effectLst/>
                          <a:latin typeface="BIZ UDPゴシック" panose="020B0400000000000000" pitchFamily="50" charset="-128"/>
                          <a:ea typeface="BIZ UDPゴシック" panose="020B0400000000000000" pitchFamily="50" charset="-128"/>
                        </a:rPr>
                        <a:t>ＭＭＩ</a:t>
                      </a:r>
                      <a:r>
                        <a:rPr lang="ja-JP" altLang="en-US" sz="1000" dirty="0">
                          <a:effectLst/>
                          <a:latin typeface="BIZ UDPゴシック" panose="020B0400000000000000" pitchFamily="50" charset="-128"/>
                          <a:ea typeface="BIZ UDPゴシック" panose="020B0400000000000000" pitchFamily="50" charset="-128"/>
                        </a:rPr>
                        <a:t>へ報告した。</a:t>
                      </a: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⑧</a:t>
                      </a:r>
                      <a:r>
                        <a:rPr lang="en-US" sz="1000" dirty="0">
                          <a:effectLst/>
                          <a:latin typeface="BIZ UDPゴシック" panose="020B0400000000000000" pitchFamily="50" charset="-128"/>
                          <a:ea typeface="BIZ UDPゴシック" panose="020B0400000000000000" pitchFamily="50" charset="-128"/>
                        </a:rPr>
                        <a:t>ＭＭＩ</a:t>
                      </a:r>
                      <a:r>
                        <a:rPr lang="ja-JP" altLang="en-US" sz="1000" dirty="0">
                          <a:effectLst/>
                          <a:latin typeface="BIZ UDPゴシック" panose="020B0400000000000000" pitchFamily="50" charset="-128"/>
                          <a:ea typeface="BIZ UDPゴシック" panose="020B0400000000000000" pitchFamily="50" charset="-128"/>
                        </a:rPr>
                        <a:t>は、</a:t>
                      </a:r>
                      <a:r>
                        <a:rPr lang="en-US" sz="1000" dirty="0">
                          <a:effectLst/>
                          <a:latin typeface="BIZ UDPゴシック" panose="020B0400000000000000" pitchFamily="50" charset="-128"/>
                          <a:ea typeface="BIZ UDPゴシック" panose="020B0400000000000000" pitchFamily="50" charset="-128"/>
                        </a:rPr>
                        <a:t>Ａ</a:t>
                      </a:r>
                      <a:r>
                        <a:rPr lang="ja-JP" altLang="en-US" sz="1000" dirty="0">
                          <a:effectLst/>
                          <a:latin typeface="BIZ UDPゴシック" panose="020B0400000000000000" pitchFamily="50" charset="-128"/>
                          <a:ea typeface="BIZ UDPゴシック" panose="020B0400000000000000" pitchFamily="50" charset="-128"/>
                        </a:rPr>
                        <a:t>さんの課税データを交際費等の経費処理した。</a:t>
                      </a: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⑨</a:t>
                      </a:r>
                      <a:r>
                        <a:rPr lang="en-US" sz="1000" dirty="0">
                          <a:effectLst/>
                          <a:latin typeface="BIZ UDPゴシック" panose="020B0400000000000000" pitchFamily="50" charset="-128"/>
                          <a:ea typeface="BIZ UDPゴシック" panose="020B0400000000000000" pitchFamily="50" charset="-128"/>
                        </a:rPr>
                        <a:t>ＭＭＩ</a:t>
                      </a:r>
                      <a:r>
                        <a:rPr lang="ja-JP" altLang="en-US" sz="1000" dirty="0">
                          <a:effectLst/>
                          <a:latin typeface="BIZ UDPゴシック" panose="020B0400000000000000" pitchFamily="50" charset="-128"/>
                          <a:ea typeface="BIZ UDPゴシック" panose="020B0400000000000000" pitchFamily="50" charset="-128"/>
                        </a:rPr>
                        <a:t>は、</a:t>
                      </a:r>
                      <a:r>
                        <a:rPr lang="en-US" sz="1000" dirty="0">
                          <a:effectLst/>
                          <a:latin typeface="BIZ UDPゴシック" panose="020B0400000000000000" pitchFamily="50" charset="-128"/>
                          <a:ea typeface="BIZ UDPゴシック" panose="020B0400000000000000" pitchFamily="50" charset="-128"/>
                        </a:rPr>
                        <a:t>Ａ</a:t>
                      </a:r>
                      <a:r>
                        <a:rPr lang="ja-JP" altLang="en-US" sz="1000" dirty="0">
                          <a:effectLst/>
                          <a:latin typeface="BIZ UDPゴシック" panose="020B0400000000000000" pitchFamily="50" charset="-128"/>
                          <a:ea typeface="BIZ UDPゴシック" panose="020B0400000000000000" pitchFamily="50" charset="-128"/>
                        </a:rPr>
                        <a:t>さんへ、カフェテリアポイントが一時所得となっていることを連絡した。（</a:t>
                      </a:r>
                      <a:r>
                        <a:rPr lang="en-US" sz="1000" dirty="0">
                          <a:effectLst/>
                          <a:latin typeface="BIZ UDPゴシック" panose="020B0400000000000000" pitchFamily="50" charset="-128"/>
                          <a:ea typeface="BIZ UDPゴシック" panose="020B0400000000000000" pitchFamily="50" charset="-128"/>
                        </a:rPr>
                        <a:t>Ａ</a:t>
                      </a:r>
                      <a:r>
                        <a:rPr lang="ja-JP" altLang="en-US" sz="1000" dirty="0">
                          <a:effectLst/>
                          <a:latin typeface="BIZ UDPゴシック" panose="020B0400000000000000" pitchFamily="50" charset="-128"/>
                          <a:ea typeface="BIZ UDPゴシック" panose="020B0400000000000000" pitchFamily="50" charset="-128"/>
                        </a:rPr>
                        <a:t>さんへ送る証書が必要？）</a:t>
                      </a:r>
                      <a:br>
                        <a:rPr lang="ja-JP" altLang="en-US" sz="1000" dirty="0">
                          <a:effectLst/>
                          <a:latin typeface="BIZ UDPゴシック" panose="020B0400000000000000" pitchFamily="50" charset="-128"/>
                          <a:ea typeface="BIZ UDPゴシック" panose="020B0400000000000000" pitchFamily="50" charset="-128"/>
                        </a:rPr>
                      </a:br>
                      <a:r>
                        <a:rPr lang="ja-JP" altLang="en-US" sz="1000" dirty="0">
                          <a:effectLst/>
                          <a:latin typeface="BIZ UDPゴシック" panose="020B0400000000000000" pitchFamily="50" charset="-128"/>
                          <a:ea typeface="BIZ UDPゴシック" panose="020B0400000000000000" pitchFamily="50" charset="-128"/>
                        </a:rPr>
                        <a:t>⑩</a:t>
                      </a:r>
                      <a:r>
                        <a:rPr lang="en-US" sz="1000" dirty="0">
                          <a:effectLst/>
                          <a:latin typeface="BIZ UDPゴシック" panose="020B0400000000000000" pitchFamily="50" charset="-128"/>
                          <a:ea typeface="BIZ UDPゴシック" panose="020B0400000000000000" pitchFamily="50" charset="-128"/>
                        </a:rPr>
                        <a:t>Ａ</a:t>
                      </a:r>
                      <a:r>
                        <a:rPr lang="ja-JP" altLang="en-US" sz="1000" dirty="0">
                          <a:effectLst/>
                          <a:latin typeface="BIZ UDPゴシック" panose="020B0400000000000000" pitchFamily="50" charset="-128"/>
                          <a:ea typeface="BIZ UDPゴシック" panose="020B0400000000000000" pitchFamily="50" charset="-128"/>
                        </a:rPr>
                        <a:t>さんは、自身の所得状況に必要に応じて、確定申告等による課税対応を行った。</a:t>
                      </a:r>
                      <a:endParaRPr lang="en-US" altLang="ja-JP" sz="1000" dirty="0">
                        <a:effectLst/>
                        <a:latin typeface="BIZ UDPゴシック" panose="020B0400000000000000" pitchFamily="50" charset="-128"/>
                        <a:ea typeface="BIZ UDPゴシック" panose="020B0400000000000000" pitchFamily="50" charset="-128"/>
                      </a:endParaRPr>
                    </a:p>
                    <a:p>
                      <a:pPr fontAlgn="t"/>
                      <a:endParaRPr lang="en-US" altLang="ja-JP" sz="1000" dirty="0">
                        <a:effectLst/>
                        <a:latin typeface="BIZ UDPゴシック" panose="020B0400000000000000" pitchFamily="50" charset="-128"/>
                        <a:ea typeface="BIZ UDPゴシック" panose="020B0400000000000000" pitchFamily="50" charset="-128"/>
                      </a:endParaRPr>
                    </a:p>
                    <a:p>
                      <a:pPr fontAlgn="t"/>
                      <a:r>
                        <a:rPr lang="ja-JP" altLang="en-US" sz="1000" dirty="0">
                          <a:effectLst/>
                          <a:latin typeface="BIZ UDPゴシック" panose="020B0400000000000000" pitchFamily="50" charset="-128"/>
                          <a:ea typeface="BIZ UDPゴシック" panose="020B0400000000000000" pitchFamily="50" charset="-128"/>
                        </a:rPr>
                        <a:t>以上</a:t>
                      </a:r>
                    </a:p>
                  </a:txBody>
                  <a:tcPr marL="43104" marR="43104" marT="21552" marB="21552">
                    <a:lnL>
                      <a:noFill/>
                    </a:lnL>
                    <a:lnR>
                      <a:noFill/>
                    </a:lnR>
                    <a:lnT>
                      <a:noFill/>
                    </a:lnT>
                    <a:lnB>
                      <a:noFill/>
                    </a:lnB>
                    <a:solidFill>
                      <a:srgbClr val="FFFFFF"/>
                    </a:solidFill>
                  </a:tcPr>
                </a:tc>
                <a:tc hMerge="1">
                  <a:txBody>
                    <a:bodyPr/>
                    <a:lstStyle/>
                    <a:p>
                      <a:endParaRPr kumimoji="1" lang="ja-JP" altLang="en-US"/>
                    </a:p>
                  </a:txBody>
                  <a:tcPr/>
                </a:tc>
                <a:extLst>
                  <a:ext uri="{0D108BD9-81ED-4DB2-BD59-A6C34878D82A}">
                    <a16:rowId xmlns:a16="http://schemas.microsoft.com/office/drawing/2014/main" val="3034835557"/>
                  </a:ext>
                </a:extLst>
              </a:tr>
            </a:tbl>
          </a:graphicData>
        </a:graphic>
      </p:graphicFrame>
      <p:graphicFrame>
        <p:nvGraphicFramePr>
          <p:cNvPr id="2" name="表 1">
            <a:extLst>
              <a:ext uri="{FF2B5EF4-FFF2-40B4-BE49-F238E27FC236}">
                <a16:creationId xmlns:a16="http://schemas.microsoft.com/office/drawing/2014/main" id="{95336ACD-302F-46F7-84F2-3D3D431A779B}"/>
              </a:ext>
            </a:extLst>
          </p:cNvPr>
          <p:cNvGraphicFramePr>
            <a:graphicFrameLocks noGrp="1"/>
          </p:cNvGraphicFramePr>
          <p:nvPr/>
        </p:nvGraphicFramePr>
        <p:xfrm>
          <a:off x="176873" y="5565456"/>
          <a:ext cx="8830414" cy="1308466"/>
        </p:xfrm>
        <a:graphic>
          <a:graphicData uri="http://schemas.openxmlformats.org/drawingml/2006/table">
            <a:tbl>
              <a:tblPr/>
              <a:tblGrid>
                <a:gridCol w="5300355">
                  <a:extLst>
                    <a:ext uri="{9D8B030D-6E8A-4147-A177-3AD203B41FA5}">
                      <a16:colId xmlns:a16="http://schemas.microsoft.com/office/drawing/2014/main" val="413083250"/>
                    </a:ext>
                  </a:extLst>
                </a:gridCol>
                <a:gridCol w="3530059">
                  <a:extLst>
                    <a:ext uri="{9D8B030D-6E8A-4147-A177-3AD203B41FA5}">
                      <a16:colId xmlns:a16="http://schemas.microsoft.com/office/drawing/2014/main" val="204692210"/>
                    </a:ext>
                  </a:extLst>
                </a:gridCol>
              </a:tblGrid>
              <a:tr h="114419">
                <a:tc>
                  <a:txBody>
                    <a:bodyPr/>
                    <a:lstStyle/>
                    <a:p>
                      <a:pPr fontAlgn="t"/>
                      <a:r>
                        <a:rPr lang="en-US" altLang="zh-TW" sz="1000">
                          <a:effectLst/>
                          <a:latin typeface="BIZ UDPゴシック" panose="020B0400000000000000" pitchFamily="50" charset="-128"/>
                          <a:ea typeface="BIZ UDPゴシック" panose="020B0400000000000000" pitchFamily="50" charset="-128"/>
                        </a:rPr>
                        <a:t>139:</a:t>
                      </a:r>
                      <a:r>
                        <a:rPr lang="zh-TW" altLang="en-US" sz="1000" u="none" strike="noStrike">
                          <a:solidFill>
                            <a:srgbClr val="0A62AD"/>
                          </a:solidFill>
                          <a:effectLst/>
                          <a:latin typeface="BIZ UDPゴシック" panose="020B0400000000000000" pitchFamily="50" charset="-128"/>
                          <a:ea typeface="BIZ UDPゴシック" panose="020B0400000000000000" pitchFamily="50" charset="-128"/>
                          <a:hlinkClick r:id="rId5"/>
                        </a:rPr>
                        <a:t>遠上　智之</a:t>
                      </a:r>
                      <a:r>
                        <a:rPr lang="en-US" altLang="zh-TW" sz="1000">
                          <a:solidFill>
                            <a:srgbClr val="737373"/>
                          </a:solidFill>
                          <a:effectLst/>
                          <a:latin typeface="BIZ UDPゴシック" panose="020B0400000000000000" pitchFamily="50" charset="-128"/>
                          <a:ea typeface="BIZ UDPゴシック" panose="020B0400000000000000" pitchFamily="50" charset="-128"/>
                        </a:rPr>
                        <a:t>2022</a:t>
                      </a:r>
                      <a:r>
                        <a:rPr lang="zh-TW" altLang="en-US" sz="1000">
                          <a:solidFill>
                            <a:srgbClr val="737373"/>
                          </a:solidFill>
                          <a:effectLst/>
                          <a:latin typeface="BIZ UDPゴシック" panose="020B0400000000000000" pitchFamily="50" charset="-128"/>
                          <a:ea typeface="BIZ UDPゴシック" panose="020B0400000000000000" pitchFamily="50" charset="-128"/>
                        </a:rPr>
                        <a:t>年</a:t>
                      </a:r>
                      <a:r>
                        <a:rPr lang="en-US" altLang="zh-TW" sz="1000">
                          <a:solidFill>
                            <a:srgbClr val="737373"/>
                          </a:solidFill>
                          <a:effectLst/>
                          <a:latin typeface="BIZ UDPゴシック" panose="020B0400000000000000" pitchFamily="50" charset="-128"/>
                          <a:ea typeface="BIZ UDPゴシック" panose="020B0400000000000000" pitchFamily="50" charset="-128"/>
                        </a:rPr>
                        <a:t>12</a:t>
                      </a:r>
                      <a:r>
                        <a:rPr lang="zh-TW" altLang="en-US" sz="1000">
                          <a:solidFill>
                            <a:srgbClr val="737373"/>
                          </a:solidFill>
                          <a:effectLst/>
                          <a:latin typeface="BIZ UDPゴシック" panose="020B0400000000000000" pitchFamily="50" charset="-128"/>
                          <a:ea typeface="BIZ UDPゴシック" panose="020B0400000000000000" pitchFamily="50" charset="-128"/>
                        </a:rPr>
                        <a:t>月</a:t>
                      </a:r>
                      <a:r>
                        <a:rPr lang="en-US" altLang="zh-TW" sz="1000">
                          <a:solidFill>
                            <a:srgbClr val="737373"/>
                          </a:solidFill>
                          <a:effectLst/>
                          <a:latin typeface="BIZ UDPゴシック" panose="020B0400000000000000" pitchFamily="50" charset="-128"/>
                          <a:ea typeface="BIZ UDPゴシック" panose="020B0400000000000000" pitchFamily="50" charset="-128"/>
                        </a:rPr>
                        <a:t>19</a:t>
                      </a:r>
                      <a:r>
                        <a:rPr lang="zh-TW" altLang="en-US" sz="1000">
                          <a:solidFill>
                            <a:srgbClr val="737373"/>
                          </a:solidFill>
                          <a:effectLst/>
                          <a:latin typeface="BIZ UDPゴシック" panose="020B0400000000000000" pitchFamily="50" charset="-128"/>
                          <a:ea typeface="BIZ UDPゴシック" panose="020B0400000000000000" pitchFamily="50" charset="-128"/>
                        </a:rPr>
                        <a:t>日（月） </a:t>
                      </a:r>
                      <a:r>
                        <a:rPr lang="en-US" altLang="zh-TW" sz="1000">
                          <a:solidFill>
                            <a:srgbClr val="737373"/>
                          </a:solidFill>
                          <a:effectLst/>
                          <a:latin typeface="BIZ UDPゴシック" panose="020B0400000000000000" pitchFamily="50" charset="-128"/>
                          <a:ea typeface="BIZ UDPゴシック" panose="020B0400000000000000" pitchFamily="50" charset="-128"/>
                        </a:rPr>
                        <a:t>09:01</a:t>
                      </a:r>
                      <a:endParaRPr lang="zh-TW" altLang="en-US" sz="1000">
                        <a:effectLst/>
                        <a:latin typeface="BIZ UDPゴシック" panose="020B0400000000000000" pitchFamily="50" charset="-128"/>
                        <a:ea typeface="BIZ UDPゴシック" panose="020B0400000000000000" pitchFamily="50" charset="-128"/>
                      </a:endParaRPr>
                    </a:p>
                  </a:txBody>
                  <a:tcPr marL="48646" marR="48646" marT="24323" marB="24323">
                    <a:lnL>
                      <a:noFill/>
                    </a:lnL>
                    <a:lnR>
                      <a:noFill/>
                    </a:lnR>
                    <a:lnT>
                      <a:noFill/>
                    </a:lnT>
                    <a:lnB>
                      <a:noFill/>
                    </a:lnB>
                    <a:solidFill>
                      <a:srgbClr val="FFFFFF"/>
                    </a:solidFill>
                  </a:tcPr>
                </a:tc>
                <a:tc>
                  <a:txBody>
                    <a:bodyPr/>
                    <a:lstStyle/>
                    <a:p>
                      <a:pPr fontAlgn="t"/>
                      <a:endParaRPr lang="ja-JP" altLang="en-US" sz="1000" dirty="0">
                        <a:effectLst/>
                        <a:latin typeface="BIZ UDPゴシック" panose="020B0400000000000000" pitchFamily="50" charset="-128"/>
                        <a:ea typeface="BIZ UDPゴシック" panose="020B0400000000000000" pitchFamily="50" charset="-128"/>
                      </a:endParaRPr>
                    </a:p>
                  </a:txBody>
                  <a:tcPr marL="48646" marR="48646" marT="24323" marB="24323">
                    <a:lnL>
                      <a:noFill/>
                    </a:lnL>
                    <a:lnR>
                      <a:noFill/>
                    </a:lnR>
                    <a:lnT>
                      <a:noFill/>
                    </a:lnT>
                    <a:lnB>
                      <a:noFill/>
                    </a:lnB>
                    <a:solidFill>
                      <a:srgbClr val="FFFFFF"/>
                    </a:solidFill>
                  </a:tcPr>
                </a:tc>
                <a:extLst>
                  <a:ext uri="{0D108BD9-81ED-4DB2-BD59-A6C34878D82A}">
                    <a16:rowId xmlns:a16="http://schemas.microsoft.com/office/drawing/2014/main" val="2025835038"/>
                  </a:ext>
                </a:extLst>
              </a:tr>
              <a:tr h="1107420">
                <a:tc gridSpan="2">
                  <a:txBody>
                    <a:bodyPr/>
                    <a:lstStyle/>
                    <a:p>
                      <a:pPr fontAlgn="t">
                        <a:buFont typeface="Arial" panose="020B0604020202020204" pitchFamily="34" charset="0"/>
                        <a:buChar char="•"/>
                      </a:pPr>
                      <a:r>
                        <a:rPr lang="en-US" altLang="ja-JP" sz="1000" u="none" strike="noStrike" dirty="0">
                          <a:solidFill>
                            <a:srgbClr val="0A62AD"/>
                          </a:solidFill>
                          <a:effectLst/>
                          <a:latin typeface="BIZ UDPゴシック" panose="020B0400000000000000" pitchFamily="50" charset="-128"/>
                          <a:ea typeface="BIZ UDPゴシック" panose="020B0400000000000000" pitchFamily="50" charset="-128"/>
                          <a:hlinkClick r:id="rId3"/>
                        </a:rPr>
                        <a:t>@</a:t>
                      </a:r>
                      <a:r>
                        <a:rPr lang="ja-JP" altLang="en-US" sz="1000" u="none" strike="noStrike" dirty="0">
                          <a:solidFill>
                            <a:srgbClr val="0A62AD"/>
                          </a:solidFill>
                          <a:effectLst/>
                          <a:latin typeface="BIZ UDPゴシック" panose="020B0400000000000000" pitchFamily="50" charset="-128"/>
                          <a:ea typeface="BIZ UDPゴシック" panose="020B0400000000000000" pitchFamily="50" charset="-128"/>
                          <a:hlinkClick r:id="rId3"/>
                        </a:rPr>
                        <a:t>檜垣　壮</a:t>
                      </a:r>
                      <a:endParaRPr lang="ja-JP" altLang="en-US" sz="1000" dirty="0">
                        <a:effectLst/>
                        <a:latin typeface="BIZ UDPゴシック" panose="020B0400000000000000" pitchFamily="50" charset="-128"/>
                        <a:ea typeface="BIZ UDPゴシック" panose="020B0400000000000000" pitchFamily="50" charset="-128"/>
                      </a:endParaRPr>
                    </a:p>
                    <a:p>
                      <a:pPr fontAlgn="t">
                        <a:buFont typeface="Arial" panose="020B0604020202020204" pitchFamily="34" charset="0"/>
                        <a:buChar char="•"/>
                      </a:pPr>
                      <a:r>
                        <a:rPr lang="en-US" altLang="ja-JP" sz="1000" u="none" strike="noStrike" dirty="0">
                          <a:solidFill>
                            <a:srgbClr val="0A62AD"/>
                          </a:solidFill>
                          <a:effectLst/>
                          <a:latin typeface="BIZ UDPゴシック" panose="020B0400000000000000" pitchFamily="50" charset="-128"/>
                          <a:ea typeface="BIZ UDPゴシック" panose="020B0400000000000000" pitchFamily="50" charset="-128"/>
                          <a:hlinkClick r:id="rId4"/>
                        </a:rPr>
                        <a:t>@</a:t>
                      </a:r>
                      <a:r>
                        <a:rPr lang="ja-JP" altLang="en-US" sz="1000" u="none" strike="noStrike" dirty="0">
                          <a:solidFill>
                            <a:srgbClr val="0A62AD"/>
                          </a:solidFill>
                          <a:effectLst/>
                          <a:latin typeface="BIZ UDPゴシック" panose="020B0400000000000000" pitchFamily="50" charset="-128"/>
                          <a:ea typeface="BIZ UDPゴシック" panose="020B0400000000000000" pitchFamily="50" charset="-128"/>
                          <a:hlinkClick r:id="rId4"/>
                        </a:rPr>
                        <a:t>伊藤　祐介</a:t>
                      </a:r>
                      <a:endParaRPr lang="ja-JP" altLang="en-US" sz="1000" dirty="0">
                        <a:effectLst/>
                        <a:latin typeface="BIZ UDPゴシック" panose="020B0400000000000000" pitchFamily="50" charset="-128"/>
                        <a:ea typeface="BIZ UDPゴシック" panose="020B0400000000000000" pitchFamily="50" charset="-128"/>
                      </a:endParaRPr>
                    </a:p>
                    <a:p>
                      <a:pPr fontAlgn="t"/>
                      <a:r>
                        <a:rPr lang="ja-JP" altLang="en-US" sz="1000" dirty="0">
                          <a:effectLst/>
                          <a:latin typeface="BIZ UDPゴシック" panose="020B0400000000000000" pitchFamily="50" charset="-128"/>
                          <a:ea typeface="BIZ UDPゴシック" panose="020B0400000000000000" pitchFamily="50" charset="-128"/>
                        </a:rPr>
                        <a:t>こちらの件ですが、私の意見でございます。基本的にはさかのぼり退職者のみが対象になるのと従業員のデータ洗い替えを行っていればほぼ発生しないということもあります。かつ、金額も</a:t>
                      </a:r>
                      <a:r>
                        <a:rPr lang="en-US" altLang="ja-JP" sz="1000" dirty="0">
                          <a:effectLst/>
                          <a:latin typeface="BIZ UDPゴシック" panose="020B0400000000000000" pitchFamily="50" charset="-128"/>
                          <a:ea typeface="BIZ UDPゴシック" panose="020B0400000000000000" pitchFamily="50" charset="-128"/>
                        </a:rPr>
                        <a:t>500</a:t>
                      </a:r>
                      <a:r>
                        <a:rPr lang="ja-JP" altLang="en-US" sz="1000" dirty="0">
                          <a:effectLst/>
                          <a:latin typeface="BIZ UDPゴシック" panose="020B0400000000000000" pitchFamily="50" charset="-128"/>
                          <a:ea typeface="BIZ UDPゴシック" panose="020B0400000000000000" pitchFamily="50" charset="-128"/>
                        </a:rPr>
                        <a:t>円や</a:t>
                      </a:r>
                      <a:r>
                        <a:rPr lang="en-US" altLang="ja-JP" sz="1000" dirty="0">
                          <a:effectLst/>
                          <a:latin typeface="BIZ UDPゴシック" panose="020B0400000000000000" pitchFamily="50" charset="-128"/>
                          <a:ea typeface="BIZ UDPゴシック" panose="020B0400000000000000" pitchFamily="50" charset="-128"/>
                        </a:rPr>
                        <a:t>1000</a:t>
                      </a:r>
                      <a:r>
                        <a:rPr lang="ja-JP" altLang="en-US" sz="1000" dirty="0">
                          <a:effectLst/>
                          <a:latin typeface="BIZ UDPゴシック" panose="020B0400000000000000" pitchFamily="50" charset="-128"/>
                          <a:ea typeface="BIZ UDPゴシック" panose="020B0400000000000000" pitchFamily="50" charset="-128"/>
                        </a:rPr>
                        <a:t>円ぐらいですので、会社からそういったご連絡を従業員様に入れていく必要は最初は必要ないかと思います。そこの気を回している時間がもったいないかもしれません。今後何か従業員や行政より意見があれば検討でもいいかもしれません。</a:t>
                      </a:r>
                    </a:p>
                  </a:txBody>
                  <a:tcPr marL="48646" marR="48646" marT="24323" marB="24323">
                    <a:lnL>
                      <a:noFill/>
                    </a:lnL>
                    <a:lnR>
                      <a:noFill/>
                    </a:lnR>
                    <a:lnT>
                      <a:noFill/>
                    </a:lnT>
                    <a:lnB>
                      <a:noFill/>
                    </a:lnB>
                    <a:noFill/>
                  </a:tcPr>
                </a:tc>
                <a:tc hMerge="1">
                  <a:txBody>
                    <a:bodyPr/>
                    <a:lstStyle/>
                    <a:p>
                      <a:endParaRPr kumimoji="1" lang="ja-JP" altLang="en-US"/>
                    </a:p>
                  </a:txBody>
                  <a:tcPr/>
                </a:tc>
                <a:extLst>
                  <a:ext uri="{0D108BD9-81ED-4DB2-BD59-A6C34878D82A}">
                    <a16:rowId xmlns:a16="http://schemas.microsoft.com/office/drawing/2014/main" val="3056418802"/>
                  </a:ext>
                </a:extLst>
              </a:tr>
            </a:tbl>
          </a:graphicData>
        </a:graphic>
      </p:graphicFrame>
    </p:spTree>
    <p:extLst>
      <p:ext uri="{BB962C8B-B14F-4D97-AF65-F5344CB8AC3E}">
        <p14:creationId xmlns:p14="http://schemas.microsoft.com/office/powerpoint/2010/main" val="9606502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 Box 31">
            <a:extLst>
              <a:ext uri="{FF2B5EF4-FFF2-40B4-BE49-F238E27FC236}">
                <a16:creationId xmlns:a16="http://schemas.microsoft.com/office/drawing/2014/main" id="{3315535B-0AA2-4245-A1F7-E3B6DEA11308}"/>
              </a:ext>
            </a:extLst>
          </p:cNvPr>
          <p:cNvSpPr txBox="1">
            <a:spLocks noChangeArrowheads="1"/>
          </p:cNvSpPr>
          <p:nvPr/>
        </p:nvSpPr>
        <p:spPr bwMode="auto">
          <a:xfrm>
            <a:off x="8767432" y="6689416"/>
            <a:ext cx="371897"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BIZ UDPゴシック" panose="020B0400000000000000" pitchFamily="50" charset="-128"/>
                <a:ea typeface="BIZ UDPゴシック" panose="020B0400000000000000" pitchFamily="50" charset="-128"/>
              </a:rPr>
              <a:t>－</a:t>
            </a:r>
            <a:fld id="{B0F819B3-9E8F-4282-8AF7-A5F025A1BD25}" type="slidenum">
              <a:rPr lang="ja-JP" altLang="en-US" sz="1050">
                <a:latin typeface="BIZ UDPゴシック" panose="020B0400000000000000" pitchFamily="50" charset="-128"/>
                <a:ea typeface="BIZ UDPゴシック" panose="020B0400000000000000" pitchFamily="50" charset="-128"/>
              </a:rPr>
              <a:pPr algn="ctr" eaLnBrk="0" hangingPunct="0">
                <a:lnSpc>
                  <a:spcPct val="100000"/>
                </a:lnSpc>
                <a:buClrTx/>
                <a:buSzTx/>
                <a:buFontTx/>
                <a:buNone/>
              </a:pPr>
              <a:t>31</a:t>
            </a:fld>
            <a:r>
              <a:rPr lang="ja-JP" altLang="en-US" sz="1050" dirty="0">
                <a:latin typeface="BIZ UDPゴシック" panose="020B0400000000000000" pitchFamily="50" charset="-128"/>
                <a:ea typeface="BIZ UDPゴシック" panose="020B0400000000000000" pitchFamily="50" charset="-128"/>
              </a:rPr>
              <a:t>－</a:t>
            </a:r>
          </a:p>
        </p:txBody>
      </p:sp>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rPr>
              <a:t>（参考）ユーザ登録の更新方法　</a:t>
            </a:r>
            <a:r>
              <a:rPr kumimoji="0" lang="en-US" altLang="ja-JP"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rPr>
              <a:t>1/2</a:t>
            </a:r>
          </a:p>
        </p:txBody>
      </p:sp>
      <p:sp>
        <p:nvSpPr>
          <p:cNvPr id="13" name="タイトル 1">
            <a:extLst>
              <a:ext uri="{FF2B5EF4-FFF2-40B4-BE49-F238E27FC236}">
                <a16:creationId xmlns:a16="http://schemas.microsoft.com/office/drawing/2014/main" id="{88EC945C-4F24-49A3-BF51-4F57F05A3A21}"/>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ja-JP" altLang="en-US" sz="1100" dirty="0">
                <a:latin typeface="BIZ UDPゴシック" panose="020B0400000000000000" pitchFamily="50" charset="-128"/>
                <a:ea typeface="BIZ UDPゴシック" panose="020B0400000000000000" pitchFamily="50" charset="-128"/>
              </a:rPr>
              <a:t>更新：</a:t>
            </a:r>
            <a:r>
              <a:rPr lang="en-US" altLang="ja-JP" sz="1100" dirty="0">
                <a:latin typeface="BIZ UDPゴシック" panose="020B0400000000000000" pitchFamily="50" charset="-128"/>
                <a:ea typeface="BIZ UDPゴシック" panose="020B0400000000000000" pitchFamily="50" charset="-128"/>
              </a:rPr>
              <a:t>2023</a:t>
            </a:r>
            <a:r>
              <a:rPr lang="ja-JP" altLang="en-US" sz="1100" dirty="0">
                <a:latin typeface="BIZ UDPゴシック" panose="020B0400000000000000" pitchFamily="50" charset="-128"/>
                <a:ea typeface="BIZ UDPゴシック" panose="020B0400000000000000" pitchFamily="50" charset="-128"/>
              </a:rPr>
              <a:t>年</a:t>
            </a:r>
            <a:r>
              <a:rPr lang="en-US" altLang="ja-JP" sz="1100" dirty="0">
                <a:latin typeface="BIZ UDPゴシック" panose="020B0400000000000000" pitchFamily="50" charset="-128"/>
                <a:ea typeface="BIZ UDPゴシック" panose="020B0400000000000000" pitchFamily="50" charset="-128"/>
              </a:rPr>
              <a:t>1</a:t>
            </a:r>
            <a:r>
              <a:rPr lang="ja-JP" altLang="en-US" sz="1100" dirty="0">
                <a:latin typeface="BIZ UDPゴシック" panose="020B0400000000000000" pitchFamily="50" charset="-128"/>
                <a:ea typeface="BIZ UDPゴシック" panose="020B0400000000000000" pitchFamily="50" charset="-128"/>
              </a:rPr>
              <a:t>月</a:t>
            </a:r>
            <a:r>
              <a:rPr lang="en-US" altLang="ja-JP" sz="1100" dirty="0">
                <a:latin typeface="BIZ UDPゴシック" panose="020B0400000000000000" pitchFamily="50" charset="-128"/>
                <a:ea typeface="BIZ UDPゴシック" panose="020B0400000000000000" pitchFamily="50" charset="-128"/>
              </a:rPr>
              <a:t>12</a:t>
            </a:r>
            <a:r>
              <a:rPr lang="ja-JP" altLang="en-US" sz="1100" dirty="0">
                <a:latin typeface="BIZ UDPゴシック" panose="020B0400000000000000" pitchFamily="50" charset="-128"/>
                <a:ea typeface="BIZ UDPゴシック" panose="020B0400000000000000" pitchFamily="50" charset="-128"/>
              </a:rPr>
              <a:t>日</a:t>
            </a:r>
            <a:endParaRPr lang="en-US" altLang="ja-JP" sz="1100" dirty="0">
              <a:latin typeface="BIZ UDPゴシック" panose="020B0400000000000000" pitchFamily="50" charset="-128"/>
              <a:ea typeface="BIZ UDPゴシック" panose="020B0400000000000000" pitchFamily="50" charset="-128"/>
            </a:endParaRPr>
          </a:p>
          <a:p>
            <a:pPr algn="r"/>
            <a:r>
              <a:rPr lang="ja-JP" altLang="en-US" sz="1100" dirty="0">
                <a:latin typeface="BIZ UDPゴシック" panose="020B0400000000000000" pitchFamily="50" charset="-128"/>
                <a:ea typeface="BIZ UDPゴシック" panose="020B0400000000000000" pitchFamily="50" charset="-128"/>
              </a:rPr>
              <a:t>株式会社エムエムインターナショナル</a:t>
            </a:r>
            <a:endParaRPr lang="en-US" altLang="ja-JP" sz="1100"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BF55BAE9-8D37-8E65-7237-73B52625AE24}"/>
              </a:ext>
            </a:extLst>
          </p:cNvPr>
          <p:cNvSpPr txBox="1"/>
          <p:nvPr/>
        </p:nvSpPr>
        <p:spPr>
          <a:xfrm>
            <a:off x="-1" y="1021278"/>
            <a:ext cx="9144001" cy="5478423"/>
          </a:xfrm>
          <a:prstGeom prst="rect">
            <a:avLst/>
          </a:prstGeom>
          <a:noFill/>
        </p:spPr>
        <p:txBody>
          <a:bodyPr wrap="square">
            <a:spAutoFit/>
          </a:bodyPr>
          <a:lstStyle/>
          <a:p>
            <a:pPr marL="342900" indent="-342900">
              <a:buFont typeface="+mj-lt"/>
              <a:buAutoNum type="arabicPeriod"/>
            </a:pPr>
            <a:r>
              <a:rPr lang="ja-JP" altLang="en-US" sz="1000" dirty="0">
                <a:latin typeface="BIZ UDPゴシック" panose="020B0400000000000000" pitchFamily="50" charset="-128"/>
                <a:ea typeface="BIZ UDPゴシック" panose="020B0400000000000000" pitchFamily="50" charset="-128"/>
              </a:rPr>
              <a:t>現在までのユーザ登録データを確認</a:t>
            </a:r>
            <a:endParaRPr lang="en-US" altLang="ja-JP" sz="1000" dirty="0">
              <a:latin typeface="BIZ UDPゴシック" panose="020B0400000000000000" pitchFamily="50" charset="-128"/>
              <a:ea typeface="BIZ UDPゴシック" panose="020B0400000000000000" pitchFamily="50" charset="-128"/>
            </a:endParaRPr>
          </a:p>
          <a:p>
            <a:pPr marL="800100" lvl="1" indent="-342900">
              <a:buFont typeface="Arial" panose="020B0604020202020204" pitchFamily="34" charset="0"/>
              <a:buChar char="•"/>
            </a:pPr>
            <a:r>
              <a:rPr lang="ja-JP" altLang="en-US" sz="1000" dirty="0">
                <a:latin typeface="BIZ UDPゴシック" panose="020B0400000000000000" pitchFamily="50" charset="-128"/>
                <a:ea typeface="BIZ UDPゴシック" panose="020B0400000000000000" pitchFamily="50" charset="-128"/>
              </a:rPr>
              <a:t>現在のユーザ登録されている最新のデータは何か確認する。（例：20</a:t>
            </a:r>
            <a:r>
              <a:rPr lang="en-US" altLang="ja-JP" sz="1000" dirty="0">
                <a:latin typeface="BIZ UDPゴシック" panose="020B0400000000000000" pitchFamily="50" charset="-128"/>
                <a:ea typeface="BIZ UDPゴシック" panose="020B0400000000000000" pitchFamily="50" charset="-128"/>
              </a:rPr>
              <a:t>23</a:t>
            </a:r>
            <a:r>
              <a:rPr lang="ja-JP" altLang="en-US" sz="1000" dirty="0">
                <a:latin typeface="BIZ UDPゴシック" panose="020B0400000000000000" pitchFamily="50" charset="-128"/>
                <a:ea typeface="BIZ UDPゴシック" panose="020B0400000000000000" pitchFamily="50" charset="-128"/>
              </a:rPr>
              <a:t>年1月</a:t>
            </a:r>
            <a:r>
              <a:rPr lang="en-US" altLang="ja-JP" sz="1000" dirty="0">
                <a:latin typeface="BIZ UDPゴシック" panose="020B0400000000000000" pitchFamily="50" charset="-128"/>
                <a:ea typeface="BIZ UDPゴシック" panose="020B0400000000000000" pitchFamily="50" charset="-128"/>
              </a:rPr>
              <a:t>12</a:t>
            </a:r>
            <a:r>
              <a:rPr lang="ja-JP" altLang="en-US" sz="1000" dirty="0">
                <a:latin typeface="BIZ UDPゴシック" panose="020B0400000000000000" pitchFamily="50" charset="-128"/>
                <a:ea typeface="BIZ UDPゴシック" panose="020B0400000000000000" pitchFamily="50" charset="-128"/>
              </a:rPr>
              <a:t>日現在、本ファイルの黄色セルの2022年12月10日までの入社者がユーザ登録されている）</a:t>
            </a:r>
            <a:endParaRPr lang="en-US" altLang="ja-JP" sz="1000" dirty="0">
              <a:latin typeface="BIZ UDPゴシック" panose="020B0400000000000000" pitchFamily="50" charset="-128"/>
              <a:ea typeface="BIZ UDPゴシック" panose="020B0400000000000000" pitchFamily="50" charset="-128"/>
            </a:endParaRPr>
          </a:p>
          <a:p>
            <a:pPr marL="342900" indent="-342900">
              <a:buFont typeface="+mj-lt"/>
              <a:buAutoNum type="arabicPeriod"/>
            </a:pPr>
            <a:endParaRPr lang="en-US" altLang="ja-JP" sz="1000" dirty="0">
              <a:latin typeface="BIZ UDPゴシック" panose="020B0400000000000000" pitchFamily="50" charset="-128"/>
              <a:ea typeface="BIZ UDPゴシック" panose="020B0400000000000000" pitchFamily="50" charset="-128"/>
            </a:endParaRPr>
          </a:p>
          <a:p>
            <a:pPr marL="342900" indent="-342900">
              <a:buFont typeface="+mj-lt"/>
              <a:buAutoNum type="arabicPeriod"/>
            </a:pPr>
            <a:r>
              <a:rPr lang="ja-JP" altLang="en-US" sz="1000" dirty="0">
                <a:latin typeface="BIZ UDPゴシック" panose="020B0400000000000000" pitchFamily="50" charset="-128"/>
                <a:ea typeface="BIZ UDPゴシック" panose="020B0400000000000000" pitchFamily="50" charset="-128"/>
              </a:rPr>
              <a:t>新規入社者の更新</a:t>
            </a:r>
            <a:endParaRPr lang="en-US" altLang="ja-JP" sz="1000" dirty="0">
              <a:latin typeface="BIZ UDPゴシック" panose="020B0400000000000000" pitchFamily="50" charset="-128"/>
              <a:ea typeface="BIZ UDPゴシック" panose="020B0400000000000000" pitchFamily="50" charset="-128"/>
            </a:endParaRPr>
          </a:p>
          <a:p>
            <a:pPr marL="800100" lvl="1" indent="-342900">
              <a:buFont typeface="Arial" panose="020B0604020202020204" pitchFamily="34" charset="0"/>
              <a:buChar char="•"/>
            </a:pPr>
            <a:r>
              <a:rPr lang="ja-JP" altLang="en-US" sz="1000" dirty="0">
                <a:latin typeface="BIZ UDPゴシック" panose="020B0400000000000000" pitchFamily="50" charset="-128"/>
                <a:ea typeface="BIZ UDPゴシック" panose="020B0400000000000000" pitchFamily="50" charset="-128"/>
              </a:rPr>
              <a:t>時給者の場合</a:t>
            </a:r>
            <a:endParaRPr lang="en-US" altLang="ja-JP" sz="1000" dirty="0">
              <a:latin typeface="BIZ UDPゴシック" panose="020B0400000000000000" pitchFamily="50" charset="-128"/>
              <a:ea typeface="BIZ UDPゴシック" panose="020B0400000000000000" pitchFamily="50" charset="-128"/>
            </a:endParaRPr>
          </a:p>
          <a:p>
            <a:pPr marL="1257300" lvl="2" indent="-342900">
              <a:buFont typeface="+mj-ea"/>
              <a:buAutoNum type="circleNumDbPlain"/>
            </a:pPr>
            <a:r>
              <a:rPr lang="en-US" altLang="ja-JP" sz="1000" dirty="0">
                <a:latin typeface="BIZ UDPゴシック" panose="020B0400000000000000" pitchFamily="50" charset="-128"/>
                <a:ea typeface="BIZ UDPゴシック" panose="020B0400000000000000" pitchFamily="50" charset="-128"/>
              </a:rPr>
              <a:t>3wins</a:t>
            </a:r>
            <a:r>
              <a:rPr lang="ja-JP" altLang="en-US" sz="1000" dirty="0">
                <a:latin typeface="BIZ UDPゴシック" panose="020B0400000000000000" pitchFamily="50" charset="-128"/>
                <a:ea typeface="BIZ UDPゴシック" panose="020B0400000000000000" pitchFamily="50" charset="-128"/>
              </a:rPr>
              <a:t>からの出力とシート分けについて</a:t>
            </a:r>
            <a:endParaRPr lang="en-US" altLang="ja-JP" sz="1000" dirty="0">
              <a:latin typeface="BIZ UDPゴシック" panose="020B0400000000000000" pitchFamily="50" charset="-128"/>
              <a:ea typeface="BIZ UDPゴシック" panose="020B0400000000000000" pitchFamily="50" charset="-128"/>
            </a:endParaRPr>
          </a:p>
          <a:p>
            <a:pPr marL="1714500" lvl="3" indent="-342900">
              <a:buFont typeface="+mj-lt"/>
              <a:buAutoNum type="arabicPeriod"/>
            </a:pPr>
            <a:r>
              <a:rPr lang="ja-JP" altLang="en-US" sz="1000" dirty="0">
                <a:latin typeface="BIZ UDPゴシック" panose="020B0400000000000000" pitchFamily="50" charset="-128"/>
                <a:ea typeface="BIZ UDPゴシック" panose="020B0400000000000000" pitchFamily="50" charset="-128"/>
              </a:rPr>
              <a:t>3wins上「在籍状況　全て」で、データを出力する。</a:t>
            </a:r>
            <a:endParaRPr lang="en-US" altLang="ja-JP" sz="1000" dirty="0">
              <a:latin typeface="BIZ UDPゴシック" panose="020B0400000000000000" pitchFamily="50" charset="-128"/>
              <a:ea typeface="BIZ UDPゴシック" panose="020B0400000000000000" pitchFamily="50" charset="-128"/>
            </a:endParaRPr>
          </a:p>
          <a:p>
            <a:pPr marL="1714500" lvl="3" indent="-342900">
              <a:buFont typeface="+mj-ea"/>
              <a:buAutoNum type="arabicPeriod"/>
            </a:pPr>
            <a:r>
              <a:rPr lang="ja-JP" altLang="en-US" sz="1000" dirty="0">
                <a:latin typeface="BIZ UDPゴシック" panose="020B0400000000000000" pitchFamily="50" charset="-128"/>
                <a:ea typeface="BIZ UDPゴシック" panose="020B0400000000000000" pitchFamily="50" charset="-128"/>
              </a:rPr>
              <a:t>「退職者日付」がある者と、ない者を分け、別々のシートとする。</a:t>
            </a:r>
            <a:r>
              <a:rPr lang="en-US" altLang="ja-JP" sz="1000" dirty="0">
                <a:latin typeface="BIZ UDPゴシック" panose="020B0400000000000000" pitchFamily="50" charset="-128"/>
                <a:ea typeface="BIZ UDPゴシック" panose="020B0400000000000000" pitchFamily="50" charset="-128"/>
              </a:rPr>
              <a:t> </a:t>
            </a:r>
            <a:r>
              <a:rPr lang="ja-JP" altLang="en-US" sz="1000" dirty="0">
                <a:latin typeface="BIZ UDPゴシック" panose="020B0400000000000000" pitchFamily="50" charset="-128"/>
                <a:ea typeface="BIZ UDPゴシック" panose="020B0400000000000000" pitchFamily="50" charset="-128"/>
              </a:rPr>
              <a:t>退職日付が無い者のシート名は「（日付）</a:t>
            </a:r>
            <a:r>
              <a:rPr lang="en-US" altLang="ja-JP" sz="1000" dirty="0">
                <a:latin typeface="BIZ UDPゴシック" panose="020B0400000000000000" pitchFamily="50" charset="-128"/>
                <a:ea typeface="BIZ UDPゴシック" panose="020B0400000000000000" pitchFamily="50" charset="-128"/>
              </a:rPr>
              <a:t>3wins_</a:t>
            </a:r>
            <a:r>
              <a:rPr lang="ja-JP" altLang="en-US" sz="1000" dirty="0">
                <a:latin typeface="BIZ UDPゴシック" panose="020B0400000000000000" pitchFamily="50" charset="-128"/>
                <a:ea typeface="BIZ UDPゴシック" panose="020B0400000000000000" pitchFamily="50" charset="-128"/>
              </a:rPr>
              <a:t>在籍・休職</a:t>
            </a:r>
            <a:r>
              <a:rPr lang="en-US" altLang="ja-JP" sz="1000" dirty="0">
                <a:latin typeface="BIZ UDPゴシック" panose="020B0400000000000000" pitchFamily="50" charset="-128"/>
                <a:ea typeface="BIZ UDPゴシック" panose="020B0400000000000000" pitchFamily="50" charset="-128"/>
              </a:rPr>
              <a:t>‗</a:t>
            </a:r>
            <a:r>
              <a:rPr lang="ja-JP" altLang="en-US" sz="1000" dirty="0">
                <a:latin typeface="BIZ UDPゴシック" panose="020B0400000000000000" pitchFamily="50" charset="-128"/>
                <a:ea typeface="BIZ UDPゴシック" panose="020B0400000000000000" pitchFamily="50" charset="-128"/>
              </a:rPr>
              <a:t>黄色セルを新規取込」とし、退職者日付がある者のシート名は、「（日付）</a:t>
            </a:r>
            <a:r>
              <a:rPr lang="en-US" altLang="ja-JP" sz="1000" dirty="0">
                <a:latin typeface="BIZ UDPゴシック" panose="020B0400000000000000" pitchFamily="50" charset="-128"/>
                <a:ea typeface="BIZ UDPゴシック" panose="020B0400000000000000" pitchFamily="50" charset="-128"/>
              </a:rPr>
              <a:t>3wins_</a:t>
            </a:r>
            <a:r>
              <a:rPr lang="ja-JP" altLang="en-US" sz="1000" dirty="0">
                <a:latin typeface="BIZ UDPゴシック" panose="020B0400000000000000" pitchFamily="50" charset="-128"/>
                <a:ea typeface="BIZ UDPゴシック" panose="020B0400000000000000" pitchFamily="50" charset="-128"/>
              </a:rPr>
              <a:t>退職」とする。</a:t>
            </a:r>
            <a:endParaRPr lang="en-US" altLang="ja-JP" sz="1000" dirty="0">
              <a:latin typeface="BIZ UDPゴシック" panose="020B0400000000000000" pitchFamily="50" charset="-128"/>
              <a:ea typeface="BIZ UDPゴシック" panose="020B0400000000000000" pitchFamily="50" charset="-128"/>
            </a:endParaRPr>
          </a:p>
          <a:p>
            <a:pPr marL="1257300" lvl="2" indent="-342900">
              <a:buFont typeface="+mj-ea"/>
              <a:buAutoNum type="circleNumDbPlain"/>
            </a:pPr>
            <a:r>
              <a:rPr lang="ja-JP" altLang="en-US" sz="1000" dirty="0">
                <a:latin typeface="BIZ UDPゴシック" panose="020B0400000000000000" pitchFamily="50" charset="-128"/>
                <a:ea typeface="BIZ UDPゴシック" panose="020B0400000000000000" pitchFamily="50" charset="-128"/>
              </a:rPr>
              <a:t>「（日付）</a:t>
            </a:r>
            <a:r>
              <a:rPr lang="en-US" altLang="ja-JP" sz="1000" dirty="0">
                <a:latin typeface="BIZ UDPゴシック" panose="020B0400000000000000" pitchFamily="50" charset="-128"/>
                <a:ea typeface="BIZ UDPゴシック" panose="020B0400000000000000" pitchFamily="50" charset="-128"/>
              </a:rPr>
              <a:t>3wins_</a:t>
            </a:r>
            <a:r>
              <a:rPr lang="ja-JP" altLang="en-US" sz="1000" dirty="0">
                <a:latin typeface="BIZ UDPゴシック" panose="020B0400000000000000" pitchFamily="50" charset="-128"/>
                <a:ea typeface="BIZ UDPゴシック" panose="020B0400000000000000" pitchFamily="50" charset="-128"/>
              </a:rPr>
              <a:t>退職」日付について</a:t>
            </a:r>
            <a:endParaRPr lang="en-US" altLang="ja-JP" sz="1000" dirty="0">
              <a:latin typeface="BIZ UDPゴシック" panose="020B0400000000000000" pitchFamily="50" charset="-128"/>
              <a:ea typeface="BIZ UDPゴシック" panose="020B0400000000000000" pitchFamily="50" charset="-128"/>
            </a:endParaRPr>
          </a:p>
          <a:p>
            <a:pPr marL="1714500" lvl="3" indent="-342900">
              <a:buFont typeface="+mj-lt"/>
              <a:buAutoNum type="arabicPeriod"/>
            </a:pPr>
            <a:r>
              <a:rPr lang="ja-JP" altLang="en-US" sz="1000" dirty="0">
                <a:latin typeface="BIZ UDPゴシック" panose="020B0400000000000000" pitchFamily="50" charset="-128"/>
                <a:ea typeface="BIZ UDPゴシック" panose="020B0400000000000000" pitchFamily="50" charset="-128"/>
              </a:rPr>
              <a:t>今回更新する退職者は特定する作業を行う。</a:t>
            </a:r>
            <a:endParaRPr lang="en-US" altLang="ja-JP" sz="1000" dirty="0">
              <a:latin typeface="BIZ UDPゴシック" panose="020B0400000000000000" pitchFamily="50" charset="-128"/>
              <a:ea typeface="BIZ UDPゴシック" panose="020B0400000000000000" pitchFamily="50" charset="-128"/>
            </a:endParaRPr>
          </a:p>
          <a:p>
            <a:pPr marL="1714500" lvl="3" indent="-342900">
              <a:buFont typeface="+mj-ea"/>
              <a:buAutoNum type="arabicPeriod"/>
            </a:pPr>
            <a:r>
              <a:rPr lang="ja-JP" altLang="en-US" sz="1000" dirty="0">
                <a:latin typeface="BIZ UDPゴシック" panose="020B0400000000000000" pitchFamily="50" charset="-128"/>
                <a:ea typeface="BIZ UDPゴシック" panose="020B0400000000000000" pitchFamily="50" charset="-128"/>
              </a:rPr>
              <a:t>具体的には、前回の「 （日付）</a:t>
            </a:r>
            <a:r>
              <a:rPr lang="en-US" altLang="ja-JP" sz="1000" dirty="0">
                <a:latin typeface="BIZ UDPゴシック" panose="020B0400000000000000" pitchFamily="50" charset="-128"/>
                <a:ea typeface="BIZ UDPゴシック" panose="020B0400000000000000" pitchFamily="50" charset="-128"/>
              </a:rPr>
              <a:t>3wins_</a:t>
            </a:r>
            <a:r>
              <a:rPr lang="ja-JP" altLang="en-US" sz="1000" dirty="0">
                <a:latin typeface="BIZ UDPゴシック" panose="020B0400000000000000" pitchFamily="50" charset="-128"/>
                <a:ea typeface="BIZ UDPゴシック" panose="020B0400000000000000" pitchFamily="50" charset="-128"/>
              </a:rPr>
              <a:t>退職」と、今回の「 （日付）</a:t>
            </a:r>
            <a:r>
              <a:rPr lang="en-US" altLang="ja-JP" sz="1000" dirty="0">
                <a:latin typeface="BIZ UDPゴシック" panose="020B0400000000000000" pitchFamily="50" charset="-128"/>
                <a:ea typeface="BIZ UDPゴシック" panose="020B0400000000000000" pitchFamily="50" charset="-128"/>
              </a:rPr>
              <a:t>3wins_</a:t>
            </a:r>
            <a:r>
              <a:rPr lang="ja-JP" altLang="en-US" sz="1000" dirty="0">
                <a:latin typeface="BIZ UDPゴシック" panose="020B0400000000000000" pitchFamily="50" charset="-128"/>
                <a:ea typeface="BIZ UDPゴシック" panose="020B0400000000000000" pitchFamily="50" charset="-128"/>
              </a:rPr>
              <a:t>退職」を比較し、前回から今回にかけて新たに退職した者を特定する。</a:t>
            </a:r>
            <a:r>
              <a:rPr lang="ja-JP" altLang="en-US" sz="1000" u="sng" dirty="0">
                <a:solidFill>
                  <a:srgbClr val="FF0000"/>
                </a:solidFill>
                <a:latin typeface="BIZ UDPゴシック" panose="020B0400000000000000" pitchFamily="50" charset="-128"/>
                <a:ea typeface="BIZ UDPゴシック" panose="020B0400000000000000" pitchFamily="50" charset="-128"/>
              </a:rPr>
              <a:t>ソートは「退職日付」とし、「降順」</a:t>
            </a:r>
            <a:r>
              <a:rPr lang="ja-JP" altLang="en-US" sz="1000" dirty="0">
                <a:latin typeface="BIZ UDPゴシック" panose="020B0400000000000000" pitchFamily="50" charset="-128"/>
                <a:ea typeface="BIZ UDPゴシック" panose="020B0400000000000000" pitchFamily="50" charset="-128"/>
              </a:rPr>
              <a:t>と</a:t>
            </a:r>
            <a:r>
              <a:rPr lang="ja-JP" altLang="en-US" sz="1000">
                <a:latin typeface="BIZ UDPゴシック" panose="020B0400000000000000" pitchFamily="50" charset="-128"/>
                <a:ea typeface="BIZ UDPゴシック" panose="020B0400000000000000" pitchFamily="50" charset="-128"/>
              </a:rPr>
              <a:t>する。</a:t>
            </a:r>
            <a:endParaRPr lang="en-US" altLang="ja-JP" sz="1000" dirty="0">
              <a:latin typeface="BIZ UDPゴシック" panose="020B0400000000000000" pitchFamily="50" charset="-128"/>
              <a:ea typeface="BIZ UDPゴシック" panose="020B0400000000000000" pitchFamily="50" charset="-128"/>
            </a:endParaRPr>
          </a:p>
          <a:p>
            <a:pPr marL="1257300" lvl="2" indent="-342900">
              <a:buFont typeface="+mj-ea"/>
              <a:buAutoNum type="circleNumDbPlain"/>
            </a:pPr>
            <a:r>
              <a:rPr lang="ja-JP" altLang="en-US" sz="1000" dirty="0">
                <a:latin typeface="BIZ UDPゴシック" panose="020B0400000000000000" pitchFamily="50" charset="-128"/>
                <a:ea typeface="BIZ UDPゴシック" panose="020B0400000000000000" pitchFamily="50" charset="-128"/>
              </a:rPr>
              <a:t>「（日付）</a:t>
            </a:r>
            <a:r>
              <a:rPr lang="en-US" altLang="ja-JP" sz="1000" dirty="0">
                <a:latin typeface="BIZ UDPゴシック" panose="020B0400000000000000" pitchFamily="50" charset="-128"/>
                <a:ea typeface="BIZ UDPゴシック" panose="020B0400000000000000" pitchFamily="50" charset="-128"/>
              </a:rPr>
              <a:t>3wins_</a:t>
            </a:r>
            <a:r>
              <a:rPr lang="ja-JP" altLang="en-US" sz="1000" dirty="0">
                <a:latin typeface="BIZ UDPゴシック" panose="020B0400000000000000" pitchFamily="50" charset="-128"/>
                <a:ea typeface="BIZ UDPゴシック" panose="020B0400000000000000" pitchFamily="50" charset="-128"/>
              </a:rPr>
              <a:t>在籍・休職</a:t>
            </a:r>
            <a:r>
              <a:rPr lang="en-US" altLang="ja-JP" sz="1000" dirty="0">
                <a:latin typeface="BIZ UDPゴシック" panose="020B0400000000000000" pitchFamily="50" charset="-128"/>
                <a:ea typeface="BIZ UDPゴシック" panose="020B0400000000000000" pitchFamily="50" charset="-128"/>
              </a:rPr>
              <a:t>‗</a:t>
            </a:r>
            <a:r>
              <a:rPr lang="ja-JP" altLang="en-US" sz="1000" dirty="0">
                <a:latin typeface="BIZ UDPゴシック" panose="020B0400000000000000" pitchFamily="50" charset="-128"/>
                <a:ea typeface="BIZ UDPゴシック" panose="020B0400000000000000" pitchFamily="50" charset="-128"/>
              </a:rPr>
              <a:t>黄色セルを新規取込」について</a:t>
            </a:r>
            <a:endParaRPr lang="en-US" altLang="ja-JP" sz="1000" dirty="0">
              <a:latin typeface="BIZ UDPゴシック" panose="020B0400000000000000" pitchFamily="50" charset="-128"/>
              <a:ea typeface="BIZ UDPゴシック" panose="020B0400000000000000" pitchFamily="50" charset="-128"/>
            </a:endParaRPr>
          </a:p>
          <a:p>
            <a:pPr marL="1714500" lvl="3" indent="-342900">
              <a:buFont typeface="+mj-lt"/>
              <a:buAutoNum type="arabicPeriod"/>
            </a:pPr>
            <a:r>
              <a:rPr lang="ja-JP" altLang="en-US" sz="1000" dirty="0">
                <a:latin typeface="BIZ UDPゴシック" panose="020B0400000000000000" pitchFamily="50" charset="-128"/>
                <a:ea typeface="BIZ UDPゴシック" panose="020B0400000000000000" pitchFamily="50" charset="-128"/>
              </a:rPr>
              <a:t>追加して最近入社した者を特定する作業を行う。</a:t>
            </a:r>
            <a:endParaRPr lang="en-US" altLang="ja-JP" sz="1000" dirty="0">
              <a:latin typeface="BIZ UDPゴシック" panose="020B0400000000000000" pitchFamily="50" charset="-128"/>
              <a:ea typeface="BIZ UDPゴシック" panose="020B0400000000000000" pitchFamily="50" charset="-128"/>
            </a:endParaRPr>
          </a:p>
          <a:p>
            <a:pPr marL="1714500" lvl="3" indent="-342900">
              <a:buFont typeface="+mj-ea"/>
              <a:buAutoNum type="arabicPeriod"/>
            </a:pPr>
            <a:r>
              <a:rPr lang="ja-JP" altLang="en-US" sz="1000" dirty="0">
                <a:latin typeface="BIZ UDPゴシック" panose="020B0400000000000000" pitchFamily="50" charset="-128"/>
                <a:ea typeface="BIZ UDPゴシック" panose="020B0400000000000000" pitchFamily="50" charset="-128"/>
              </a:rPr>
              <a:t>具体的には、</a:t>
            </a:r>
            <a:r>
              <a:rPr lang="ja-JP" altLang="en-US" sz="1000" dirty="0">
                <a:solidFill>
                  <a:srgbClr val="FF0000"/>
                </a:solidFill>
                <a:latin typeface="BIZ UDPゴシック" panose="020B0400000000000000" pitchFamily="50" charset="-128"/>
                <a:ea typeface="BIZ UDPゴシック" panose="020B0400000000000000" pitchFamily="50" charset="-128"/>
              </a:rPr>
              <a:t>ソートは「入社日付」の「降順」</a:t>
            </a:r>
            <a:r>
              <a:rPr lang="ja-JP" altLang="en-US" sz="1000" dirty="0">
                <a:latin typeface="BIZ UDPゴシック" panose="020B0400000000000000" pitchFamily="50" charset="-128"/>
                <a:ea typeface="BIZ UDPゴシック" panose="020B0400000000000000" pitchFamily="50" charset="-128"/>
              </a:rPr>
              <a:t>とする。前回の「（日付）</a:t>
            </a:r>
            <a:r>
              <a:rPr lang="en-US" altLang="ja-JP" sz="1000" dirty="0">
                <a:latin typeface="BIZ UDPゴシック" panose="020B0400000000000000" pitchFamily="50" charset="-128"/>
                <a:ea typeface="BIZ UDPゴシック" panose="020B0400000000000000" pitchFamily="50" charset="-128"/>
              </a:rPr>
              <a:t>3wins_</a:t>
            </a:r>
            <a:r>
              <a:rPr lang="ja-JP" altLang="en-US" sz="1000" dirty="0">
                <a:latin typeface="BIZ UDPゴシック" panose="020B0400000000000000" pitchFamily="50" charset="-128"/>
                <a:ea typeface="BIZ UDPゴシック" panose="020B0400000000000000" pitchFamily="50" charset="-128"/>
              </a:rPr>
              <a:t>在籍・休職</a:t>
            </a:r>
            <a:r>
              <a:rPr lang="en-US" altLang="ja-JP" sz="1000" dirty="0">
                <a:latin typeface="BIZ UDPゴシック" panose="020B0400000000000000" pitchFamily="50" charset="-128"/>
                <a:ea typeface="BIZ UDPゴシック" panose="020B0400000000000000" pitchFamily="50" charset="-128"/>
              </a:rPr>
              <a:t>‗</a:t>
            </a:r>
            <a:r>
              <a:rPr lang="ja-JP" altLang="en-US" sz="1000" dirty="0">
                <a:latin typeface="BIZ UDPゴシック" panose="020B0400000000000000" pitchFamily="50" charset="-128"/>
                <a:ea typeface="BIZ UDPゴシック" panose="020B0400000000000000" pitchFamily="50" charset="-128"/>
              </a:rPr>
              <a:t>黄色セルを新規取込」と、今回の「（日付）</a:t>
            </a:r>
            <a:r>
              <a:rPr lang="en-US" altLang="ja-JP" sz="1000" dirty="0">
                <a:latin typeface="BIZ UDPゴシック" panose="020B0400000000000000" pitchFamily="50" charset="-128"/>
                <a:ea typeface="BIZ UDPゴシック" panose="020B0400000000000000" pitchFamily="50" charset="-128"/>
              </a:rPr>
              <a:t>3wins_</a:t>
            </a:r>
            <a:r>
              <a:rPr lang="ja-JP" altLang="en-US" sz="1000" dirty="0">
                <a:latin typeface="BIZ UDPゴシック" panose="020B0400000000000000" pitchFamily="50" charset="-128"/>
                <a:ea typeface="BIZ UDPゴシック" panose="020B0400000000000000" pitchFamily="50" charset="-128"/>
              </a:rPr>
              <a:t>在籍・休職</a:t>
            </a:r>
            <a:r>
              <a:rPr lang="en-US" altLang="ja-JP" sz="1000" dirty="0">
                <a:latin typeface="BIZ UDPゴシック" panose="020B0400000000000000" pitchFamily="50" charset="-128"/>
                <a:ea typeface="BIZ UDPゴシック" panose="020B0400000000000000" pitchFamily="50" charset="-128"/>
              </a:rPr>
              <a:t>‗</a:t>
            </a:r>
            <a:r>
              <a:rPr lang="ja-JP" altLang="en-US" sz="1000" dirty="0">
                <a:latin typeface="BIZ UDPゴシック" panose="020B0400000000000000" pitchFamily="50" charset="-128"/>
                <a:ea typeface="BIZ UDPゴシック" panose="020B0400000000000000" pitchFamily="50" charset="-128"/>
              </a:rPr>
              <a:t>黄色セルを新規取込」を比較し、新規での入社者を特定する。</a:t>
            </a:r>
            <a:endParaRPr lang="en-US" altLang="ja-JP" sz="1000" dirty="0">
              <a:latin typeface="BIZ UDPゴシック" panose="020B0400000000000000" pitchFamily="50" charset="-128"/>
              <a:ea typeface="BIZ UDPゴシック" panose="020B0400000000000000" pitchFamily="50" charset="-128"/>
            </a:endParaRPr>
          </a:p>
          <a:p>
            <a:pPr marL="1257300" lvl="2" indent="-342900">
              <a:buFont typeface="+mj-ea"/>
              <a:buAutoNum type="circleNumDbPlain"/>
            </a:pPr>
            <a:r>
              <a:rPr lang="ja-JP" altLang="en-US" sz="1000" dirty="0">
                <a:latin typeface="BIZ UDPゴシック" panose="020B0400000000000000" pitchFamily="50" charset="-128"/>
                <a:ea typeface="BIZ UDPゴシック" panose="020B0400000000000000" pitchFamily="50" charset="-128"/>
              </a:rPr>
              <a:t>ユーザ取込データの作成について</a:t>
            </a:r>
            <a:endParaRPr lang="en-US" altLang="ja-JP" sz="1000" dirty="0">
              <a:latin typeface="BIZ UDPゴシック" panose="020B0400000000000000" pitchFamily="50" charset="-128"/>
              <a:ea typeface="BIZ UDPゴシック" panose="020B0400000000000000" pitchFamily="50" charset="-128"/>
            </a:endParaRPr>
          </a:p>
          <a:p>
            <a:pPr marL="1714500" lvl="3" indent="-342900">
              <a:buFont typeface="+mj-lt"/>
              <a:buAutoNum type="arabicPeriod"/>
            </a:pPr>
            <a:r>
              <a:rPr lang="ja-JP" altLang="en-US" sz="1000" dirty="0">
                <a:latin typeface="BIZ UDPゴシック" panose="020B0400000000000000" pitchFamily="50" charset="-128"/>
                <a:ea typeface="BIZ UDPゴシック" panose="020B0400000000000000" pitchFamily="50" charset="-128"/>
              </a:rPr>
              <a:t>前回更新時から今回までの退職者と入社者を反映させたユーザ取込データを作成する。</a:t>
            </a:r>
            <a:endParaRPr lang="en-US" altLang="ja-JP" sz="1000" dirty="0">
              <a:latin typeface="BIZ UDPゴシック" panose="020B0400000000000000" pitchFamily="50" charset="-128"/>
              <a:ea typeface="BIZ UDPゴシック" panose="020B0400000000000000" pitchFamily="50" charset="-128"/>
            </a:endParaRPr>
          </a:p>
          <a:p>
            <a:pPr marL="1714500" lvl="3" indent="-342900">
              <a:buFont typeface="+mj-ea"/>
              <a:buAutoNum type="arabicPeriod"/>
            </a:pPr>
            <a:r>
              <a:rPr lang="ja-JP" altLang="en-US" sz="1000" dirty="0">
                <a:latin typeface="BIZ UDPゴシック" panose="020B0400000000000000" pitchFamily="50" charset="-128"/>
                <a:ea typeface="BIZ UDPゴシック" panose="020B0400000000000000" pitchFamily="50" charset="-128"/>
              </a:rPr>
              <a:t>具体的には、前回の「（日付）ユーザ取込データ（</a:t>
            </a:r>
            <a:r>
              <a:rPr lang="en-US" altLang="ja-JP" sz="1000" dirty="0">
                <a:latin typeface="BIZ UDPゴシック" panose="020B0400000000000000" pitchFamily="50" charset="-128"/>
                <a:ea typeface="BIZ UDPゴシック" panose="020B0400000000000000" pitchFamily="50" charset="-128"/>
              </a:rPr>
              <a:t>DB</a:t>
            </a:r>
            <a:r>
              <a:rPr lang="ja-JP" altLang="en-US" sz="1000" dirty="0">
                <a:latin typeface="BIZ UDPゴシック" panose="020B0400000000000000" pitchFamily="50" charset="-128"/>
                <a:ea typeface="BIZ UDPゴシック" panose="020B0400000000000000" pitchFamily="50" charset="-128"/>
              </a:rPr>
              <a:t>→不要情報削除）」をコピーし、今回の「（日付）ユーザ取組データ（</a:t>
            </a:r>
            <a:r>
              <a:rPr lang="en-US" altLang="ja-JP" sz="1000" dirty="0">
                <a:latin typeface="BIZ UDPゴシック" panose="020B0400000000000000" pitchFamily="50" charset="-128"/>
                <a:ea typeface="BIZ UDPゴシック" panose="020B0400000000000000" pitchFamily="50" charset="-128"/>
              </a:rPr>
              <a:t>DB</a:t>
            </a:r>
            <a:r>
              <a:rPr lang="ja-JP" altLang="en-US" sz="1000" dirty="0">
                <a:latin typeface="BIZ UDPゴシック" panose="020B0400000000000000" pitchFamily="50" charset="-128"/>
                <a:ea typeface="BIZ UDPゴシック" panose="020B0400000000000000" pitchFamily="50" charset="-128"/>
              </a:rPr>
              <a:t>）」を作成する。今回の「（日付）ユーザ取組データ（</a:t>
            </a:r>
            <a:r>
              <a:rPr lang="en-US" altLang="ja-JP" sz="1000" dirty="0">
                <a:latin typeface="BIZ UDPゴシック" panose="020B0400000000000000" pitchFamily="50" charset="-128"/>
                <a:ea typeface="BIZ UDPゴシック" panose="020B0400000000000000" pitchFamily="50" charset="-128"/>
              </a:rPr>
              <a:t>DB</a:t>
            </a:r>
            <a:r>
              <a:rPr lang="ja-JP" altLang="en-US" sz="1000" dirty="0">
                <a:latin typeface="BIZ UDPゴシック" panose="020B0400000000000000" pitchFamily="50" charset="-128"/>
                <a:ea typeface="BIZ UDPゴシック" panose="020B0400000000000000" pitchFamily="50" charset="-128"/>
              </a:rPr>
              <a:t>）」では、前回の「（日付）ユーザ取込データ（</a:t>
            </a:r>
            <a:r>
              <a:rPr lang="en-US" altLang="ja-JP" sz="1000" dirty="0">
                <a:latin typeface="BIZ UDPゴシック" panose="020B0400000000000000" pitchFamily="50" charset="-128"/>
                <a:ea typeface="BIZ UDPゴシック" panose="020B0400000000000000" pitchFamily="50" charset="-128"/>
              </a:rPr>
              <a:t>DB</a:t>
            </a:r>
            <a:r>
              <a:rPr lang="ja-JP" altLang="en-US" sz="1000" dirty="0">
                <a:latin typeface="BIZ UDPゴシック" panose="020B0400000000000000" pitchFamily="50" charset="-128"/>
                <a:ea typeface="BIZ UDPゴシック" panose="020B0400000000000000" pitchFamily="50" charset="-128"/>
              </a:rPr>
              <a:t>→不要情報削除）」で「退職日付」に日付が入力されている者は削除する。</a:t>
            </a:r>
            <a:endParaRPr lang="en-US" altLang="ja-JP" sz="1000" dirty="0">
              <a:latin typeface="BIZ UDPゴシック" panose="020B0400000000000000" pitchFamily="50" charset="-128"/>
              <a:ea typeface="BIZ UDPゴシック" panose="020B0400000000000000" pitchFamily="50" charset="-128"/>
            </a:endParaRPr>
          </a:p>
          <a:p>
            <a:pPr marL="1714500" lvl="3" indent="-342900">
              <a:buFont typeface="+mj-ea"/>
              <a:buAutoNum type="arabicPeriod"/>
            </a:pPr>
            <a:r>
              <a:rPr lang="ja-JP" altLang="en-US" sz="1000" dirty="0">
                <a:latin typeface="BIZ UDPゴシック" panose="020B0400000000000000" pitchFamily="50" charset="-128"/>
                <a:ea typeface="BIZ UDPゴシック" panose="020B0400000000000000" pitchFamily="50" charset="-128"/>
              </a:rPr>
              <a:t>退職者データの反映について、今回の「（日付）ユーザ取組データ（</a:t>
            </a:r>
            <a:r>
              <a:rPr lang="en-US" altLang="ja-JP" sz="1000" dirty="0">
                <a:latin typeface="BIZ UDPゴシック" panose="020B0400000000000000" pitchFamily="50" charset="-128"/>
                <a:ea typeface="BIZ UDPゴシック" panose="020B0400000000000000" pitchFamily="50" charset="-128"/>
              </a:rPr>
              <a:t>DB</a:t>
            </a:r>
            <a:r>
              <a:rPr lang="ja-JP" altLang="en-US" sz="1000" dirty="0">
                <a:latin typeface="BIZ UDPゴシック" panose="020B0400000000000000" pitchFamily="50" charset="-128"/>
                <a:ea typeface="BIZ UDPゴシック" panose="020B0400000000000000" pitchFamily="50" charset="-128"/>
              </a:rPr>
              <a:t>）」の退職日へ、今回の「 （日付）</a:t>
            </a:r>
            <a:r>
              <a:rPr lang="en-US" altLang="ja-JP" sz="1000" dirty="0">
                <a:latin typeface="BIZ UDPゴシック" panose="020B0400000000000000" pitchFamily="50" charset="-128"/>
                <a:ea typeface="BIZ UDPゴシック" panose="020B0400000000000000" pitchFamily="50" charset="-128"/>
              </a:rPr>
              <a:t>3wins_</a:t>
            </a:r>
            <a:r>
              <a:rPr lang="ja-JP" altLang="en-US" sz="1000" dirty="0">
                <a:latin typeface="BIZ UDPゴシック" panose="020B0400000000000000" pitchFamily="50" charset="-128"/>
                <a:ea typeface="BIZ UDPゴシック" panose="020B0400000000000000" pitchFamily="50" charset="-128"/>
              </a:rPr>
              <a:t>退職」を参照して、入力する。ソートは、退職日で「昇順」とする。ただし、複数物件を勤務している者が</a:t>
            </a:r>
            <a:r>
              <a:rPr lang="en-US" altLang="ja-JP" sz="1000" dirty="0">
                <a:latin typeface="BIZ UDPゴシック" panose="020B0400000000000000" pitchFamily="50" charset="-128"/>
                <a:ea typeface="BIZ UDPゴシック" panose="020B0400000000000000" pitchFamily="50" charset="-128"/>
              </a:rPr>
              <a:t>1</a:t>
            </a:r>
            <a:r>
              <a:rPr lang="ja-JP" altLang="en-US" sz="1000" dirty="0">
                <a:latin typeface="BIZ UDPゴシック" panose="020B0400000000000000" pitchFamily="50" charset="-128"/>
                <a:ea typeface="BIZ UDPゴシック" panose="020B0400000000000000" pitchFamily="50" charset="-128"/>
              </a:rPr>
              <a:t>つの物件を退職した場合に、その者を退職者として扱わないために、今回の「（日付）ユーザ取組データ（</a:t>
            </a:r>
            <a:r>
              <a:rPr lang="en-US" altLang="ja-JP" sz="1000" dirty="0">
                <a:latin typeface="BIZ UDPゴシック" panose="020B0400000000000000" pitchFamily="50" charset="-128"/>
                <a:ea typeface="BIZ UDPゴシック" panose="020B0400000000000000" pitchFamily="50" charset="-128"/>
              </a:rPr>
              <a:t>DB</a:t>
            </a:r>
            <a:r>
              <a:rPr lang="ja-JP" altLang="en-US" sz="1000" dirty="0">
                <a:latin typeface="BIZ UDPゴシック" panose="020B0400000000000000" pitchFamily="50" charset="-128"/>
                <a:ea typeface="BIZ UDPゴシック" panose="020B0400000000000000" pitchFamily="50" charset="-128"/>
              </a:rPr>
              <a:t>）」 上で、「退職者の同一人物チェック」を行う。</a:t>
            </a:r>
            <a:endParaRPr lang="en-US" altLang="ja-JP" sz="1000" dirty="0">
              <a:latin typeface="BIZ UDPゴシック" panose="020B0400000000000000" pitchFamily="50" charset="-128"/>
              <a:ea typeface="BIZ UDPゴシック" panose="020B0400000000000000" pitchFamily="50" charset="-128"/>
            </a:endParaRPr>
          </a:p>
          <a:p>
            <a:pPr marL="1714500" lvl="3" indent="-342900">
              <a:buFont typeface="+mj-ea"/>
              <a:buAutoNum type="arabicPeriod"/>
            </a:pPr>
            <a:r>
              <a:rPr lang="ja-JP" altLang="en-US" sz="1000" dirty="0">
                <a:latin typeface="BIZ UDPゴシック" panose="020B0400000000000000" pitchFamily="50" charset="-128"/>
                <a:ea typeface="BIZ UDPゴシック" panose="020B0400000000000000" pitchFamily="50" charset="-128"/>
              </a:rPr>
              <a:t>入社者の反映について、 今回の「（日付）</a:t>
            </a:r>
            <a:r>
              <a:rPr lang="en-US" altLang="ja-JP" sz="1000" dirty="0">
                <a:latin typeface="BIZ UDPゴシック" panose="020B0400000000000000" pitchFamily="50" charset="-128"/>
                <a:ea typeface="BIZ UDPゴシック" panose="020B0400000000000000" pitchFamily="50" charset="-128"/>
              </a:rPr>
              <a:t>3wins_</a:t>
            </a:r>
            <a:r>
              <a:rPr lang="ja-JP" altLang="en-US" sz="1000" dirty="0">
                <a:latin typeface="BIZ UDPゴシック" panose="020B0400000000000000" pitchFamily="50" charset="-128"/>
                <a:ea typeface="BIZ UDPゴシック" panose="020B0400000000000000" pitchFamily="50" charset="-128"/>
              </a:rPr>
              <a:t>在籍・休職</a:t>
            </a:r>
            <a:r>
              <a:rPr lang="en-US" altLang="ja-JP" sz="1000" dirty="0">
                <a:latin typeface="BIZ UDPゴシック" panose="020B0400000000000000" pitchFamily="50" charset="-128"/>
                <a:ea typeface="BIZ UDPゴシック" panose="020B0400000000000000" pitchFamily="50" charset="-128"/>
              </a:rPr>
              <a:t>‗</a:t>
            </a:r>
            <a:r>
              <a:rPr lang="ja-JP" altLang="en-US" sz="1000" dirty="0">
                <a:latin typeface="BIZ UDPゴシック" panose="020B0400000000000000" pitchFamily="50" charset="-128"/>
                <a:ea typeface="BIZ UDPゴシック" panose="020B0400000000000000" pitchFamily="50" charset="-128"/>
              </a:rPr>
              <a:t>黄色セルを新規取込」　のソードの「入社日付」の「降順」とする。前回の「（日付）</a:t>
            </a:r>
            <a:r>
              <a:rPr lang="en-US" altLang="ja-JP" sz="1000" dirty="0">
                <a:latin typeface="BIZ UDPゴシック" panose="020B0400000000000000" pitchFamily="50" charset="-128"/>
                <a:ea typeface="BIZ UDPゴシック" panose="020B0400000000000000" pitchFamily="50" charset="-128"/>
              </a:rPr>
              <a:t>3wins_</a:t>
            </a:r>
            <a:r>
              <a:rPr lang="ja-JP" altLang="en-US" sz="1000" dirty="0">
                <a:latin typeface="BIZ UDPゴシック" panose="020B0400000000000000" pitchFamily="50" charset="-128"/>
                <a:ea typeface="BIZ UDPゴシック" panose="020B0400000000000000" pitchFamily="50" charset="-128"/>
              </a:rPr>
              <a:t>在籍・休職</a:t>
            </a:r>
            <a:r>
              <a:rPr lang="en-US" altLang="ja-JP" sz="1000" dirty="0">
                <a:latin typeface="BIZ UDPゴシック" panose="020B0400000000000000" pitchFamily="50" charset="-128"/>
                <a:ea typeface="BIZ UDPゴシック" panose="020B0400000000000000" pitchFamily="50" charset="-128"/>
              </a:rPr>
              <a:t>‗</a:t>
            </a:r>
            <a:r>
              <a:rPr lang="ja-JP" altLang="en-US" sz="1000" dirty="0">
                <a:latin typeface="BIZ UDPゴシック" panose="020B0400000000000000" pitchFamily="50" charset="-128"/>
                <a:ea typeface="BIZ UDPゴシック" panose="020B0400000000000000" pitchFamily="50" charset="-128"/>
              </a:rPr>
              <a:t>黄色セルを新規取込」　と、今回の「（日付）</a:t>
            </a:r>
            <a:r>
              <a:rPr lang="en-US" altLang="ja-JP" sz="1000" dirty="0">
                <a:latin typeface="BIZ UDPゴシック" panose="020B0400000000000000" pitchFamily="50" charset="-128"/>
                <a:ea typeface="BIZ UDPゴシック" panose="020B0400000000000000" pitchFamily="50" charset="-128"/>
              </a:rPr>
              <a:t>3wins_</a:t>
            </a:r>
            <a:r>
              <a:rPr lang="ja-JP" altLang="en-US" sz="1000" dirty="0">
                <a:latin typeface="BIZ UDPゴシック" panose="020B0400000000000000" pitchFamily="50" charset="-128"/>
                <a:ea typeface="BIZ UDPゴシック" panose="020B0400000000000000" pitchFamily="50" charset="-128"/>
              </a:rPr>
              <a:t>在籍・休職</a:t>
            </a:r>
            <a:r>
              <a:rPr lang="en-US" altLang="ja-JP" sz="1000" dirty="0">
                <a:latin typeface="BIZ UDPゴシック" panose="020B0400000000000000" pitchFamily="50" charset="-128"/>
                <a:ea typeface="BIZ UDPゴシック" panose="020B0400000000000000" pitchFamily="50" charset="-128"/>
              </a:rPr>
              <a:t>‗</a:t>
            </a:r>
            <a:r>
              <a:rPr lang="ja-JP" altLang="en-US" sz="1000" dirty="0">
                <a:latin typeface="BIZ UDPゴシック" panose="020B0400000000000000" pitchFamily="50" charset="-128"/>
                <a:ea typeface="BIZ UDPゴシック" panose="020B0400000000000000" pitchFamily="50" charset="-128"/>
              </a:rPr>
              <a:t>黄色セルを新規取込」　を比較しながら、新規入社者を特定する。この時、新規入社者の郵便番号などのデータが揃っていることを確認する。新規入社者のデータを、今回の「（日付）ユーザ取組データ（</a:t>
            </a:r>
            <a:r>
              <a:rPr lang="en-US" altLang="ja-JP" sz="1000" dirty="0">
                <a:latin typeface="BIZ UDPゴシック" panose="020B0400000000000000" pitchFamily="50" charset="-128"/>
                <a:ea typeface="BIZ UDPゴシック" panose="020B0400000000000000" pitchFamily="50" charset="-128"/>
              </a:rPr>
              <a:t>DB</a:t>
            </a:r>
            <a:r>
              <a:rPr lang="ja-JP" altLang="en-US" sz="1000" dirty="0">
                <a:latin typeface="BIZ UDPゴシック" panose="020B0400000000000000" pitchFamily="50" charset="-128"/>
                <a:ea typeface="BIZ UDPゴシック" panose="020B0400000000000000" pitchFamily="50" charset="-128"/>
              </a:rPr>
              <a:t>）」へ反映する。</a:t>
            </a:r>
            <a:endParaRPr lang="en-US" altLang="ja-JP" sz="1000" dirty="0">
              <a:latin typeface="BIZ UDPゴシック" panose="020B0400000000000000" pitchFamily="50" charset="-128"/>
              <a:ea typeface="BIZ UDPゴシック" panose="020B0400000000000000" pitchFamily="50" charset="-128"/>
            </a:endParaRPr>
          </a:p>
          <a:p>
            <a:pPr marL="1257300" lvl="2" indent="-342900">
              <a:buFont typeface="+mj-ea"/>
              <a:buAutoNum type="circleNumDbPlain"/>
            </a:pPr>
            <a:r>
              <a:rPr lang="ja-JP" altLang="en-US" sz="1000" dirty="0">
                <a:latin typeface="BIZ UDPゴシック" panose="020B0400000000000000" pitchFamily="50" charset="-128"/>
                <a:ea typeface="BIZ UDPゴシック" panose="020B0400000000000000" pitchFamily="50" charset="-128"/>
              </a:rPr>
              <a:t>「（日付）ユーザ取組データ（</a:t>
            </a:r>
            <a:r>
              <a:rPr lang="en-US" altLang="ja-JP" sz="1000" dirty="0">
                <a:latin typeface="BIZ UDPゴシック" panose="020B0400000000000000" pitchFamily="50" charset="-128"/>
                <a:ea typeface="BIZ UDPゴシック" panose="020B0400000000000000" pitchFamily="50" charset="-128"/>
              </a:rPr>
              <a:t>DB</a:t>
            </a:r>
            <a:r>
              <a:rPr lang="ja-JP" altLang="en-US" sz="1000" dirty="0">
                <a:latin typeface="BIZ UDPゴシック" panose="020B0400000000000000" pitchFamily="50" charset="-128"/>
                <a:ea typeface="BIZ UDPゴシック" panose="020B0400000000000000" pitchFamily="50" charset="-128"/>
              </a:rPr>
              <a:t>）」の不要情報の削除について</a:t>
            </a:r>
            <a:endParaRPr lang="en-US" altLang="ja-JP" sz="1000" dirty="0">
              <a:latin typeface="BIZ UDPゴシック" panose="020B0400000000000000" pitchFamily="50" charset="-128"/>
              <a:ea typeface="BIZ UDPゴシック" panose="020B0400000000000000" pitchFamily="50" charset="-128"/>
            </a:endParaRPr>
          </a:p>
          <a:p>
            <a:pPr marL="1714500" lvl="3" indent="-342900">
              <a:buFont typeface="+mj-ea"/>
              <a:buAutoNum type="circleNumDbPlain"/>
            </a:pPr>
            <a:r>
              <a:rPr lang="ja-JP" altLang="en-US" sz="1000" dirty="0">
                <a:latin typeface="BIZ UDPゴシック" panose="020B0400000000000000" pitchFamily="50" charset="-128"/>
                <a:ea typeface="BIZ UDPゴシック" panose="020B0400000000000000" pitchFamily="50" charset="-128"/>
              </a:rPr>
              <a:t>「（日付）ユーザ取組データ（</a:t>
            </a:r>
            <a:r>
              <a:rPr lang="en-US" altLang="ja-JP" sz="1000" dirty="0">
                <a:latin typeface="BIZ UDPゴシック" panose="020B0400000000000000" pitchFamily="50" charset="-128"/>
                <a:ea typeface="BIZ UDPゴシック" panose="020B0400000000000000" pitchFamily="50" charset="-128"/>
              </a:rPr>
              <a:t>DB</a:t>
            </a:r>
            <a:r>
              <a:rPr lang="ja-JP" altLang="en-US" sz="1000" dirty="0">
                <a:latin typeface="BIZ UDPゴシック" panose="020B0400000000000000" pitchFamily="50" charset="-128"/>
                <a:ea typeface="BIZ UDPゴシック" panose="020B0400000000000000" pitchFamily="50" charset="-128"/>
              </a:rPr>
              <a:t>）」を「 「（日付）ユーザ取組データ（</a:t>
            </a:r>
            <a:r>
              <a:rPr lang="en-US" altLang="ja-JP" sz="1000" dirty="0">
                <a:latin typeface="BIZ UDPゴシック" panose="020B0400000000000000" pitchFamily="50" charset="-128"/>
                <a:ea typeface="BIZ UDPゴシック" panose="020B0400000000000000" pitchFamily="50" charset="-128"/>
              </a:rPr>
              <a:t>DB</a:t>
            </a:r>
            <a:r>
              <a:rPr lang="ja-JP" altLang="en-US" sz="1000" dirty="0">
                <a:latin typeface="BIZ UDPゴシック" panose="020B0400000000000000" pitchFamily="50" charset="-128"/>
                <a:ea typeface="BIZ UDPゴシック" panose="020B0400000000000000" pitchFamily="50" charset="-128"/>
              </a:rPr>
              <a:t>→不要情報削除）」を行う。</a:t>
            </a:r>
            <a:endParaRPr lang="en-US" altLang="ja-JP" sz="1000" dirty="0">
              <a:latin typeface="BIZ UDPゴシック" panose="020B0400000000000000" pitchFamily="50" charset="-128"/>
              <a:ea typeface="BIZ UDPゴシック" panose="020B0400000000000000" pitchFamily="50" charset="-128"/>
            </a:endParaRPr>
          </a:p>
          <a:p>
            <a:pPr marL="1714500" lvl="3" indent="-342900">
              <a:buFont typeface="+mj-ea"/>
              <a:buAutoNum type="circleNumDbPlain"/>
            </a:pPr>
            <a:r>
              <a:rPr lang="ja-JP" altLang="en-US" sz="1000" dirty="0">
                <a:latin typeface="BIZ UDPゴシック" panose="020B0400000000000000" pitchFamily="50" charset="-128"/>
                <a:ea typeface="BIZ UDPゴシック" panose="020B0400000000000000" pitchFamily="50" charset="-128"/>
              </a:rPr>
              <a:t>具体的には、 「（日付）ユーザ取組データ（</a:t>
            </a:r>
            <a:r>
              <a:rPr lang="en-US" altLang="ja-JP" sz="1000" dirty="0">
                <a:latin typeface="BIZ UDPゴシック" panose="020B0400000000000000" pitchFamily="50" charset="-128"/>
                <a:ea typeface="BIZ UDPゴシック" panose="020B0400000000000000" pitchFamily="50" charset="-128"/>
              </a:rPr>
              <a:t>DB</a:t>
            </a:r>
            <a:r>
              <a:rPr lang="ja-JP" altLang="en-US" sz="1000" dirty="0">
                <a:latin typeface="BIZ UDPゴシック" panose="020B0400000000000000" pitchFamily="50" charset="-128"/>
                <a:ea typeface="BIZ UDPゴシック" panose="020B0400000000000000" pitchFamily="50" charset="-128"/>
              </a:rPr>
              <a:t>）」のシートをコピーして、 「（日付）ユーザ取組データ（</a:t>
            </a:r>
            <a:r>
              <a:rPr lang="en-US" altLang="ja-JP" sz="1000" dirty="0">
                <a:latin typeface="BIZ UDPゴシック" panose="020B0400000000000000" pitchFamily="50" charset="-128"/>
                <a:ea typeface="BIZ UDPゴシック" panose="020B0400000000000000" pitchFamily="50" charset="-128"/>
              </a:rPr>
              <a:t>DB</a:t>
            </a:r>
            <a:r>
              <a:rPr lang="ja-JP" altLang="en-US" sz="1000" dirty="0">
                <a:latin typeface="BIZ UDPゴシック" panose="020B0400000000000000" pitchFamily="50" charset="-128"/>
                <a:ea typeface="BIZ UDPゴシック" panose="020B0400000000000000" pitchFamily="50" charset="-128"/>
              </a:rPr>
              <a:t>→不要情報削除）」と名前を付ける。①契約社員情報、②複数現場で働いている者が</a:t>
            </a:r>
            <a:r>
              <a:rPr lang="en-US" altLang="ja-JP" sz="1000" dirty="0">
                <a:latin typeface="BIZ UDPゴシック" panose="020B0400000000000000" pitchFamily="50" charset="-128"/>
                <a:ea typeface="BIZ UDPゴシック" panose="020B0400000000000000" pitchFamily="50" charset="-128"/>
              </a:rPr>
              <a:t>1</a:t>
            </a:r>
            <a:r>
              <a:rPr lang="ja-JP" altLang="en-US" sz="1000" dirty="0">
                <a:latin typeface="BIZ UDPゴシック" panose="020B0400000000000000" pitchFamily="50" charset="-128"/>
                <a:ea typeface="BIZ UDPゴシック" panose="020B0400000000000000" pitchFamily="50" charset="-128"/>
              </a:rPr>
              <a:t>つの現場で退職した情報など、不要な情報は削除する。最後の、 「（日付）ユーザ取組データ（</a:t>
            </a:r>
            <a:r>
              <a:rPr lang="en-US" altLang="ja-JP" sz="1000" dirty="0">
                <a:latin typeface="BIZ UDPゴシック" panose="020B0400000000000000" pitchFamily="50" charset="-128"/>
                <a:ea typeface="BIZ UDPゴシック" panose="020B0400000000000000" pitchFamily="50" charset="-128"/>
              </a:rPr>
              <a:t>DB</a:t>
            </a:r>
            <a:r>
              <a:rPr lang="ja-JP" altLang="en-US" sz="1000" dirty="0">
                <a:latin typeface="BIZ UDPゴシック" panose="020B0400000000000000" pitchFamily="50" charset="-128"/>
                <a:ea typeface="BIZ UDPゴシック" panose="020B0400000000000000" pitchFamily="50" charset="-128"/>
              </a:rPr>
              <a:t>→不要情報削除）」の数式をデータのみへ変換する。</a:t>
            </a:r>
            <a:endParaRPr lang="en-US" altLang="ja-JP" sz="10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7142618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 Box 31">
            <a:extLst>
              <a:ext uri="{FF2B5EF4-FFF2-40B4-BE49-F238E27FC236}">
                <a16:creationId xmlns:a16="http://schemas.microsoft.com/office/drawing/2014/main" id="{3315535B-0AA2-4245-A1F7-E3B6DEA11308}"/>
              </a:ext>
            </a:extLst>
          </p:cNvPr>
          <p:cNvSpPr txBox="1">
            <a:spLocks noChangeArrowheads="1"/>
          </p:cNvSpPr>
          <p:nvPr/>
        </p:nvSpPr>
        <p:spPr bwMode="auto">
          <a:xfrm>
            <a:off x="8767432" y="6689416"/>
            <a:ext cx="371897"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BIZ UDPゴシック" panose="020B0400000000000000" pitchFamily="50" charset="-128"/>
                <a:ea typeface="BIZ UDPゴシック" panose="020B0400000000000000" pitchFamily="50" charset="-128"/>
              </a:rPr>
              <a:t>－</a:t>
            </a:r>
            <a:fld id="{B0F819B3-9E8F-4282-8AF7-A5F025A1BD25}" type="slidenum">
              <a:rPr lang="ja-JP" altLang="en-US" sz="1050">
                <a:latin typeface="BIZ UDPゴシック" panose="020B0400000000000000" pitchFamily="50" charset="-128"/>
                <a:ea typeface="BIZ UDPゴシック" panose="020B0400000000000000" pitchFamily="50" charset="-128"/>
              </a:rPr>
              <a:pPr algn="ctr" eaLnBrk="0" hangingPunct="0">
                <a:lnSpc>
                  <a:spcPct val="100000"/>
                </a:lnSpc>
                <a:buClrTx/>
                <a:buSzTx/>
                <a:buFontTx/>
                <a:buNone/>
              </a:pPr>
              <a:t>32</a:t>
            </a:fld>
            <a:r>
              <a:rPr lang="ja-JP" altLang="en-US" sz="1050" dirty="0">
                <a:latin typeface="BIZ UDPゴシック" panose="020B0400000000000000" pitchFamily="50" charset="-128"/>
                <a:ea typeface="BIZ UDPゴシック" panose="020B0400000000000000" pitchFamily="50" charset="-128"/>
              </a:rPr>
              <a:t>－</a:t>
            </a:r>
          </a:p>
        </p:txBody>
      </p:sp>
      <p:sp>
        <p:nvSpPr>
          <p:cNvPr id="7" name="タイトル 2">
            <a:extLst>
              <a:ext uri="{FF2B5EF4-FFF2-40B4-BE49-F238E27FC236}">
                <a16:creationId xmlns:a16="http://schemas.microsoft.com/office/drawing/2014/main" id="{CD374A40-6FDD-402C-993C-57F61850D83D}"/>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defTabSz="914400">
              <a:spcBef>
                <a:spcPts val="0"/>
              </a:spcBef>
              <a:defRPr/>
            </a:pPr>
            <a:r>
              <a:rPr kumimoji="0" lang="ja-JP" altLang="en-US"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rPr>
              <a:t>（参考）ユーザ登録の更新方法　</a:t>
            </a:r>
            <a:r>
              <a:rPr kumimoji="0" lang="en-US" altLang="ja-JP" sz="1600" i="0" u="none" strike="noStrike" kern="0" cap="none" spc="-1" normalizeH="0" baseline="0" noProof="0" dirty="0">
                <a:ln>
                  <a:noFill/>
                </a:ln>
                <a:effectLst/>
                <a:uLnTx/>
                <a:uFillTx/>
                <a:latin typeface="BIZ UDPゴシック" panose="020B0400000000000000" pitchFamily="50" charset="-128"/>
                <a:ea typeface="BIZ UDPゴシック" panose="020B0400000000000000" pitchFamily="50" charset="-128"/>
              </a:rPr>
              <a:t>2/2</a:t>
            </a:r>
          </a:p>
        </p:txBody>
      </p:sp>
      <p:sp>
        <p:nvSpPr>
          <p:cNvPr id="13" name="タイトル 1">
            <a:extLst>
              <a:ext uri="{FF2B5EF4-FFF2-40B4-BE49-F238E27FC236}">
                <a16:creationId xmlns:a16="http://schemas.microsoft.com/office/drawing/2014/main" id="{88EC945C-4F24-49A3-BF51-4F57F05A3A21}"/>
              </a:ext>
            </a:extLst>
          </p:cNvPr>
          <p:cNvSpPr txBox="1">
            <a:spLocks/>
          </p:cNvSpPr>
          <p:nvPr/>
        </p:nvSpPr>
        <p:spPr>
          <a:xfrm>
            <a:off x="4788024" y="82505"/>
            <a:ext cx="3451920" cy="6102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ja-JP" altLang="en-US" sz="1100" dirty="0">
                <a:latin typeface="BIZ UDPゴシック" panose="020B0400000000000000" pitchFamily="50" charset="-128"/>
                <a:ea typeface="BIZ UDPゴシック" panose="020B0400000000000000" pitchFamily="50" charset="-128"/>
              </a:rPr>
              <a:t>更新：</a:t>
            </a:r>
            <a:r>
              <a:rPr lang="en-US" altLang="ja-JP" sz="1100" dirty="0">
                <a:latin typeface="BIZ UDPゴシック" panose="020B0400000000000000" pitchFamily="50" charset="-128"/>
                <a:ea typeface="BIZ UDPゴシック" panose="020B0400000000000000" pitchFamily="50" charset="-128"/>
              </a:rPr>
              <a:t>2023</a:t>
            </a:r>
            <a:r>
              <a:rPr lang="ja-JP" altLang="en-US" sz="1100" dirty="0">
                <a:latin typeface="BIZ UDPゴシック" panose="020B0400000000000000" pitchFamily="50" charset="-128"/>
                <a:ea typeface="BIZ UDPゴシック" panose="020B0400000000000000" pitchFamily="50" charset="-128"/>
              </a:rPr>
              <a:t>年</a:t>
            </a:r>
            <a:r>
              <a:rPr lang="en-US" altLang="ja-JP" sz="1100" dirty="0">
                <a:latin typeface="BIZ UDPゴシック" panose="020B0400000000000000" pitchFamily="50" charset="-128"/>
                <a:ea typeface="BIZ UDPゴシック" panose="020B0400000000000000" pitchFamily="50" charset="-128"/>
              </a:rPr>
              <a:t>1</a:t>
            </a:r>
            <a:r>
              <a:rPr lang="ja-JP" altLang="en-US" sz="1100" dirty="0">
                <a:latin typeface="BIZ UDPゴシック" panose="020B0400000000000000" pitchFamily="50" charset="-128"/>
                <a:ea typeface="BIZ UDPゴシック" panose="020B0400000000000000" pitchFamily="50" charset="-128"/>
              </a:rPr>
              <a:t>月</a:t>
            </a:r>
            <a:r>
              <a:rPr lang="en-US" altLang="ja-JP" sz="1100" dirty="0">
                <a:latin typeface="BIZ UDPゴシック" panose="020B0400000000000000" pitchFamily="50" charset="-128"/>
                <a:ea typeface="BIZ UDPゴシック" panose="020B0400000000000000" pitchFamily="50" charset="-128"/>
              </a:rPr>
              <a:t>12</a:t>
            </a:r>
            <a:r>
              <a:rPr lang="ja-JP" altLang="en-US" sz="1100" dirty="0">
                <a:latin typeface="BIZ UDPゴシック" panose="020B0400000000000000" pitchFamily="50" charset="-128"/>
                <a:ea typeface="BIZ UDPゴシック" panose="020B0400000000000000" pitchFamily="50" charset="-128"/>
              </a:rPr>
              <a:t>日</a:t>
            </a:r>
            <a:endParaRPr lang="en-US" altLang="ja-JP" sz="1100" dirty="0">
              <a:latin typeface="BIZ UDPゴシック" panose="020B0400000000000000" pitchFamily="50" charset="-128"/>
              <a:ea typeface="BIZ UDPゴシック" panose="020B0400000000000000" pitchFamily="50" charset="-128"/>
            </a:endParaRPr>
          </a:p>
          <a:p>
            <a:pPr algn="r"/>
            <a:r>
              <a:rPr lang="ja-JP" altLang="en-US" sz="1100" dirty="0">
                <a:latin typeface="BIZ UDPゴシック" panose="020B0400000000000000" pitchFamily="50" charset="-128"/>
                <a:ea typeface="BIZ UDPゴシック" panose="020B0400000000000000" pitchFamily="50" charset="-128"/>
              </a:rPr>
              <a:t>株式会社エムエムインターナショナル</a:t>
            </a:r>
            <a:endParaRPr lang="en-US" altLang="ja-JP" sz="1100"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BF55BAE9-8D37-8E65-7237-73B52625AE24}"/>
              </a:ext>
            </a:extLst>
          </p:cNvPr>
          <p:cNvSpPr txBox="1"/>
          <p:nvPr/>
        </p:nvSpPr>
        <p:spPr>
          <a:xfrm>
            <a:off x="0" y="1031681"/>
            <a:ext cx="9036496" cy="2516073"/>
          </a:xfrm>
          <a:prstGeom prst="rect">
            <a:avLst/>
          </a:prstGeom>
          <a:noFill/>
        </p:spPr>
        <p:txBody>
          <a:bodyPr wrap="square">
            <a:spAutoFit/>
          </a:bodyPr>
          <a:lstStyle/>
          <a:p>
            <a:pPr marL="342900" indent="-342900">
              <a:buFont typeface="+mj-lt"/>
              <a:buAutoNum type="arabicPeriod"/>
            </a:pPr>
            <a:r>
              <a:rPr lang="ja-JP" altLang="en-US" sz="1050" dirty="0">
                <a:latin typeface="BIZ UDPゴシック" panose="020B0400000000000000" pitchFamily="50" charset="-128"/>
                <a:ea typeface="BIZ UDPゴシック" panose="020B0400000000000000" pitchFamily="50" charset="-128"/>
              </a:rPr>
              <a:t>現在までのユーザ登録データを確認</a:t>
            </a:r>
            <a:endParaRPr lang="en-US" altLang="ja-JP" sz="1050" dirty="0">
              <a:latin typeface="BIZ UDPゴシック" panose="020B0400000000000000" pitchFamily="50" charset="-128"/>
              <a:ea typeface="BIZ UDPゴシック" panose="020B0400000000000000" pitchFamily="50" charset="-128"/>
            </a:endParaRPr>
          </a:p>
          <a:p>
            <a:pPr marL="800100" lvl="1" indent="-342900">
              <a:buFont typeface="Arial" panose="020B0604020202020204" pitchFamily="34" charset="0"/>
              <a:buChar char="•"/>
            </a:pPr>
            <a:r>
              <a:rPr lang="ja-JP" altLang="en-US" sz="1050" dirty="0">
                <a:latin typeface="BIZ UDPゴシック" panose="020B0400000000000000" pitchFamily="50" charset="-128"/>
                <a:ea typeface="BIZ UDPゴシック" panose="020B0400000000000000" pitchFamily="50" charset="-128"/>
              </a:rPr>
              <a:t>現在のユーザ登録されている最新のデータは何か確認する。（例：20</a:t>
            </a:r>
            <a:r>
              <a:rPr lang="en-US" altLang="ja-JP" sz="1050" dirty="0">
                <a:latin typeface="BIZ UDPゴシック" panose="020B0400000000000000" pitchFamily="50" charset="-128"/>
                <a:ea typeface="BIZ UDPゴシック" panose="020B0400000000000000" pitchFamily="50" charset="-128"/>
              </a:rPr>
              <a:t>23</a:t>
            </a:r>
            <a:r>
              <a:rPr lang="ja-JP" altLang="en-US" sz="1050" dirty="0">
                <a:latin typeface="BIZ UDPゴシック" panose="020B0400000000000000" pitchFamily="50" charset="-128"/>
                <a:ea typeface="BIZ UDPゴシック" panose="020B0400000000000000" pitchFamily="50" charset="-128"/>
              </a:rPr>
              <a:t>年1月</a:t>
            </a:r>
            <a:r>
              <a:rPr lang="en-US" altLang="ja-JP" sz="1050" dirty="0">
                <a:latin typeface="BIZ UDPゴシック" panose="020B0400000000000000" pitchFamily="50" charset="-128"/>
                <a:ea typeface="BIZ UDPゴシック" panose="020B0400000000000000" pitchFamily="50" charset="-128"/>
              </a:rPr>
              <a:t>12</a:t>
            </a:r>
            <a:r>
              <a:rPr lang="ja-JP" altLang="en-US" sz="1050" dirty="0">
                <a:latin typeface="BIZ UDPゴシック" panose="020B0400000000000000" pitchFamily="50" charset="-128"/>
                <a:ea typeface="BIZ UDPゴシック" panose="020B0400000000000000" pitchFamily="50" charset="-128"/>
              </a:rPr>
              <a:t>日現在、本ファイルの黄色セルの2022年12月10日までの入社者がユーザ登録されている）</a:t>
            </a:r>
            <a:endParaRPr lang="en-US" altLang="ja-JP" sz="1050" dirty="0">
              <a:latin typeface="BIZ UDPゴシック" panose="020B0400000000000000" pitchFamily="50" charset="-128"/>
              <a:ea typeface="BIZ UDPゴシック" panose="020B0400000000000000" pitchFamily="50" charset="-128"/>
            </a:endParaRPr>
          </a:p>
          <a:p>
            <a:pPr marL="342900" indent="-342900">
              <a:buFont typeface="+mj-lt"/>
              <a:buAutoNum type="arabicPeriod"/>
            </a:pPr>
            <a:endParaRPr lang="en-US" altLang="ja-JP" sz="1050" dirty="0">
              <a:latin typeface="BIZ UDPゴシック" panose="020B0400000000000000" pitchFamily="50" charset="-128"/>
              <a:ea typeface="BIZ UDPゴシック" panose="020B0400000000000000" pitchFamily="50" charset="-128"/>
            </a:endParaRPr>
          </a:p>
          <a:p>
            <a:pPr marL="342900" indent="-342900">
              <a:buFont typeface="+mj-lt"/>
              <a:buAutoNum type="arabicPeriod"/>
            </a:pPr>
            <a:r>
              <a:rPr lang="ja-JP" altLang="en-US" sz="1050" dirty="0">
                <a:latin typeface="BIZ UDPゴシック" panose="020B0400000000000000" pitchFamily="50" charset="-128"/>
                <a:ea typeface="BIZ UDPゴシック" panose="020B0400000000000000" pitchFamily="50" charset="-128"/>
              </a:rPr>
              <a:t>新規入社者の更新</a:t>
            </a:r>
            <a:endParaRPr lang="en-US" altLang="ja-JP" sz="1050" dirty="0">
              <a:latin typeface="BIZ UDPゴシック" panose="020B0400000000000000" pitchFamily="50" charset="-128"/>
              <a:ea typeface="BIZ UDPゴシック" panose="020B0400000000000000" pitchFamily="50" charset="-128"/>
            </a:endParaRPr>
          </a:p>
          <a:p>
            <a:pPr marL="800100" lvl="1" indent="-342900">
              <a:buFont typeface="Arial" panose="020B0604020202020204" pitchFamily="34" charset="0"/>
              <a:buChar char="•"/>
            </a:pPr>
            <a:r>
              <a:rPr lang="ja-JP" altLang="en-US" sz="1050" dirty="0">
                <a:latin typeface="BIZ UDPゴシック" panose="020B0400000000000000" pitchFamily="50" charset="-128"/>
                <a:ea typeface="BIZ UDPゴシック" panose="020B0400000000000000" pitchFamily="50" charset="-128"/>
              </a:rPr>
              <a:t>月給者の場合</a:t>
            </a:r>
            <a:endParaRPr lang="en-US" altLang="ja-JP" sz="1050" dirty="0">
              <a:latin typeface="BIZ UDPゴシック" panose="020B0400000000000000" pitchFamily="50" charset="-128"/>
              <a:ea typeface="BIZ UDPゴシック" panose="020B0400000000000000" pitchFamily="50" charset="-128"/>
            </a:endParaRPr>
          </a:p>
          <a:p>
            <a:pPr marL="1257300" lvl="2" indent="-342900">
              <a:buFont typeface="+mj-ea"/>
              <a:buAutoNum type="circleNumDbPlain"/>
            </a:pPr>
            <a:r>
              <a:rPr lang="ja-JP" altLang="en-US" sz="1050" dirty="0">
                <a:latin typeface="BIZ UDPゴシック" panose="020B0400000000000000" pitchFamily="50" charset="-128"/>
                <a:ea typeface="BIZ UDPゴシック" panose="020B0400000000000000" pitchFamily="50" charset="-128"/>
              </a:rPr>
              <a:t>給与奉行上の「時給者マスタ」で、全従業員のデータを出力する。</a:t>
            </a:r>
            <a:endParaRPr lang="en-US" altLang="ja-JP" sz="1050" dirty="0">
              <a:latin typeface="BIZ UDPゴシック" panose="020B0400000000000000" pitchFamily="50" charset="-128"/>
              <a:ea typeface="BIZ UDPゴシック" panose="020B0400000000000000" pitchFamily="50" charset="-128"/>
            </a:endParaRPr>
          </a:p>
          <a:p>
            <a:pPr marL="1257300" lvl="2" indent="-342900">
              <a:buFont typeface="+mj-ea"/>
              <a:buAutoNum type="circleNumDbPlain"/>
            </a:pPr>
            <a:r>
              <a:rPr lang="ja-JP" altLang="en-US" sz="1050" dirty="0">
                <a:latin typeface="BIZ UDPゴシック" panose="020B0400000000000000" pitchFamily="50" charset="-128"/>
                <a:ea typeface="BIZ UDPゴシック" panose="020B0400000000000000" pitchFamily="50" charset="-128"/>
              </a:rPr>
              <a:t>「正社員・契約社員」でソートをかけ、入社年月日で「昇順」とする。</a:t>
            </a:r>
            <a:endParaRPr lang="en-US" altLang="ja-JP" sz="1050" dirty="0">
              <a:latin typeface="BIZ UDPゴシック" panose="020B0400000000000000" pitchFamily="50" charset="-128"/>
              <a:ea typeface="BIZ UDPゴシック" panose="020B0400000000000000" pitchFamily="50" charset="-128"/>
            </a:endParaRPr>
          </a:p>
          <a:p>
            <a:pPr marL="1257300" lvl="2" indent="-342900">
              <a:buFont typeface="+mj-ea"/>
              <a:buAutoNum type="circleNumDbPlain"/>
            </a:pPr>
            <a:r>
              <a:rPr lang="ja-JP" altLang="en-US" sz="1050" dirty="0">
                <a:latin typeface="BIZ UDPゴシック" panose="020B0400000000000000" pitchFamily="50" charset="-128"/>
                <a:ea typeface="BIZ UDPゴシック" panose="020B0400000000000000" pitchFamily="50" charset="-128"/>
              </a:rPr>
              <a:t>「前回入力が完了しているデータ：</a:t>
            </a:r>
            <a:r>
              <a:rPr lang="en-US" altLang="ja-JP" sz="1050" dirty="0">
                <a:latin typeface="BIZ UDPゴシック" panose="020B0400000000000000" pitchFamily="50" charset="-128"/>
                <a:ea typeface="BIZ UDPゴシック" panose="020B0400000000000000" pitchFamily="50" charset="-128"/>
              </a:rPr>
              <a:t>A</a:t>
            </a:r>
            <a:r>
              <a:rPr lang="ja-JP" altLang="en-US" sz="1050" dirty="0">
                <a:latin typeface="BIZ UDPゴシック" panose="020B0400000000000000" pitchFamily="50" charset="-128"/>
                <a:ea typeface="BIZ UDPゴシック" panose="020B0400000000000000" pitchFamily="50" charset="-128"/>
              </a:rPr>
              <a:t>」を参照し、追加して最近入社した者を特定する。</a:t>
            </a:r>
            <a:endParaRPr lang="en-US" altLang="ja-JP" sz="1050" dirty="0">
              <a:latin typeface="BIZ UDPゴシック" panose="020B0400000000000000" pitchFamily="50" charset="-128"/>
              <a:ea typeface="BIZ UDPゴシック" panose="020B0400000000000000" pitchFamily="50" charset="-128"/>
            </a:endParaRPr>
          </a:p>
          <a:p>
            <a:pPr marL="1257300" lvl="2" indent="-342900">
              <a:buFont typeface="+mj-ea"/>
              <a:buAutoNum type="circleNumDbPlain"/>
            </a:pPr>
            <a:r>
              <a:rPr lang="ja-JP" altLang="en-US" sz="1050" dirty="0">
                <a:latin typeface="BIZ UDPゴシック" panose="020B0400000000000000" pitchFamily="50" charset="-128"/>
                <a:ea typeface="BIZ UDPゴシック" panose="020B0400000000000000" pitchFamily="50" charset="-128"/>
              </a:rPr>
              <a:t>「前回入力が完了しているデータ：</a:t>
            </a:r>
            <a:r>
              <a:rPr lang="en-US" altLang="ja-JP" sz="1050" dirty="0">
                <a:latin typeface="BIZ UDPゴシック" panose="020B0400000000000000" pitchFamily="50" charset="-128"/>
                <a:ea typeface="BIZ UDPゴシック" panose="020B0400000000000000" pitchFamily="50" charset="-128"/>
              </a:rPr>
              <a:t>A</a:t>
            </a:r>
            <a:r>
              <a:rPr lang="ja-JP" altLang="en-US" sz="1050" dirty="0">
                <a:latin typeface="BIZ UDPゴシック" panose="020B0400000000000000" pitchFamily="50" charset="-128"/>
                <a:ea typeface="BIZ UDPゴシック" panose="020B0400000000000000" pitchFamily="50" charset="-128"/>
              </a:rPr>
              <a:t>」から、前回から「退職日付」を入れた退職者を削除する。</a:t>
            </a:r>
            <a:endParaRPr lang="en-US" altLang="ja-JP" sz="1050" dirty="0">
              <a:latin typeface="BIZ UDPゴシック" panose="020B0400000000000000" pitchFamily="50" charset="-128"/>
              <a:ea typeface="BIZ UDPゴシック" panose="020B0400000000000000" pitchFamily="50" charset="-128"/>
            </a:endParaRPr>
          </a:p>
          <a:p>
            <a:pPr marL="1257300" lvl="2" indent="-342900">
              <a:buFont typeface="+mj-ea"/>
              <a:buAutoNum type="circleNumDbPlain"/>
            </a:pPr>
            <a:r>
              <a:rPr lang="ja-JP" altLang="en-US" sz="1050" dirty="0">
                <a:latin typeface="BIZ UDPゴシック" panose="020B0400000000000000" pitchFamily="50" charset="-128"/>
                <a:ea typeface="BIZ UDPゴシック" panose="020B0400000000000000" pitchFamily="50" charset="-128"/>
              </a:rPr>
              <a:t>「前回入力が完了しているデータ：</a:t>
            </a:r>
            <a:r>
              <a:rPr lang="en-US" altLang="ja-JP" sz="1050" dirty="0">
                <a:latin typeface="BIZ UDPゴシック" panose="020B0400000000000000" pitchFamily="50" charset="-128"/>
                <a:ea typeface="BIZ UDPゴシック" panose="020B0400000000000000" pitchFamily="50" charset="-128"/>
              </a:rPr>
              <a:t>A</a:t>
            </a:r>
            <a:r>
              <a:rPr lang="ja-JP" altLang="en-US" sz="1050" dirty="0">
                <a:latin typeface="BIZ UDPゴシック" panose="020B0400000000000000" pitchFamily="50" charset="-128"/>
                <a:ea typeface="BIZ UDPゴシック" panose="020B0400000000000000" pitchFamily="50" charset="-128"/>
              </a:rPr>
              <a:t>」から、前回から更新した退職者を削除する。</a:t>
            </a:r>
            <a:endParaRPr lang="en-US" altLang="ja-JP" sz="1050" dirty="0">
              <a:latin typeface="BIZ UDPゴシック" panose="020B0400000000000000" pitchFamily="50" charset="-128"/>
              <a:ea typeface="BIZ UDPゴシック" panose="020B0400000000000000" pitchFamily="50" charset="-128"/>
            </a:endParaRPr>
          </a:p>
          <a:p>
            <a:pPr marL="1257300" lvl="2" indent="-342900">
              <a:buFont typeface="+mj-ea"/>
              <a:buAutoNum type="circleNumDbPlain"/>
            </a:pPr>
            <a:r>
              <a:rPr lang="ja-JP" altLang="en-US" sz="1050" dirty="0">
                <a:latin typeface="BIZ UDPゴシック" panose="020B0400000000000000" pitchFamily="50" charset="-128"/>
                <a:ea typeface="BIZ UDPゴシック" panose="020B0400000000000000" pitchFamily="50" charset="-128"/>
              </a:rPr>
              <a:t>前回更新時（例：2022年12月10日までの入社者を登録）から今回登録時までに退職した者を特定する。ソートは「退職日付」の「降順」とする。</a:t>
            </a:r>
            <a:endParaRPr lang="en-US" altLang="ja-JP" sz="1050" dirty="0">
              <a:latin typeface="BIZ UDPゴシック" panose="020B0400000000000000" pitchFamily="50" charset="-128"/>
              <a:ea typeface="BIZ UDPゴシック" panose="020B0400000000000000" pitchFamily="50" charset="-128"/>
            </a:endParaRPr>
          </a:p>
          <a:p>
            <a:pPr marL="1257300" lvl="2" indent="-342900">
              <a:buFont typeface="+mj-ea"/>
              <a:buAutoNum type="circleNumDbPlain"/>
            </a:pPr>
            <a:r>
              <a:rPr lang="ja-JP" altLang="en-US" sz="1050" dirty="0">
                <a:latin typeface="BIZ UDPゴシック" panose="020B0400000000000000" pitchFamily="50" charset="-128"/>
                <a:ea typeface="BIZ UDPゴシック" panose="020B0400000000000000" pitchFamily="50" charset="-128"/>
              </a:rPr>
              <a:t>「前回入力が完了しているデータ：</a:t>
            </a:r>
            <a:r>
              <a:rPr lang="en-US" altLang="ja-JP" sz="1050" dirty="0">
                <a:latin typeface="BIZ UDPゴシック" panose="020B0400000000000000" pitchFamily="50" charset="-128"/>
                <a:ea typeface="BIZ UDPゴシック" panose="020B0400000000000000" pitchFamily="50" charset="-128"/>
              </a:rPr>
              <a:t>A</a:t>
            </a:r>
            <a:r>
              <a:rPr lang="ja-JP" altLang="en-US" sz="1050" dirty="0">
                <a:latin typeface="BIZ UDPゴシック" panose="020B0400000000000000" pitchFamily="50" charset="-128"/>
                <a:ea typeface="BIZ UDPゴシック" panose="020B0400000000000000" pitchFamily="50" charset="-128"/>
              </a:rPr>
              <a:t>」へ、今回の特定した退職者の「退職日付」を入力する。</a:t>
            </a:r>
            <a:endParaRPr lang="en-US" altLang="ja-JP" sz="1050" dirty="0">
              <a:latin typeface="BIZ UDPゴシック" panose="020B0400000000000000" pitchFamily="50" charset="-128"/>
              <a:ea typeface="BIZ UDPゴシック" panose="020B0400000000000000" pitchFamily="50" charset="-128"/>
            </a:endParaRPr>
          </a:p>
          <a:p>
            <a:pPr marL="1257300" lvl="2" indent="-342900">
              <a:buFont typeface="+mj-ea"/>
              <a:buAutoNum type="circleNumDbPlain"/>
            </a:pPr>
            <a:r>
              <a:rPr lang="ja-JP" altLang="en-US" sz="1050" dirty="0">
                <a:latin typeface="BIZ UDPゴシック" panose="020B0400000000000000" pitchFamily="50" charset="-128"/>
                <a:ea typeface="BIZ UDPゴシック" panose="020B0400000000000000" pitchFamily="50" charset="-128"/>
              </a:rPr>
              <a:t>システムへのユーザ登録を新規で行う。ただし、郵便番号がブランクとなっている者はユーザ登録しない。</a:t>
            </a:r>
            <a:endParaRPr lang="en-US" altLang="ja-JP" sz="105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024252518"/>
      </p:ext>
    </p:extLst>
  </p:cSld>
  <p:clrMapOvr>
    <a:masterClrMapping/>
  </p:clrMapOvr>
</p:sld>
</file>

<file path=ppt/theme/theme1.xml><?xml version="1.0" encoding="utf-8"?>
<a:theme xmlns:a="http://schemas.openxmlformats.org/drawingml/2006/main" name="5_MMI">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CC"/>
        </a:solidFill>
        <a:ln>
          <a:solidFill>
            <a:srgbClr val="FFC000"/>
          </a:solidFill>
        </a:ln>
      </a:spPr>
      <a:bodyPr rtlCol="0" anchor="ctr"/>
      <a:lstStyle>
        <a:defPPr algn="ctr">
          <a:defRPr kumimoji="1" sz="1200" b="1" dirty="0" smtClean="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1_デザインの設定">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デザインの設定">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23652</TotalTime>
  <Words>8188</Words>
  <Application>Microsoft Office PowerPoint</Application>
  <PresentationFormat>画面に合わせる (4:3)</PresentationFormat>
  <Paragraphs>1540</Paragraphs>
  <Slides>32</Slides>
  <Notes>20</Notes>
  <HiddenSlides>0</HiddenSlides>
  <MMClips>0</MMClips>
  <ScaleCrop>false</ScaleCrop>
  <HeadingPairs>
    <vt:vector size="6" baseType="variant">
      <vt:variant>
        <vt:lpstr>使用されているフォント</vt:lpstr>
      </vt:variant>
      <vt:variant>
        <vt:i4>13</vt:i4>
      </vt:variant>
      <vt:variant>
        <vt:lpstr>テーマ</vt:lpstr>
      </vt:variant>
      <vt:variant>
        <vt:i4>3</vt:i4>
      </vt:variant>
      <vt:variant>
        <vt:lpstr>スライド タイトル</vt:lpstr>
      </vt:variant>
      <vt:variant>
        <vt:i4>32</vt:i4>
      </vt:variant>
    </vt:vector>
  </HeadingPairs>
  <TitlesOfParts>
    <vt:vector size="48" baseType="lpstr">
      <vt:lpstr>Arial MT</vt:lpstr>
      <vt:lpstr>BIZ UDPゴシック</vt:lpstr>
      <vt:lpstr>Microsoft YaHei</vt:lpstr>
      <vt:lpstr>Microsoft YaHei UI</vt:lpstr>
      <vt:lpstr>MS PGothic</vt:lpstr>
      <vt:lpstr>MS UI Gothic</vt:lpstr>
      <vt:lpstr>メイリオ</vt:lpstr>
      <vt:lpstr>游ゴシック</vt:lpstr>
      <vt:lpstr>游ゴシック</vt:lpstr>
      <vt:lpstr>Arial</vt:lpstr>
      <vt:lpstr>Calibri</vt:lpstr>
      <vt:lpstr>Helvetica</vt:lpstr>
      <vt:lpstr>Times New Roman</vt:lpstr>
      <vt:lpstr>5_MMI</vt:lpstr>
      <vt:lpstr>1_デザインの設定</vt:lpstr>
      <vt:lpstr>デザインの設定</vt:lpstr>
      <vt:lpstr>出向者への「営業・改善インセンティブ（エムエムポイント）」支給について</vt:lpstr>
      <vt:lpstr>PowerPoint プレゼンテーション</vt:lpstr>
      <vt:lpstr>営業インセンティブ運用の変更について　</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採用調達インセンティブについて 企画書</vt:lpstr>
      <vt:lpstr>PowerPoint プレゼンテーション</vt:lpstr>
      <vt:lpstr>1-(1).営業インセンティブ 報酬面 「エムエムポイント」について</vt:lpstr>
      <vt:lpstr>1-(2).営業インセンティブ 報酬面 「エムエムポイント」について</vt:lpstr>
      <vt:lpstr>PowerPoint プレゼンテーション</vt:lpstr>
      <vt:lpstr>3.人材確保の重要性と現状の課題</vt:lpstr>
      <vt:lpstr>4-(1).LINE導入の理由</vt:lpstr>
      <vt:lpstr>4-(2).LINE導入の理由</vt:lpstr>
      <vt:lpstr>4-(3).LINE導入の理由</vt:lpstr>
      <vt:lpstr>5.LINEシステム導入に係る経費について</vt:lpstr>
      <vt:lpstr>6.KPI設定の変更について</vt:lpstr>
      <vt:lpstr>PowerPoint プレゼンテーション</vt:lpstr>
      <vt:lpstr>営業インセンティブについて　企画書</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Tokyo22</dc:creator>
  <cp:lastModifiedBy>346 mtokyo</cp:lastModifiedBy>
  <cp:revision>2460</cp:revision>
  <cp:lastPrinted>2022-05-02T02:55:13Z</cp:lastPrinted>
  <dcterms:created xsi:type="dcterms:W3CDTF">2017-04-17T23:59:25Z</dcterms:created>
  <dcterms:modified xsi:type="dcterms:W3CDTF">2025-04-08T07:04:50Z</dcterms:modified>
</cp:coreProperties>
</file>